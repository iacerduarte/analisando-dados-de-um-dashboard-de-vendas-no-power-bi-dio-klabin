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2649200" cy="7315200"/>
  <p:notesSz cx="126492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2192000" cy="323850"/>
          </a:xfrm>
          <a:custGeom>
            <a:avLst/>
            <a:gdLst/>
            <a:ahLst/>
            <a:cxnLst/>
            <a:rect l="l" t="t" r="r" b="b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2192000" cy="1222375"/>
          </a:xfrm>
          <a:custGeom>
            <a:avLst/>
            <a:gdLst/>
            <a:ahLst/>
            <a:cxnLst/>
            <a:rect l="l" t="t" r="r" b="b"/>
            <a:pathLst>
              <a:path w="12192000" h="1222375">
                <a:moveTo>
                  <a:pt x="12192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2192000" y="1221752"/>
                </a:lnTo>
                <a:lnTo>
                  <a:pt x="12192000" y="1213485"/>
                </a:lnTo>
                <a:close/>
              </a:path>
              <a:path w="12192000" h="1222375">
                <a:moveTo>
                  <a:pt x="12192000" y="0"/>
                </a:moveTo>
                <a:lnTo>
                  <a:pt x="0" y="0"/>
                </a:lnTo>
                <a:lnTo>
                  <a:pt x="0" y="3810"/>
                </a:lnTo>
                <a:lnTo>
                  <a:pt x="12192000" y="381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2192000" cy="1209675"/>
          </a:xfrm>
          <a:custGeom>
            <a:avLst/>
            <a:gdLst/>
            <a:ahLst/>
            <a:cxnLst/>
            <a:rect l="l" t="t" r="r" b="b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1104887"/>
            <a:ext cx="4773930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jp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hyperlink" Target="https://www.bing.com/maps?cp=25~0&amp;lvl=1&amp;style=r&amp;FORM=BMLOGO" TargetMode="External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hyperlink" Target="https://www.openstreetmap.org/copyright" TargetMode="External"/><Relationship Id="rId15" Type="http://schemas.openxmlformats.org/officeDocument/2006/relationships/image" Target="../media/image16.jp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5699" y="1324038"/>
            <a:ext cx="19526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10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52423"/>
                </a:solidFill>
                <a:latin typeface="Tahoma"/>
                <a:cs typeface="Tahoma"/>
              </a:rPr>
              <a:t>Product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06456" y="1826507"/>
            <a:ext cx="2133600" cy="2103755"/>
            <a:chOff x="3206456" y="1826507"/>
            <a:chExt cx="2133600" cy="2103755"/>
          </a:xfrm>
        </p:grpSpPr>
        <p:sp>
          <p:nvSpPr>
            <p:cNvPr id="6" name="object 6"/>
            <p:cNvSpPr/>
            <p:nvPr/>
          </p:nvSpPr>
          <p:spPr>
            <a:xfrm>
              <a:off x="4367212" y="1937537"/>
              <a:ext cx="968375" cy="972819"/>
            </a:xfrm>
            <a:custGeom>
              <a:avLst/>
              <a:gdLst/>
              <a:ahLst/>
              <a:cxnLst/>
              <a:rect l="l" t="t" r="r" b="b"/>
              <a:pathLst>
                <a:path w="968375" h="972819">
                  <a:moveTo>
                    <a:pt x="0" y="972350"/>
                  </a:moveTo>
                  <a:lnTo>
                    <a:pt x="0" y="0"/>
                  </a:lnTo>
                  <a:lnTo>
                    <a:pt x="22399" y="257"/>
                  </a:lnTo>
                  <a:lnTo>
                    <a:pt x="44776" y="1031"/>
                  </a:lnTo>
                  <a:lnTo>
                    <a:pt x="89457" y="4123"/>
                  </a:lnTo>
                  <a:lnTo>
                    <a:pt x="133948" y="9269"/>
                  </a:lnTo>
                  <a:lnTo>
                    <a:pt x="178155" y="16460"/>
                  </a:lnTo>
                  <a:lnTo>
                    <a:pt x="221985" y="25677"/>
                  </a:lnTo>
                  <a:lnTo>
                    <a:pt x="265343" y="36904"/>
                  </a:lnTo>
                  <a:lnTo>
                    <a:pt x="308138" y="50115"/>
                  </a:lnTo>
                  <a:lnTo>
                    <a:pt x="350279" y="65284"/>
                  </a:lnTo>
                  <a:lnTo>
                    <a:pt x="391678" y="82375"/>
                  </a:lnTo>
                  <a:lnTo>
                    <a:pt x="432245" y="101357"/>
                  </a:lnTo>
                  <a:lnTo>
                    <a:pt x="471895" y="122185"/>
                  </a:lnTo>
                  <a:lnTo>
                    <a:pt x="510544" y="144818"/>
                  </a:lnTo>
                  <a:lnTo>
                    <a:pt x="548110" y="169205"/>
                  </a:lnTo>
                  <a:lnTo>
                    <a:pt x="584513" y="195298"/>
                  </a:lnTo>
                  <a:lnTo>
                    <a:pt x="619676" y="223038"/>
                  </a:lnTo>
                  <a:lnTo>
                    <a:pt x="653523" y="252369"/>
                  </a:lnTo>
                  <a:lnTo>
                    <a:pt x="685985" y="283227"/>
                  </a:lnTo>
                  <a:lnTo>
                    <a:pt x="716991" y="315548"/>
                  </a:lnTo>
                  <a:lnTo>
                    <a:pt x="746476" y="349261"/>
                  </a:lnTo>
                  <a:lnTo>
                    <a:pt x="774376" y="384297"/>
                  </a:lnTo>
                  <a:lnTo>
                    <a:pt x="800635" y="420580"/>
                  </a:lnTo>
                  <a:lnTo>
                    <a:pt x="825194" y="458035"/>
                  </a:lnTo>
                  <a:lnTo>
                    <a:pt x="848003" y="496580"/>
                  </a:lnTo>
                  <a:lnTo>
                    <a:pt x="869012" y="536135"/>
                  </a:lnTo>
                  <a:lnTo>
                    <a:pt x="888178" y="576615"/>
                  </a:lnTo>
                  <a:lnTo>
                    <a:pt x="905458" y="617935"/>
                  </a:lnTo>
                  <a:lnTo>
                    <a:pt x="920819" y="660006"/>
                  </a:lnTo>
                  <a:lnTo>
                    <a:pt x="934225" y="702741"/>
                  </a:lnTo>
                  <a:lnTo>
                    <a:pt x="945649" y="746048"/>
                  </a:lnTo>
                  <a:lnTo>
                    <a:pt x="955067" y="789834"/>
                  </a:lnTo>
                  <a:lnTo>
                    <a:pt x="962459" y="834008"/>
                  </a:lnTo>
                  <a:lnTo>
                    <a:pt x="967808" y="878476"/>
                  </a:lnTo>
                  <a:lnTo>
                    <a:pt x="0" y="97235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67212" y="2816013"/>
              <a:ext cx="972819" cy="1033780"/>
            </a:xfrm>
            <a:custGeom>
              <a:avLst/>
              <a:gdLst/>
              <a:ahLst/>
              <a:cxnLst/>
              <a:rect l="l" t="t" r="r" b="b"/>
              <a:pathLst>
                <a:path w="972820" h="1033779">
                  <a:moveTo>
                    <a:pt x="250533" y="1033394"/>
                  </a:moveTo>
                  <a:lnTo>
                    <a:pt x="0" y="93874"/>
                  </a:lnTo>
                  <a:lnTo>
                    <a:pt x="967808" y="0"/>
                  </a:lnTo>
                  <a:lnTo>
                    <a:pt x="969638" y="21301"/>
                  </a:lnTo>
                  <a:lnTo>
                    <a:pt x="970999" y="42627"/>
                  </a:lnTo>
                  <a:lnTo>
                    <a:pt x="971890" y="63977"/>
                  </a:lnTo>
                  <a:lnTo>
                    <a:pt x="972312" y="85353"/>
                  </a:lnTo>
                  <a:lnTo>
                    <a:pt x="972265" y="106732"/>
                  </a:lnTo>
                  <a:lnTo>
                    <a:pt x="970761" y="149442"/>
                  </a:lnTo>
                  <a:lnTo>
                    <a:pt x="967380" y="192065"/>
                  </a:lnTo>
                  <a:lnTo>
                    <a:pt x="962131" y="234477"/>
                  </a:lnTo>
                  <a:lnTo>
                    <a:pt x="955019" y="276638"/>
                  </a:lnTo>
                  <a:lnTo>
                    <a:pt x="946066" y="318426"/>
                  </a:lnTo>
                  <a:lnTo>
                    <a:pt x="935280" y="359800"/>
                  </a:lnTo>
                  <a:lnTo>
                    <a:pt x="922692" y="400640"/>
                  </a:lnTo>
                  <a:lnTo>
                    <a:pt x="908313" y="440906"/>
                  </a:lnTo>
                  <a:lnTo>
                    <a:pt x="892187" y="480483"/>
                  </a:lnTo>
                  <a:lnTo>
                    <a:pt x="874329" y="519332"/>
                  </a:lnTo>
                  <a:lnTo>
                    <a:pt x="854789" y="557339"/>
                  </a:lnTo>
                  <a:lnTo>
                    <a:pt x="833588" y="594469"/>
                  </a:lnTo>
                  <a:lnTo>
                    <a:pt x="810786" y="630614"/>
                  </a:lnTo>
                  <a:lnTo>
                    <a:pt x="786406" y="665739"/>
                  </a:lnTo>
                  <a:lnTo>
                    <a:pt x="760519" y="699742"/>
                  </a:lnTo>
                  <a:lnTo>
                    <a:pt x="733148" y="732590"/>
                  </a:lnTo>
                  <a:lnTo>
                    <a:pt x="704375" y="764188"/>
                  </a:lnTo>
                  <a:lnTo>
                    <a:pt x="674225" y="794506"/>
                  </a:lnTo>
                  <a:lnTo>
                    <a:pt x="642788" y="823455"/>
                  </a:lnTo>
                  <a:lnTo>
                    <a:pt x="610093" y="851008"/>
                  </a:lnTo>
                  <a:lnTo>
                    <a:pt x="576235" y="877084"/>
                  </a:lnTo>
                  <a:lnTo>
                    <a:pt x="541246" y="901660"/>
                  </a:lnTo>
                  <a:lnTo>
                    <a:pt x="505229" y="924662"/>
                  </a:lnTo>
                  <a:lnTo>
                    <a:pt x="468217" y="946070"/>
                  </a:lnTo>
                  <a:lnTo>
                    <a:pt x="430319" y="965820"/>
                  </a:lnTo>
                  <a:lnTo>
                    <a:pt x="391570" y="983895"/>
                  </a:lnTo>
                  <a:lnTo>
                    <a:pt x="352084" y="1000241"/>
                  </a:lnTo>
                  <a:lnTo>
                    <a:pt x="311898" y="1014843"/>
                  </a:lnTo>
                  <a:lnTo>
                    <a:pt x="271129" y="1027659"/>
                  </a:lnTo>
                  <a:lnTo>
                    <a:pt x="250533" y="103339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36536" y="2909887"/>
              <a:ext cx="1081405" cy="972819"/>
            </a:xfrm>
            <a:custGeom>
              <a:avLst/>
              <a:gdLst/>
              <a:ahLst/>
              <a:cxnLst/>
              <a:rect l="l" t="t" r="r" b="b"/>
              <a:pathLst>
                <a:path w="1081404" h="972820">
                  <a:moveTo>
                    <a:pt x="830305" y="972350"/>
                  </a:moveTo>
                  <a:lnTo>
                    <a:pt x="791284" y="971552"/>
                  </a:lnTo>
                  <a:lnTo>
                    <a:pt x="752311" y="969187"/>
                  </a:lnTo>
                  <a:lnTo>
                    <a:pt x="713480" y="965262"/>
                  </a:lnTo>
                  <a:lnTo>
                    <a:pt x="674822" y="959778"/>
                  </a:lnTo>
                  <a:lnTo>
                    <a:pt x="636430" y="952751"/>
                  </a:lnTo>
                  <a:lnTo>
                    <a:pt x="598337" y="944184"/>
                  </a:lnTo>
                  <a:lnTo>
                    <a:pt x="560633" y="934099"/>
                  </a:lnTo>
                  <a:lnTo>
                    <a:pt x="523349" y="922505"/>
                  </a:lnTo>
                  <a:lnTo>
                    <a:pt x="486576" y="909429"/>
                  </a:lnTo>
                  <a:lnTo>
                    <a:pt x="450342" y="894881"/>
                  </a:lnTo>
                  <a:lnTo>
                    <a:pt x="414736" y="878897"/>
                  </a:lnTo>
                  <a:lnTo>
                    <a:pt x="379786" y="861489"/>
                  </a:lnTo>
                  <a:lnTo>
                    <a:pt x="345577" y="842701"/>
                  </a:lnTo>
                  <a:lnTo>
                    <a:pt x="312136" y="822546"/>
                  </a:lnTo>
                  <a:lnTo>
                    <a:pt x="279544" y="801074"/>
                  </a:lnTo>
                  <a:lnTo>
                    <a:pt x="247828" y="778302"/>
                  </a:lnTo>
                  <a:lnTo>
                    <a:pt x="217063" y="754285"/>
                  </a:lnTo>
                  <a:lnTo>
                    <a:pt x="187276" y="729042"/>
                  </a:lnTo>
                  <a:lnTo>
                    <a:pt x="158537" y="702634"/>
                  </a:lnTo>
                  <a:lnTo>
                    <a:pt x="130870" y="675083"/>
                  </a:lnTo>
                  <a:lnTo>
                    <a:pt x="104342" y="646456"/>
                  </a:lnTo>
                  <a:lnTo>
                    <a:pt x="78974" y="616774"/>
                  </a:lnTo>
                  <a:lnTo>
                    <a:pt x="54828" y="586111"/>
                  </a:lnTo>
                  <a:lnTo>
                    <a:pt x="31923" y="554490"/>
                  </a:lnTo>
                  <a:lnTo>
                    <a:pt x="10314" y="521989"/>
                  </a:lnTo>
                  <a:lnTo>
                    <a:pt x="0" y="505413"/>
                  </a:lnTo>
                  <a:lnTo>
                    <a:pt x="830676" y="0"/>
                  </a:lnTo>
                  <a:lnTo>
                    <a:pt x="1081209" y="939520"/>
                  </a:lnTo>
                  <a:lnTo>
                    <a:pt x="1062295" y="944361"/>
                  </a:lnTo>
                  <a:lnTo>
                    <a:pt x="1024211" y="952895"/>
                  </a:lnTo>
                  <a:lnTo>
                    <a:pt x="985799" y="959897"/>
                  </a:lnTo>
                  <a:lnTo>
                    <a:pt x="947152" y="965349"/>
                  </a:lnTo>
                  <a:lnTo>
                    <a:pt x="908302" y="969247"/>
                  </a:lnTo>
                  <a:lnTo>
                    <a:pt x="869343" y="971581"/>
                  </a:lnTo>
                  <a:lnTo>
                    <a:pt x="830305" y="97235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94964" y="2532052"/>
              <a:ext cx="972819" cy="883285"/>
            </a:xfrm>
            <a:custGeom>
              <a:avLst/>
              <a:gdLst/>
              <a:ahLst/>
              <a:cxnLst/>
              <a:rect l="l" t="t" r="r" b="b"/>
              <a:pathLst>
                <a:path w="972820" h="883285">
                  <a:moveTo>
                    <a:pt x="141571" y="883247"/>
                  </a:moveTo>
                  <a:lnTo>
                    <a:pt x="113165" y="833296"/>
                  </a:lnTo>
                  <a:lnTo>
                    <a:pt x="87762" y="781753"/>
                  </a:lnTo>
                  <a:lnTo>
                    <a:pt x="65445" y="728801"/>
                  </a:lnTo>
                  <a:lnTo>
                    <a:pt x="46298" y="674622"/>
                  </a:lnTo>
                  <a:lnTo>
                    <a:pt x="30382" y="619407"/>
                  </a:lnTo>
                  <a:lnTo>
                    <a:pt x="17758" y="563348"/>
                  </a:lnTo>
                  <a:lnTo>
                    <a:pt x="8464" y="506642"/>
                  </a:lnTo>
                  <a:lnTo>
                    <a:pt x="2540" y="449485"/>
                  </a:lnTo>
                  <a:lnTo>
                    <a:pt x="0" y="392078"/>
                  </a:lnTo>
                  <a:lnTo>
                    <a:pt x="4" y="363356"/>
                  </a:lnTo>
                  <a:lnTo>
                    <a:pt x="2558" y="305925"/>
                  </a:lnTo>
                  <a:lnTo>
                    <a:pt x="8496" y="248795"/>
                  </a:lnTo>
                  <a:lnTo>
                    <a:pt x="17806" y="192066"/>
                  </a:lnTo>
                  <a:lnTo>
                    <a:pt x="30440" y="136035"/>
                  </a:lnTo>
                  <a:lnTo>
                    <a:pt x="46376" y="80800"/>
                  </a:lnTo>
                  <a:lnTo>
                    <a:pt x="65530" y="26649"/>
                  </a:lnTo>
                  <a:lnTo>
                    <a:pt x="76308" y="0"/>
                  </a:lnTo>
                  <a:lnTo>
                    <a:pt x="972247" y="377834"/>
                  </a:lnTo>
                  <a:lnTo>
                    <a:pt x="141571" y="88324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71273" y="1991474"/>
              <a:ext cx="895985" cy="918844"/>
            </a:xfrm>
            <a:custGeom>
              <a:avLst/>
              <a:gdLst/>
              <a:ahLst/>
              <a:cxnLst/>
              <a:rect l="l" t="t" r="r" b="b"/>
              <a:pathLst>
                <a:path w="895985" h="918844">
                  <a:moveTo>
                    <a:pt x="895938" y="918412"/>
                  </a:moveTo>
                  <a:lnTo>
                    <a:pt x="0" y="540578"/>
                  </a:lnTo>
                  <a:lnTo>
                    <a:pt x="10192" y="517265"/>
                  </a:lnTo>
                  <a:lnTo>
                    <a:pt x="20983" y="494243"/>
                  </a:lnTo>
                  <a:lnTo>
                    <a:pt x="44361" y="449070"/>
                  </a:lnTo>
                  <a:lnTo>
                    <a:pt x="70069" y="405180"/>
                  </a:lnTo>
                  <a:lnTo>
                    <a:pt x="98038" y="362696"/>
                  </a:lnTo>
                  <a:lnTo>
                    <a:pt x="128189" y="321731"/>
                  </a:lnTo>
                  <a:lnTo>
                    <a:pt x="160442" y="282400"/>
                  </a:lnTo>
                  <a:lnTo>
                    <a:pt x="194707" y="244809"/>
                  </a:lnTo>
                  <a:lnTo>
                    <a:pt x="230892" y="209061"/>
                  </a:lnTo>
                  <a:lnTo>
                    <a:pt x="268895" y="175254"/>
                  </a:lnTo>
                  <a:lnTo>
                    <a:pt x="308616" y="143482"/>
                  </a:lnTo>
                  <a:lnTo>
                    <a:pt x="349942" y="113829"/>
                  </a:lnTo>
                  <a:lnTo>
                    <a:pt x="392763" y="86378"/>
                  </a:lnTo>
                  <a:lnTo>
                    <a:pt x="436961" y="61204"/>
                  </a:lnTo>
                  <a:lnTo>
                    <a:pt x="482415" y="38376"/>
                  </a:lnTo>
                  <a:lnTo>
                    <a:pt x="529000" y="17955"/>
                  </a:lnTo>
                  <a:lnTo>
                    <a:pt x="576590" y="0"/>
                  </a:lnTo>
                  <a:lnTo>
                    <a:pt x="895938" y="91841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47864" y="1937537"/>
              <a:ext cx="319405" cy="972819"/>
            </a:xfrm>
            <a:custGeom>
              <a:avLst/>
              <a:gdLst/>
              <a:ahLst/>
              <a:cxnLst/>
              <a:rect l="l" t="t" r="r" b="b"/>
              <a:pathLst>
                <a:path w="319404" h="972819">
                  <a:moveTo>
                    <a:pt x="319348" y="972350"/>
                  </a:moveTo>
                  <a:lnTo>
                    <a:pt x="0" y="53937"/>
                  </a:lnTo>
                  <a:lnTo>
                    <a:pt x="51959" y="37456"/>
                  </a:lnTo>
                  <a:lnTo>
                    <a:pt x="104424" y="23972"/>
                  </a:lnTo>
                  <a:lnTo>
                    <a:pt x="157396" y="13484"/>
                  </a:lnTo>
                  <a:lnTo>
                    <a:pt x="210874" y="5993"/>
                  </a:lnTo>
                  <a:lnTo>
                    <a:pt x="264858" y="1498"/>
                  </a:lnTo>
                  <a:lnTo>
                    <a:pt x="319348" y="0"/>
                  </a:lnTo>
                  <a:lnTo>
                    <a:pt x="319348" y="972350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11219" y="1831269"/>
              <a:ext cx="2005964" cy="2094230"/>
            </a:xfrm>
            <a:custGeom>
              <a:avLst/>
              <a:gdLst/>
              <a:ahLst/>
              <a:cxnLst/>
              <a:rect l="l" t="t" r="r" b="b"/>
              <a:pathLst>
                <a:path w="2005964" h="2094229">
                  <a:moveTo>
                    <a:pt x="1825854" y="340637"/>
                  </a:moveTo>
                  <a:lnTo>
                    <a:pt x="1891207" y="268639"/>
                  </a:lnTo>
                  <a:lnTo>
                    <a:pt x="2005507" y="268639"/>
                  </a:lnTo>
                </a:path>
                <a:path w="2005964" h="2094229">
                  <a:moveTo>
                    <a:pt x="1728840" y="1894200"/>
                  </a:moveTo>
                  <a:lnTo>
                    <a:pt x="1784728" y="1973769"/>
                  </a:lnTo>
                  <a:lnTo>
                    <a:pt x="1899028" y="1973769"/>
                  </a:lnTo>
                </a:path>
                <a:path w="2005964" h="2094229">
                  <a:moveTo>
                    <a:pt x="784646" y="2003512"/>
                  </a:moveTo>
                  <a:lnTo>
                    <a:pt x="748417" y="2093746"/>
                  </a:lnTo>
                  <a:lnTo>
                    <a:pt x="634117" y="2093746"/>
                  </a:lnTo>
                </a:path>
                <a:path w="2005964" h="2094229">
                  <a:moveTo>
                    <a:pt x="206894" y="1382825"/>
                  </a:moveTo>
                  <a:lnTo>
                    <a:pt x="114299" y="1412504"/>
                  </a:lnTo>
                  <a:lnTo>
                    <a:pt x="0" y="1412504"/>
                  </a:lnTo>
                </a:path>
                <a:path w="2005964" h="2094229">
                  <a:moveTo>
                    <a:pt x="474320" y="351533"/>
                  </a:moveTo>
                  <a:lnTo>
                    <a:pt x="407815" y="280597"/>
                  </a:lnTo>
                  <a:lnTo>
                    <a:pt x="293515" y="280597"/>
                  </a:lnTo>
                </a:path>
                <a:path w="2005964" h="2094229">
                  <a:moveTo>
                    <a:pt x="990009" y="95877"/>
                  </a:moveTo>
                  <a:lnTo>
                    <a:pt x="973815" y="0"/>
                  </a:lnTo>
                  <a:lnTo>
                    <a:pt x="859515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242126" y="2020534"/>
            <a:ext cx="800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6,2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(23,46%)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35647" y="3725664"/>
            <a:ext cx="8623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5,91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(22,39%)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9737" y="3845641"/>
            <a:ext cx="800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5,4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(20,45%)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7521" y="1751894"/>
            <a:ext cx="142811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0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1,41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(5,33%)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3,52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(13,32%)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26585" y="3072959"/>
            <a:ext cx="459740" cy="33020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22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3,98</a:t>
            </a: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(15,05%)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06184" y="2344801"/>
            <a:ext cx="95250" cy="1304925"/>
            <a:chOff x="6306184" y="2344801"/>
            <a:chExt cx="95250" cy="13049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6184" y="2344801"/>
              <a:ext cx="95249" cy="952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6184" y="2582926"/>
              <a:ext cx="95249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6184" y="2830576"/>
              <a:ext cx="95249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6184" y="3068701"/>
              <a:ext cx="95249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6184" y="3306826"/>
              <a:ext cx="95249" cy="952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6184" y="3554476"/>
              <a:ext cx="95249" cy="952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283324" y="2051043"/>
            <a:ext cx="666750" cy="16351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161925">
              <a:lnSpc>
                <a:spcPct val="100000"/>
              </a:lnSpc>
              <a:spcBef>
                <a:spcPts val="475"/>
              </a:spcBef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Product</a:t>
            </a:r>
            <a:endParaRPr sz="1000">
              <a:latin typeface="Segoe UI"/>
              <a:cs typeface="Segoe UI"/>
            </a:endParaRPr>
          </a:p>
          <a:p>
            <a:pPr algn="ctr" marR="140970">
              <a:lnSpc>
                <a:spcPct val="100000"/>
              </a:lnSpc>
              <a:spcBef>
                <a:spcPts val="375"/>
              </a:spcBef>
            </a:pPr>
            <a:r>
              <a:rPr dirty="0" sz="1000" spc="-2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1000">
              <a:latin typeface="Segoe UI"/>
              <a:cs typeface="Segoe UI"/>
            </a:endParaRPr>
          </a:p>
          <a:p>
            <a:pPr marL="137160" marR="194945">
              <a:lnSpc>
                <a:spcPct val="156300"/>
              </a:lnSpc>
              <a:spcBef>
                <a:spcPts val="75"/>
              </a:spcBef>
            </a:pPr>
            <a:r>
              <a:rPr dirty="0" sz="1000" spc="-25">
                <a:solidFill>
                  <a:srgbClr val="605D5C"/>
                </a:solidFill>
                <a:latin typeface="Segoe UI"/>
                <a:cs typeface="Segoe UI"/>
              </a:rPr>
              <a:t>Paseo VTT</a:t>
            </a:r>
            <a:endParaRPr sz="1000">
              <a:latin typeface="Segoe UI"/>
              <a:cs typeface="Segoe UI"/>
            </a:endParaRPr>
          </a:p>
          <a:p>
            <a:pPr marL="137160" marR="16510">
              <a:lnSpc>
                <a:spcPct val="156300"/>
              </a:lnSpc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Montana Amarilla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74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Carretera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12000" y="1324038"/>
            <a:ext cx="22936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Média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Sale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Price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52423"/>
                </a:solidFill>
                <a:latin typeface="Tahoma"/>
                <a:cs typeface="Tahoma"/>
              </a:rPr>
              <a:t>Product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05700" y="2224087"/>
            <a:ext cx="4724400" cy="922655"/>
          </a:xfrm>
          <a:custGeom>
            <a:avLst/>
            <a:gdLst/>
            <a:ahLst/>
            <a:cxnLst/>
            <a:rect l="l" t="t" r="r" b="b"/>
            <a:pathLst>
              <a:path w="4724400" h="922655">
                <a:moveTo>
                  <a:pt x="9525" y="916266"/>
                </a:moveTo>
                <a:lnTo>
                  <a:pt x="9067" y="915149"/>
                </a:lnTo>
                <a:lnTo>
                  <a:pt x="7200" y="913282"/>
                </a:lnTo>
                <a:lnTo>
                  <a:pt x="6083" y="912812"/>
                </a:lnTo>
                <a:lnTo>
                  <a:pt x="3454" y="912812"/>
                </a:lnTo>
                <a:lnTo>
                  <a:pt x="2336" y="913282"/>
                </a:lnTo>
                <a:lnTo>
                  <a:pt x="469" y="915149"/>
                </a:lnTo>
                <a:lnTo>
                  <a:pt x="0" y="916266"/>
                </a:lnTo>
                <a:lnTo>
                  <a:pt x="0" y="918895"/>
                </a:lnTo>
                <a:lnTo>
                  <a:pt x="469" y="920013"/>
                </a:lnTo>
                <a:lnTo>
                  <a:pt x="2336" y="921880"/>
                </a:lnTo>
                <a:lnTo>
                  <a:pt x="3454" y="922337"/>
                </a:lnTo>
                <a:lnTo>
                  <a:pt x="6083" y="922337"/>
                </a:lnTo>
                <a:lnTo>
                  <a:pt x="7200" y="921880"/>
                </a:lnTo>
                <a:lnTo>
                  <a:pt x="9067" y="920013"/>
                </a:lnTo>
                <a:lnTo>
                  <a:pt x="9525" y="918895"/>
                </a:lnTo>
                <a:lnTo>
                  <a:pt x="9525" y="916266"/>
                </a:lnTo>
                <a:close/>
              </a:path>
              <a:path w="4724400" h="92265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724400" h="922655">
                <a:moveTo>
                  <a:pt x="57150" y="916266"/>
                </a:moveTo>
                <a:lnTo>
                  <a:pt x="56692" y="915149"/>
                </a:lnTo>
                <a:lnTo>
                  <a:pt x="54825" y="913282"/>
                </a:lnTo>
                <a:lnTo>
                  <a:pt x="53708" y="912812"/>
                </a:lnTo>
                <a:lnTo>
                  <a:pt x="51079" y="912812"/>
                </a:lnTo>
                <a:lnTo>
                  <a:pt x="49961" y="913282"/>
                </a:lnTo>
                <a:lnTo>
                  <a:pt x="48094" y="915149"/>
                </a:lnTo>
                <a:lnTo>
                  <a:pt x="47625" y="916266"/>
                </a:lnTo>
                <a:lnTo>
                  <a:pt x="47625" y="918895"/>
                </a:lnTo>
                <a:lnTo>
                  <a:pt x="48094" y="920013"/>
                </a:lnTo>
                <a:lnTo>
                  <a:pt x="49961" y="921880"/>
                </a:lnTo>
                <a:lnTo>
                  <a:pt x="51079" y="922337"/>
                </a:lnTo>
                <a:lnTo>
                  <a:pt x="53708" y="922337"/>
                </a:lnTo>
                <a:lnTo>
                  <a:pt x="54825" y="921880"/>
                </a:lnTo>
                <a:lnTo>
                  <a:pt x="56692" y="920013"/>
                </a:lnTo>
                <a:lnTo>
                  <a:pt x="57150" y="918895"/>
                </a:lnTo>
                <a:lnTo>
                  <a:pt x="57150" y="916266"/>
                </a:lnTo>
                <a:close/>
              </a:path>
              <a:path w="4724400" h="92265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724400" h="922655">
                <a:moveTo>
                  <a:pt x="104775" y="916266"/>
                </a:moveTo>
                <a:lnTo>
                  <a:pt x="104317" y="915149"/>
                </a:lnTo>
                <a:lnTo>
                  <a:pt x="102450" y="913282"/>
                </a:lnTo>
                <a:lnTo>
                  <a:pt x="101333" y="912812"/>
                </a:lnTo>
                <a:lnTo>
                  <a:pt x="98704" y="912812"/>
                </a:lnTo>
                <a:lnTo>
                  <a:pt x="97586" y="913282"/>
                </a:lnTo>
                <a:lnTo>
                  <a:pt x="95719" y="915149"/>
                </a:lnTo>
                <a:lnTo>
                  <a:pt x="95250" y="916266"/>
                </a:lnTo>
                <a:lnTo>
                  <a:pt x="95250" y="918895"/>
                </a:lnTo>
                <a:lnTo>
                  <a:pt x="95719" y="920013"/>
                </a:lnTo>
                <a:lnTo>
                  <a:pt x="97586" y="921880"/>
                </a:lnTo>
                <a:lnTo>
                  <a:pt x="98704" y="922337"/>
                </a:lnTo>
                <a:lnTo>
                  <a:pt x="101333" y="922337"/>
                </a:lnTo>
                <a:lnTo>
                  <a:pt x="102450" y="921880"/>
                </a:lnTo>
                <a:lnTo>
                  <a:pt x="104317" y="920013"/>
                </a:lnTo>
                <a:lnTo>
                  <a:pt x="104775" y="918895"/>
                </a:lnTo>
                <a:lnTo>
                  <a:pt x="104775" y="916266"/>
                </a:lnTo>
                <a:close/>
              </a:path>
              <a:path w="4724400" h="92265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724400" h="922655">
                <a:moveTo>
                  <a:pt x="152400" y="916266"/>
                </a:moveTo>
                <a:lnTo>
                  <a:pt x="151942" y="915149"/>
                </a:lnTo>
                <a:lnTo>
                  <a:pt x="150075" y="913282"/>
                </a:lnTo>
                <a:lnTo>
                  <a:pt x="148958" y="912812"/>
                </a:lnTo>
                <a:lnTo>
                  <a:pt x="146329" y="912812"/>
                </a:lnTo>
                <a:lnTo>
                  <a:pt x="145211" y="913282"/>
                </a:lnTo>
                <a:lnTo>
                  <a:pt x="143344" y="915149"/>
                </a:lnTo>
                <a:lnTo>
                  <a:pt x="142875" y="916266"/>
                </a:lnTo>
                <a:lnTo>
                  <a:pt x="142875" y="918895"/>
                </a:lnTo>
                <a:lnTo>
                  <a:pt x="143344" y="920013"/>
                </a:lnTo>
                <a:lnTo>
                  <a:pt x="145211" y="921880"/>
                </a:lnTo>
                <a:lnTo>
                  <a:pt x="146329" y="922337"/>
                </a:lnTo>
                <a:lnTo>
                  <a:pt x="148958" y="922337"/>
                </a:lnTo>
                <a:lnTo>
                  <a:pt x="150075" y="921880"/>
                </a:lnTo>
                <a:lnTo>
                  <a:pt x="151942" y="920013"/>
                </a:lnTo>
                <a:lnTo>
                  <a:pt x="152400" y="918895"/>
                </a:lnTo>
                <a:lnTo>
                  <a:pt x="152400" y="916266"/>
                </a:lnTo>
                <a:close/>
              </a:path>
              <a:path w="4724400" h="92265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724400" h="922655">
                <a:moveTo>
                  <a:pt x="200025" y="916266"/>
                </a:moveTo>
                <a:lnTo>
                  <a:pt x="199567" y="915149"/>
                </a:lnTo>
                <a:lnTo>
                  <a:pt x="197700" y="913282"/>
                </a:lnTo>
                <a:lnTo>
                  <a:pt x="196583" y="912812"/>
                </a:lnTo>
                <a:lnTo>
                  <a:pt x="193954" y="912812"/>
                </a:lnTo>
                <a:lnTo>
                  <a:pt x="192836" y="913282"/>
                </a:lnTo>
                <a:lnTo>
                  <a:pt x="190969" y="915149"/>
                </a:lnTo>
                <a:lnTo>
                  <a:pt x="190500" y="916266"/>
                </a:lnTo>
                <a:lnTo>
                  <a:pt x="190500" y="918895"/>
                </a:lnTo>
                <a:lnTo>
                  <a:pt x="190969" y="920013"/>
                </a:lnTo>
                <a:lnTo>
                  <a:pt x="192836" y="921880"/>
                </a:lnTo>
                <a:lnTo>
                  <a:pt x="193954" y="922337"/>
                </a:lnTo>
                <a:lnTo>
                  <a:pt x="196583" y="922337"/>
                </a:lnTo>
                <a:lnTo>
                  <a:pt x="197700" y="921880"/>
                </a:lnTo>
                <a:lnTo>
                  <a:pt x="199567" y="920013"/>
                </a:lnTo>
                <a:lnTo>
                  <a:pt x="200025" y="918895"/>
                </a:lnTo>
                <a:lnTo>
                  <a:pt x="200025" y="916266"/>
                </a:lnTo>
                <a:close/>
              </a:path>
              <a:path w="4724400" h="92265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724400" h="922655">
                <a:moveTo>
                  <a:pt x="247650" y="916266"/>
                </a:moveTo>
                <a:lnTo>
                  <a:pt x="247192" y="915149"/>
                </a:lnTo>
                <a:lnTo>
                  <a:pt x="245325" y="913282"/>
                </a:lnTo>
                <a:lnTo>
                  <a:pt x="244208" y="912812"/>
                </a:lnTo>
                <a:lnTo>
                  <a:pt x="241579" y="912812"/>
                </a:lnTo>
                <a:lnTo>
                  <a:pt x="240461" y="913282"/>
                </a:lnTo>
                <a:lnTo>
                  <a:pt x="238594" y="915149"/>
                </a:lnTo>
                <a:lnTo>
                  <a:pt x="238125" y="916266"/>
                </a:lnTo>
                <a:lnTo>
                  <a:pt x="238125" y="918895"/>
                </a:lnTo>
                <a:lnTo>
                  <a:pt x="238594" y="920013"/>
                </a:lnTo>
                <a:lnTo>
                  <a:pt x="240461" y="921880"/>
                </a:lnTo>
                <a:lnTo>
                  <a:pt x="241579" y="922337"/>
                </a:lnTo>
                <a:lnTo>
                  <a:pt x="244208" y="922337"/>
                </a:lnTo>
                <a:lnTo>
                  <a:pt x="245325" y="921880"/>
                </a:lnTo>
                <a:lnTo>
                  <a:pt x="247192" y="920013"/>
                </a:lnTo>
                <a:lnTo>
                  <a:pt x="247650" y="918895"/>
                </a:lnTo>
                <a:lnTo>
                  <a:pt x="247650" y="916266"/>
                </a:lnTo>
                <a:close/>
              </a:path>
              <a:path w="4724400" h="92265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724400" h="922655">
                <a:moveTo>
                  <a:pt x="295275" y="916266"/>
                </a:moveTo>
                <a:lnTo>
                  <a:pt x="294817" y="915149"/>
                </a:lnTo>
                <a:lnTo>
                  <a:pt x="292950" y="913282"/>
                </a:lnTo>
                <a:lnTo>
                  <a:pt x="291833" y="912812"/>
                </a:lnTo>
                <a:lnTo>
                  <a:pt x="289204" y="912812"/>
                </a:lnTo>
                <a:lnTo>
                  <a:pt x="288086" y="913282"/>
                </a:lnTo>
                <a:lnTo>
                  <a:pt x="286219" y="915149"/>
                </a:lnTo>
                <a:lnTo>
                  <a:pt x="285750" y="916266"/>
                </a:lnTo>
                <a:lnTo>
                  <a:pt x="285750" y="918895"/>
                </a:lnTo>
                <a:lnTo>
                  <a:pt x="286219" y="920013"/>
                </a:lnTo>
                <a:lnTo>
                  <a:pt x="288086" y="921880"/>
                </a:lnTo>
                <a:lnTo>
                  <a:pt x="289204" y="922337"/>
                </a:lnTo>
                <a:lnTo>
                  <a:pt x="291833" y="922337"/>
                </a:lnTo>
                <a:lnTo>
                  <a:pt x="292950" y="921880"/>
                </a:lnTo>
                <a:lnTo>
                  <a:pt x="294817" y="920013"/>
                </a:lnTo>
                <a:lnTo>
                  <a:pt x="295275" y="918895"/>
                </a:lnTo>
                <a:lnTo>
                  <a:pt x="295275" y="916266"/>
                </a:lnTo>
                <a:close/>
              </a:path>
              <a:path w="4724400" h="92265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724400" h="922655">
                <a:moveTo>
                  <a:pt x="342900" y="916266"/>
                </a:moveTo>
                <a:lnTo>
                  <a:pt x="342442" y="915149"/>
                </a:lnTo>
                <a:lnTo>
                  <a:pt x="340575" y="913282"/>
                </a:lnTo>
                <a:lnTo>
                  <a:pt x="339458" y="912812"/>
                </a:lnTo>
                <a:lnTo>
                  <a:pt x="336829" y="912812"/>
                </a:lnTo>
                <a:lnTo>
                  <a:pt x="335711" y="913282"/>
                </a:lnTo>
                <a:lnTo>
                  <a:pt x="333844" y="915149"/>
                </a:lnTo>
                <a:lnTo>
                  <a:pt x="333375" y="916266"/>
                </a:lnTo>
                <a:lnTo>
                  <a:pt x="333375" y="918895"/>
                </a:lnTo>
                <a:lnTo>
                  <a:pt x="333844" y="920013"/>
                </a:lnTo>
                <a:lnTo>
                  <a:pt x="335711" y="921880"/>
                </a:lnTo>
                <a:lnTo>
                  <a:pt x="336829" y="922337"/>
                </a:lnTo>
                <a:lnTo>
                  <a:pt x="339458" y="922337"/>
                </a:lnTo>
                <a:lnTo>
                  <a:pt x="340575" y="921880"/>
                </a:lnTo>
                <a:lnTo>
                  <a:pt x="342442" y="920013"/>
                </a:lnTo>
                <a:lnTo>
                  <a:pt x="342900" y="918895"/>
                </a:lnTo>
                <a:lnTo>
                  <a:pt x="342900" y="916266"/>
                </a:lnTo>
                <a:close/>
              </a:path>
              <a:path w="4724400" h="92265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724400" h="922655">
                <a:moveTo>
                  <a:pt x="390525" y="916266"/>
                </a:moveTo>
                <a:lnTo>
                  <a:pt x="390067" y="915149"/>
                </a:lnTo>
                <a:lnTo>
                  <a:pt x="388200" y="913282"/>
                </a:lnTo>
                <a:lnTo>
                  <a:pt x="387083" y="912812"/>
                </a:lnTo>
                <a:lnTo>
                  <a:pt x="384454" y="912812"/>
                </a:lnTo>
                <a:lnTo>
                  <a:pt x="383336" y="913282"/>
                </a:lnTo>
                <a:lnTo>
                  <a:pt x="381469" y="915149"/>
                </a:lnTo>
                <a:lnTo>
                  <a:pt x="381000" y="916266"/>
                </a:lnTo>
                <a:lnTo>
                  <a:pt x="381000" y="918895"/>
                </a:lnTo>
                <a:lnTo>
                  <a:pt x="381469" y="920013"/>
                </a:lnTo>
                <a:lnTo>
                  <a:pt x="383336" y="921880"/>
                </a:lnTo>
                <a:lnTo>
                  <a:pt x="384454" y="922337"/>
                </a:lnTo>
                <a:lnTo>
                  <a:pt x="387083" y="922337"/>
                </a:lnTo>
                <a:lnTo>
                  <a:pt x="388200" y="921880"/>
                </a:lnTo>
                <a:lnTo>
                  <a:pt x="390067" y="920013"/>
                </a:lnTo>
                <a:lnTo>
                  <a:pt x="390525" y="918895"/>
                </a:lnTo>
                <a:lnTo>
                  <a:pt x="390525" y="916266"/>
                </a:lnTo>
                <a:close/>
              </a:path>
              <a:path w="4724400" h="92265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724400" h="922655">
                <a:moveTo>
                  <a:pt x="438150" y="916266"/>
                </a:moveTo>
                <a:lnTo>
                  <a:pt x="437692" y="915149"/>
                </a:lnTo>
                <a:lnTo>
                  <a:pt x="435825" y="913282"/>
                </a:lnTo>
                <a:lnTo>
                  <a:pt x="434708" y="912812"/>
                </a:lnTo>
                <a:lnTo>
                  <a:pt x="432079" y="912812"/>
                </a:lnTo>
                <a:lnTo>
                  <a:pt x="430961" y="913282"/>
                </a:lnTo>
                <a:lnTo>
                  <a:pt x="429094" y="915149"/>
                </a:lnTo>
                <a:lnTo>
                  <a:pt x="428625" y="916266"/>
                </a:lnTo>
                <a:lnTo>
                  <a:pt x="428625" y="918895"/>
                </a:lnTo>
                <a:lnTo>
                  <a:pt x="429094" y="920013"/>
                </a:lnTo>
                <a:lnTo>
                  <a:pt x="430961" y="921880"/>
                </a:lnTo>
                <a:lnTo>
                  <a:pt x="432079" y="922337"/>
                </a:lnTo>
                <a:lnTo>
                  <a:pt x="434708" y="922337"/>
                </a:lnTo>
                <a:lnTo>
                  <a:pt x="435825" y="921880"/>
                </a:lnTo>
                <a:lnTo>
                  <a:pt x="437692" y="920013"/>
                </a:lnTo>
                <a:lnTo>
                  <a:pt x="438150" y="918895"/>
                </a:lnTo>
                <a:lnTo>
                  <a:pt x="438150" y="916266"/>
                </a:lnTo>
                <a:close/>
              </a:path>
              <a:path w="4724400" h="92265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724400" h="922655">
                <a:moveTo>
                  <a:pt x="485775" y="916266"/>
                </a:moveTo>
                <a:lnTo>
                  <a:pt x="485317" y="915149"/>
                </a:lnTo>
                <a:lnTo>
                  <a:pt x="483450" y="913282"/>
                </a:lnTo>
                <a:lnTo>
                  <a:pt x="482333" y="912812"/>
                </a:lnTo>
                <a:lnTo>
                  <a:pt x="479704" y="912812"/>
                </a:lnTo>
                <a:lnTo>
                  <a:pt x="478586" y="913282"/>
                </a:lnTo>
                <a:lnTo>
                  <a:pt x="476719" y="915149"/>
                </a:lnTo>
                <a:lnTo>
                  <a:pt x="476250" y="916266"/>
                </a:lnTo>
                <a:lnTo>
                  <a:pt x="476250" y="918895"/>
                </a:lnTo>
                <a:lnTo>
                  <a:pt x="476719" y="920013"/>
                </a:lnTo>
                <a:lnTo>
                  <a:pt x="478586" y="921880"/>
                </a:lnTo>
                <a:lnTo>
                  <a:pt x="479704" y="922337"/>
                </a:lnTo>
                <a:lnTo>
                  <a:pt x="482333" y="922337"/>
                </a:lnTo>
                <a:lnTo>
                  <a:pt x="483450" y="921880"/>
                </a:lnTo>
                <a:lnTo>
                  <a:pt x="485317" y="920013"/>
                </a:lnTo>
                <a:lnTo>
                  <a:pt x="485775" y="918895"/>
                </a:lnTo>
                <a:lnTo>
                  <a:pt x="485775" y="916266"/>
                </a:lnTo>
                <a:close/>
              </a:path>
              <a:path w="4724400" h="92265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724400" h="922655">
                <a:moveTo>
                  <a:pt x="533400" y="916266"/>
                </a:moveTo>
                <a:lnTo>
                  <a:pt x="532942" y="915149"/>
                </a:lnTo>
                <a:lnTo>
                  <a:pt x="531075" y="913282"/>
                </a:lnTo>
                <a:lnTo>
                  <a:pt x="529958" y="912812"/>
                </a:lnTo>
                <a:lnTo>
                  <a:pt x="527329" y="912812"/>
                </a:lnTo>
                <a:lnTo>
                  <a:pt x="526211" y="913282"/>
                </a:lnTo>
                <a:lnTo>
                  <a:pt x="524344" y="915149"/>
                </a:lnTo>
                <a:lnTo>
                  <a:pt x="523875" y="916266"/>
                </a:lnTo>
                <a:lnTo>
                  <a:pt x="523875" y="918895"/>
                </a:lnTo>
                <a:lnTo>
                  <a:pt x="524344" y="920013"/>
                </a:lnTo>
                <a:lnTo>
                  <a:pt x="526211" y="921880"/>
                </a:lnTo>
                <a:lnTo>
                  <a:pt x="527329" y="922337"/>
                </a:lnTo>
                <a:lnTo>
                  <a:pt x="529958" y="922337"/>
                </a:lnTo>
                <a:lnTo>
                  <a:pt x="531075" y="921880"/>
                </a:lnTo>
                <a:lnTo>
                  <a:pt x="532942" y="920013"/>
                </a:lnTo>
                <a:lnTo>
                  <a:pt x="533400" y="918895"/>
                </a:lnTo>
                <a:lnTo>
                  <a:pt x="533400" y="916266"/>
                </a:lnTo>
                <a:close/>
              </a:path>
              <a:path w="4724400" h="92265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724400" h="922655">
                <a:moveTo>
                  <a:pt x="581025" y="916266"/>
                </a:moveTo>
                <a:lnTo>
                  <a:pt x="580567" y="915149"/>
                </a:lnTo>
                <a:lnTo>
                  <a:pt x="578700" y="913282"/>
                </a:lnTo>
                <a:lnTo>
                  <a:pt x="577583" y="912812"/>
                </a:lnTo>
                <a:lnTo>
                  <a:pt x="574954" y="912812"/>
                </a:lnTo>
                <a:lnTo>
                  <a:pt x="573836" y="913282"/>
                </a:lnTo>
                <a:lnTo>
                  <a:pt x="571969" y="915149"/>
                </a:lnTo>
                <a:lnTo>
                  <a:pt x="571500" y="916266"/>
                </a:lnTo>
                <a:lnTo>
                  <a:pt x="571500" y="918895"/>
                </a:lnTo>
                <a:lnTo>
                  <a:pt x="571969" y="920013"/>
                </a:lnTo>
                <a:lnTo>
                  <a:pt x="573836" y="921880"/>
                </a:lnTo>
                <a:lnTo>
                  <a:pt x="574954" y="922337"/>
                </a:lnTo>
                <a:lnTo>
                  <a:pt x="577583" y="922337"/>
                </a:lnTo>
                <a:lnTo>
                  <a:pt x="578700" y="921880"/>
                </a:lnTo>
                <a:lnTo>
                  <a:pt x="580567" y="920013"/>
                </a:lnTo>
                <a:lnTo>
                  <a:pt x="581025" y="918895"/>
                </a:lnTo>
                <a:lnTo>
                  <a:pt x="581025" y="916266"/>
                </a:lnTo>
                <a:close/>
              </a:path>
              <a:path w="4724400" h="92265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724400" h="922655">
                <a:moveTo>
                  <a:pt x="628650" y="916266"/>
                </a:moveTo>
                <a:lnTo>
                  <a:pt x="628192" y="915149"/>
                </a:lnTo>
                <a:lnTo>
                  <a:pt x="626325" y="913282"/>
                </a:lnTo>
                <a:lnTo>
                  <a:pt x="625208" y="912812"/>
                </a:lnTo>
                <a:lnTo>
                  <a:pt x="622579" y="912812"/>
                </a:lnTo>
                <a:lnTo>
                  <a:pt x="621461" y="913282"/>
                </a:lnTo>
                <a:lnTo>
                  <a:pt x="619594" y="915149"/>
                </a:lnTo>
                <a:lnTo>
                  <a:pt x="619125" y="916266"/>
                </a:lnTo>
                <a:lnTo>
                  <a:pt x="619125" y="918895"/>
                </a:lnTo>
                <a:lnTo>
                  <a:pt x="619594" y="920013"/>
                </a:lnTo>
                <a:lnTo>
                  <a:pt x="621461" y="921880"/>
                </a:lnTo>
                <a:lnTo>
                  <a:pt x="622579" y="922337"/>
                </a:lnTo>
                <a:lnTo>
                  <a:pt x="625208" y="922337"/>
                </a:lnTo>
                <a:lnTo>
                  <a:pt x="626325" y="921880"/>
                </a:lnTo>
                <a:lnTo>
                  <a:pt x="628192" y="920013"/>
                </a:lnTo>
                <a:lnTo>
                  <a:pt x="628650" y="918895"/>
                </a:lnTo>
                <a:lnTo>
                  <a:pt x="628650" y="916266"/>
                </a:lnTo>
                <a:close/>
              </a:path>
              <a:path w="4724400" h="92265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724400" h="922655">
                <a:moveTo>
                  <a:pt x="676275" y="916266"/>
                </a:moveTo>
                <a:lnTo>
                  <a:pt x="675817" y="915149"/>
                </a:lnTo>
                <a:lnTo>
                  <a:pt x="673950" y="913282"/>
                </a:lnTo>
                <a:lnTo>
                  <a:pt x="672833" y="912812"/>
                </a:lnTo>
                <a:lnTo>
                  <a:pt x="670204" y="912812"/>
                </a:lnTo>
                <a:lnTo>
                  <a:pt x="669086" y="913282"/>
                </a:lnTo>
                <a:lnTo>
                  <a:pt x="667219" y="915149"/>
                </a:lnTo>
                <a:lnTo>
                  <a:pt x="666750" y="916266"/>
                </a:lnTo>
                <a:lnTo>
                  <a:pt x="666750" y="918895"/>
                </a:lnTo>
                <a:lnTo>
                  <a:pt x="667219" y="920013"/>
                </a:lnTo>
                <a:lnTo>
                  <a:pt x="669086" y="921880"/>
                </a:lnTo>
                <a:lnTo>
                  <a:pt x="670204" y="922337"/>
                </a:lnTo>
                <a:lnTo>
                  <a:pt x="672833" y="922337"/>
                </a:lnTo>
                <a:lnTo>
                  <a:pt x="673950" y="921880"/>
                </a:lnTo>
                <a:lnTo>
                  <a:pt x="675817" y="920013"/>
                </a:lnTo>
                <a:lnTo>
                  <a:pt x="676275" y="918895"/>
                </a:lnTo>
                <a:lnTo>
                  <a:pt x="676275" y="916266"/>
                </a:lnTo>
                <a:close/>
              </a:path>
              <a:path w="4724400" h="92265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724400" h="922655">
                <a:moveTo>
                  <a:pt x="723900" y="916266"/>
                </a:moveTo>
                <a:lnTo>
                  <a:pt x="723442" y="915149"/>
                </a:lnTo>
                <a:lnTo>
                  <a:pt x="721575" y="913282"/>
                </a:lnTo>
                <a:lnTo>
                  <a:pt x="720458" y="912812"/>
                </a:lnTo>
                <a:lnTo>
                  <a:pt x="717829" y="912812"/>
                </a:lnTo>
                <a:lnTo>
                  <a:pt x="716711" y="913282"/>
                </a:lnTo>
                <a:lnTo>
                  <a:pt x="714844" y="915149"/>
                </a:lnTo>
                <a:lnTo>
                  <a:pt x="714375" y="916266"/>
                </a:lnTo>
                <a:lnTo>
                  <a:pt x="714375" y="918895"/>
                </a:lnTo>
                <a:lnTo>
                  <a:pt x="714844" y="920013"/>
                </a:lnTo>
                <a:lnTo>
                  <a:pt x="716711" y="921880"/>
                </a:lnTo>
                <a:lnTo>
                  <a:pt x="717829" y="922337"/>
                </a:lnTo>
                <a:lnTo>
                  <a:pt x="720458" y="922337"/>
                </a:lnTo>
                <a:lnTo>
                  <a:pt x="721575" y="921880"/>
                </a:lnTo>
                <a:lnTo>
                  <a:pt x="723442" y="920013"/>
                </a:lnTo>
                <a:lnTo>
                  <a:pt x="723900" y="918895"/>
                </a:lnTo>
                <a:lnTo>
                  <a:pt x="723900" y="916266"/>
                </a:lnTo>
                <a:close/>
              </a:path>
              <a:path w="4724400" h="92265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724400" h="922655">
                <a:moveTo>
                  <a:pt x="771525" y="916266"/>
                </a:moveTo>
                <a:lnTo>
                  <a:pt x="771067" y="915149"/>
                </a:lnTo>
                <a:lnTo>
                  <a:pt x="769200" y="913282"/>
                </a:lnTo>
                <a:lnTo>
                  <a:pt x="768083" y="912812"/>
                </a:lnTo>
                <a:lnTo>
                  <a:pt x="765454" y="912812"/>
                </a:lnTo>
                <a:lnTo>
                  <a:pt x="764336" y="913282"/>
                </a:lnTo>
                <a:lnTo>
                  <a:pt x="762469" y="915149"/>
                </a:lnTo>
                <a:lnTo>
                  <a:pt x="762000" y="916266"/>
                </a:lnTo>
                <a:lnTo>
                  <a:pt x="762000" y="918895"/>
                </a:lnTo>
                <a:lnTo>
                  <a:pt x="762469" y="920013"/>
                </a:lnTo>
                <a:lnTo>
                  <a:pt x="764336" y="921880"/>
                </a:lnTo>
                <a:lnTo>
                  <a:pt x="765454" y="922337"/>
                </a:lnTo>
                <a:lnTo>
                  <a:pt x="768083" y="922337"/>
                </a:lnTo>
                <a:lnTo>
                  <a:pt x="769200" y="921880"/>
                </a:lnTo>
                <a:lnTo>
                  <a:pt x="771067" y="920013"/>
                </a:lnTo>
                <a:lnTo>
                  <a:pt x="771525" y="918895"/>
                </a:lnTo>
                <a:lnTo>
                  <a:pt x="771525" y="916266"/>
                </a:lnTo>
                <a:close/>
              </a:path>
              <a:path w="4724400" h="92265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724400" h="922655">
                <a:moveTo>
                  <a:pt x="819150" y="916266"/>
                </a:moveTo>
                <a:lnTo>
                  <a:pt x="818692" y="915149"/>
                </a:lnTo>
                <a:lnTo>
                  <a:pt x="816825" y="913282"/>
                </a:lnTo>
                <a:lnTo>
                  <a:pt x="815708" y="912812"/>
                </a:lnTo>
                <a:lnTo>
                  <a:pt x="813079" y="912812"/>
                </a:lnTo>
                <a:lnTo>
                  <a:pt x="811961" y="913282"/>
                </a:lnTo>
                <a:lnTo>
                  <a:pt x="810094" y="915149"/>
                </a:lnTo>
                <a:lnTo>
                  <a:pt x="809625" y="916266"/>
                </a:lnTo>
                <a:lnTo>
                  <a:pt x="809625" y="918895"/>
                </a:lnTo>
                <a:lnTo>
                  <a:pt x="810094" y="920013"/>
                </a:lnTo>
                <a:lnTo>
                  <a:pt x="811961" y="921880"/>
                </a:lnTo>
                <a:lnTo>
                  <a:pt x="813079" y="922337"/>
                </a:lnTo>
                <a:lnTo>
                  <a:pt x="815708" y="922337"/>
                </a:lnTo>
                <a:lnTo>
                  <a:pt x="816825" y="921880"/>
                </a:lnTo>
                <a:lnTo>
                  <a:pt x="818692" y="920013"/>
                </a:lnTo>
                <a:lnTo>
                  <a:pt x="819150" y="918895"/>
                </a:lnTo>
                <a:lnTo>
                  <a:pt x="819150" y="916266"/>
                </a:lnTo>
                <a:close/>
              </a:path>
              <a:path w="4724400" h="92265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724400" h="922655">
                <a:moveTo>
                  <a:pt x="866775" y="916266"/>
                </a:moveTo>
                <a:lnTo>
                  <a:pt x="866317" y="915149"/>
                </a:lnTo>
                <a:lnTo>
                  <a:pt x="864450" y="913282"/>
                </a:lnTo>
                <a:lnTo>
                  <a:pt x="863333" y="912812"/>
                </a:lnTo>
                <a:lnTo>
                  <a:pt x="860704" y="912812"/>
                </a:lnTo>
                <a:lnTo>
                  <a:pt x="859586" y="913282"/>
                </a:lnTo>
                <a:lnTo>
                  <a:pt x="857719" y="915149"/>
                </a:lnTo>
                <a:lnTo>
                  <a:pt x="857250" y="916266"/>
                </a:lnTo>
                <a:lnTo>
                  <a:pt x="857250" y="918895"/>
                </a:lnTo>
                <a:lnTo>
                  <a:pt x="857719" y="920013"/>
                </a:lnTo>
                <a:lnTo>
                  <a:pt x="859586" y="921880"/>
                </a:lnTo>
                <a:lnTo>
                  <a:pt x="860704" y="922337"/>
                </a:lnTo>
                <a:lnTo>
                  <a:pt x="863333" y="922337"/>
                </a:lnTo>
                <a:lnTo>
                  <a:pt x="864450" y="921880"/>
                </a:lnTo>
                <a:lnTo>
                  <a:pt x="866317" y="920013"/>
                </a:lnTo>
                <a:lnTo>
                  <a:pt x="866775" y="918895"/>
                </a:lnTo>
                <a:lnTo>
                  <a:pt x="866775" y="916266"/>
                </a:lnTo>
                <a:close/>
              </a:path>
              <a:path w="4724400" h="92265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724400" h="922655">
                <a:moveTo>
                  <a:pt x="914400" y="916266"/>
                </a:moveTo>
                <a:lnTo>
                  <a:pt x="913942" y="915149"/>
                </a:lnTo>
                <a:lnTo>
                  <a:pt x="912075" y="913282"/>
                </a:lnTo>
                <a:lnTo>
                  <a:pt x="910958" y="912812"/>
                </a:lnTo>
                <a:lnTo>
                  <a:pt x="908329" y="912812"/>
                </a:lnTo>
                <a:lnTo>
                  <a:pt x="907211" y="913282"/>
                </a:lnTo>
                <a:lnTo>
                  <a:pt x="905344" y="915149"/>
                </a:lnTo>
                <a:lnTo>
                  <a:pt x="904875" y="916266"/>
                </a:lnTo>
                <a:lnTo>
                  <a:pt x="904875" y="918895"/>
                </a:lnTo>
                <a:lnTo>
                  <a:pt x="905344" y="920013"/>
                </a:lnTo>
                <a:lnTo>
                  <a:pt x="907211" y="921880"/>
                </a:lnTo>
                <a:lnTo>
                  <a:pt x="908329" y="922337"/>
                </a:lnTo>
                <a:lnTo>
                  <a:pt x="910958" y="922337"/>
                </a:lnTo>
                <a:lnTo>
                  <a:pt x="912075" y="921880"/>
                </a:lnTo>
                <a:lnTo>
                  <a:pt x="913942" y="920013"/>
                </a:lnTo>
                <a:lnTo>
                  <a:pt x="914400" y="918895"/>
                </a:lnTo>
                <a:lnTo>
                  <a:pt x="914400" y="916266"/>
                </a:lnTo>
                <a:close/>
              </a:path>
              <a:path w="4724400" h="92265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724400" h="922655">
                <a:moveTo>
                  <a:pt x="962025" y="916266"/>
                </a:moveTo>
                <a:lnTo>
                  <a:pt x="961567" y="915149"/>
                </a:lnTo>
                <a:lnTo>
                  <a:pt x="959700" y="913282"/>
                </a:lnTo>
                <a:lnTo>
                  <a:pt x="958583" y="912812"/>
                </a:lnTo>
                <a:lnTo>
                  <a:pt x="955954" y="912812"/>
                </a:lnTo>
                <a:lnTo>
                  <a:pt x="954836" y="913282"/>
                </a:lnTo>
                <a:lnTo>
                  <a:pt x="952969" y="915149"/>
                </a:lnTo>
                <a:lnTo>
                  <a:pt x="952500" y="916266"/>
                </a:lnTo>
                <a:lnTo>
                  <a:pt x="952500" y="918895"/>
                </a:lnTo>
                <a:lnTo>
                  <a:pt x="952969" y="920013"/>
                </a:lnTo>
                <a:lnTo>
                  <a:pt x="954836" y="921880"/>
                </a:lnTo>
                <a:lnTo>
                  <a:pt x="955954" y="922337"/>
                </a:lnTo>
                <a:lnTo>
                  <a:pt x="958583" y="922337"/>
                </a:lnTo>
                <a:lnTo>
                  <a:pt x="959700" y="921880"/>
                </a:lnTo>
                <a:lnTo>
                  <a:pt x="961567" y="920013"/>
                </a:lnTo>
                <a:lnTo>
                  <a:pt x="962025" y="918895"/>
                </a:lnTo>
                <a:lnTo>
                  <a:pt x="962025" y="916266"/>
                </a:lnTo>
                <a:close/>
              </a:path>
              <a:path w="4724400" h="92265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724400" h="922655">
                <a:moveTo>
                  <a:pt x="1009650" y="916266"/>
                </a:moveTo>
                <a:lnTo>
                  <a:pt x="1009192" y="915149"/>
                </a:lnTo>
                <a:lnTo>
                  <a:pt x="1007325" y="913282"/>
                </a:lnTo>
                <a:lnTo>
                  <a:pt x="1006208" y="912812"/>
                </a:lnTo>
                <a:lnTo>
                  <a:pt x="1003579" y="912812"/>
                </a:lnTo>
                <a:lnTo>
                  <a:pt x="1002461" y="913282"/>
                </a:lnTo>
                <a:lnTo>
                  <a:pt x="1000594" y="915149"/>
                </a:lnTo>
                <a:lnTo>
                  <a:pt x="1000125" y="916266"/>
                </a:lnTo>
                <a:lnTo>
                  <a:pt x="1000125" y="918895"/>
                </a:lnTo>
                <a:lnTo>
                  <a:pt x="1000594" y="920013"/>
                </a:lnTo>
                <a:lnTo>
                  <a:pt x="1002461" y="921880"/>
                </a:lnTo>
                <a:lnTo>
                  <a:pt x="1003579" y="922337"/>
                </a:lnTo>
                <a:lnTo>
                  <a:pt x="1006208" y="922337"/>
                </a:lnTo>
                <a:lnTo>
                  <a:pt x="1007325" y="921880"/>
                </a:lnTo>
                <a:lnTo>
                  <a:pt x="1009192" y="920013"/>
                </a:lnTo>
                <a:lnTo>
                  <a:pt x="1009650" y="918895"/>
                </a:lnTo>
                <a:lnTo>
                  <a:pt x="1009650" y="916266"/>
                </a:lnTo>
                <a:close/>
              </a:path>
              <a:path w="4724400" h="92265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724400" h="922655">
                <a:moveTo>
                  <a:pt x="1057275" y="916266"/>
                </a:moveTo>
                <a:lnTo>
                  <a:pt x="1056817" y="915149"/>
                </a:lnTo>
                <a:lnTo>
                  <a:pt x="1054950" y="913282"/>
                </a:lnTo>
                <a:lnTo>
                  <a:pt x="1053833" y="912812"/>
                </a:lnTo>
                <a:lnTo>
                  <a:pt x="1051204" y="912812"/>
                </a:lnTo>
                <a:lnTo>
                  <a:pt x="1050086" y="913282"/>
                </a:lnTo>
                <a:lnTo>
                  <a:pt x="1048219" y="915149"/>
                </a:lnTo>
                <a:lnTo>
                  <a:pt x="1047750" y="916266"/>
                </a:lnTo>
                <a:lnTo>
                  <a:pt x="1047750" y="918895"/>
                </a:lnTo>
                <a:lnTo>
                  <a:pt x="1048219" y="920013"/>
                </a:lnTo>
                <a:lnTo>
                  <a:pt x="1050086" y="921880"/>
                </a:lnTo>
                <a:lnTo>
                  <a:pt x="1051204" y="922337"/>
                </a:lnTo>
                <a:lnTo>
                  <a:pt x="1053833" y="922337"/>
                </a:lnTo>
                <a:lnTo>
                  <a:pt x="1054950" y="921880"/>
                </a:lnTo>
                <a:lnTo>
                  <a:pt x="1056817" y="920013"/>
                </a:lnTo>
                <a:lnTo>
                  <a:pt x="1057275" y="918895"/>
                </a:lnTo>
                <a:lnTo>
                  <a:pt x="1057275" y="916266"/>
                </a:lnTo>
                <a:close/>
              </a:path>
              <a:path w="4724400" h="92265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724400" h="922655">
                <a:moveTo>
                  <a:pt x="1104900" y="916266"/>
                </a:moveTo>
                <a:lnTo>
                  <a:pt x="1104442" y="915149"/>
                </a:lnTo>
                <a:lnTo>
                  <a:pt x="1102575" y="913282"/>
                </a:lnTo>
                <a:lnTo>
                  <a:pt x="1101458" y="912812"/>
                </a:lnTo>
                <a:lnTo>
                  <a:pt x="1098829" y="912812"/>
                </a:lnTo>
                <a:lnTo>
                  <a:pt x="1097711" y="913282"/>
                </a:lnTo>
                <a:lnTo>
                  <a:pt x="1095844" y="915149"/>
                </a:lnTo>
                <a:lnTo>
                  <a:pt x="1095375" y="916266"/>
                </a:lnTo>
                <a:lnTo>
                  <a:pt x="1095375" y="918895"/>
                </a:lnTo>
                <a:lnTo>
                  <a:pt x="1095844" y="920013"/>
                </a:lnTo>
                <a:lnTo>
                  <a:pt x="1097711" y="921880"/>
                </a:lnTo>
                <a:lnTo>
                  <a:pt x="1098829" y="922337"/>
                </a:lnTo>
                <a:lnTo>
                  <a:pt x="1101458" y="922337"/>
                </a:lnTo>
                <a:lnTo>
                  <a:pt x="1102575" y="921880"/>
                </a:lnTo>
                <a:lnTo>
                  <a:pt x="1104442" y="920013"/>
                </a:lnTo>
                <a:lnTo>
                  <a:pt x="1104900" y="918895"/>
                </a:lnTo>
                <a:lnTo>
                  <a:pt x="1104900" y="916266"/>
                </a:lnTo>
                <a:close/>
              </a:path>
              <a:path w="4724400" h="92265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724400" h="922655">
                <a:moveTo>
                  <a:pt x="1152525" y="916266"/>
                </a:moveTo>
                <a:lnTo>
                  <a:pt x="1152067" y="915149"/>
                </a:lnTo>
                <a:lnTo>
                  <a:pt x="1150200" y="913282"/>
                </a:lnTo>
                <a:lnTo>
                  <a:pt x="1149083" y="912812"/>
                </a:lnTo>
                <a:lnTo>
                  <a:pt x="1146454" y="912812"/>
                </a:lnTo>
                <a:lnTo>
                  <a:pt x="1145336" y="913282"/>
                </a:lnTo>
                <a:lnTo>
                  <a:pt x="1143469" y="915149"/>
                </a:lnTo>
                <a:lnTo>
                  <a:pt x="1143000" y="916266"/>
                </a:lnTo>
                <a:lnTo>
                  <a:pt x="1143000" y="918895"/>
                </a:lnTo>
                <a:lnTo>
                  <a:pt x="1143469" y="920013"/>
                </a:lnTo>
                <a:lnTo>
                  <a:pt x="1145336" y="921880"/>
                </a:lnTo>
                <a:lnTo>
                  <a:pt x="1146454" y="922337"/>
                </a:lnTo>
                <a:lnTo>
                  <a:pt x="1149083" y="922337"/>
                </a:lnTo>
                <a:lnTo>
                  <a:pt x="1150200" y="921880"/>
                </a:lnTo>
                <a:lnTo>
                  <a:pt x="1152067" y="920013"/>
                </a:lnTo>
                <a:lnTo>
                  <a:pt x="1152525" y="918895"/>
                </a:lnTo>
                <a:lnTo>
                  <a:pt x="1152525" y="916266"/>
                </a:lnTo>
                <a:close/>
              </a:path>
              <a:path w="4724400" h="92265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724400" h="922655">
                <a:moveTo>
                  <a:pt x="1200150" y="916266"/>
                </a:moveTo>
                <a:lnTo>
                  <a:pt x="1199692" y="915149"/>
                </a:lnTo>
                <a:lnTo>
                  <a:pt x="1197825" y="913282"/>
                </a:lnTo>
                <a:lnTo>
                  <a:pt x="1196708" y="912812"/>
                </a:lnTo>
                <a:lnTo>
                  <a:pt x="1194079" y="912812"/>
                </a:lnTo>
                <a:lnTo>
                  <a:pt x="1192961" y="913282"/>
                </a:lnTo>
                <a:lnTo>
                  <a:pt x="1191094" y="915149"/>
                </a:lnTo>
                <a:lnTo>
                  <a:pt x="1190625" y="916266"/>
                </a:lnTo>
                <a:lnTo>
                  <a:pt x="1190625" y="918895"/>
                </a:lnTo>
                <a:lnTo>
                  <a:pt x="1191094" y="920013"/>
                </a:lnTo>
                <a:lnTo>
                  <a:pt x="1192961" y="921880"/>
                </a:lnTo>
                <a:lnTo>
                  <a:pt x="1194079" y="922337"/>
                </a:lnTo>
                <a:lnTo>
                  <a:pt x="1196708" y="922337"/>
                </a:lnTo>
                <a:lnTo>
                  <a:pt x="1197825" y="921880"/>
                </a:lnTo>
                <a:lnTo>
                  <a:pt x="1199692" y="920013"/>
                </a:lnTo>
                <a:lnTo>
                  <a:pt x="1200150" y="918895"/>
                </a:lnTo>
                <a:lnTo>
                  <a:pt x="1200150" y="916266"/>
                </a:lnTo>
                <a:close/>
              </a:path>
              <a:path w="4724400" h="92265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724400" h="922655">
                <a:moveTo>
                  <a:pt x="1247775" y="916266"/>
                </a:moveTo>
                <a:lnTo>
                  <a:pt x="1247317" y="915149"/>
                </a:lnTo>
                <a:lnTo>
                  <a:pt x="1245450" y="913282"/>
                </a:lnTo>
                <a:lnTo>
                  <a:pt x="1244333" y="912812"/>
                </a:lnTo>
                <a:lnTo>
                  <a:pt x="1241704" y="912812"/>
                </a:lnTo>
                <a:lnTo>
                  <a:pt x="1240586" y="913282"/>
                </a:lnTo>
                <a:lnTo>
                  <a:pt x="1238719" y="915149"/>
                </a:lnTo>
                <a:lnTo>
                  <a:pt x="1238250" y="916266"/>
                </a:lnTo>
                <a:lnTo>
                  <a:pt x="1238250" y="918895"/>
                </a:lnTo>
                <a:lnTo>
                  <a:pt x="1238719" y="920013"/>
                </a:lnTo>
                <a:lnTo>
                  <a:pt x="1240586" y="921880"/>
                </a:lnTo>
                <a:lnTo>
                  <a:pt x="1241704" y="922337"/>
                </a:lnTo>
                <a:lnTo>
                  <a:pt x="1244333" y="922337"/>
                </a:lnTo>
                <a:lnTo>
                  <a:pt x="1245450" y="921880"/>
                </a:lnTo>
                <a:lnTo>
                  <a:pt x="1247317" y="920013"/>
                </a:lnTo>
                <a:lnTo>
                  <a:pt x="1247775" y="918895"/>
                </a:lnTo>
                <a:lnTo>
                  <a:pt x="1247775" y="916266"/>
                </a:lnTo>
                <a:close/>
              </a:path>
              <a:path w="4724400" h="92265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724400" h="922655">
                <a:moveTo>
                  <a:pt x="1295400" y="916266"/>
                </a:moveTo>
                <a:lnTo>
                  <a:pt x="1294942" y="915149"/>
                </a:lnTo>
                <a:lnTo>
                  <a:pt x="1293075" y="913282"/>
                </a:lnTo>
                <a:lnTo>
                  <a:pt x="1291958" y="912812"/>
                </a:lnTo>
                <a:lnTo>
                  <a:pt x="1289329" y="912812"/>
                </a:lnTo>
                <a:lnTo>
                  <a:pt x="1288211" y="913282"/>
                </a:lnTo>
                <a:lnTo>
                  <a:pt x="1286344" y="915149"/>
                </a:lnTo>
                <a:lnTo>
                  <a:pt x="1285875" y="916266"/>
                </a:lnTo>
                <a:lnTo>
                  <a:pt x="1285875" y="918895"/>
                </a:lnTo>
                <a:lnTo>
                  <a:pt x="1286344" y="920013"/>
                </a:lnTo>
                <a:lnTo>
                  <a:pt x="1288211" y="921880"/>
                </a:lnTo>
                <a:lnTo>
                  <a:pt x="1289329" y="922337"/>
                </a:lnTo>
                <a:lnTo>
                  <a:pt x="1291958" y="922337"/>
                </a:lnTo>
                <a:lnTo>
                  <a:pt x="1293075" y="921880"/>
                </a:lnTo>
                <a:lnTo>
                  <a:pt x="1294942" y="920013"/>
                </a:lnTo>
                <a:lnTo>
                  <a:pt x="1295400" y="918895"/>
                </a:lnTo>
                <a:lnTo>
                  <a:pt x="1295400" y="916266"/>
                </a:lnTo>
                <a:close/>
              </a:path>
              <a:path w="4724400" h="92265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724400" h="922655">
                <a:moveTo>
                  <a:pt x="1343025" y="916266"/>
                </a:moveTo>
                <a:lnTo>
                  <a:pt x="1342567" y="915149"/>
                </a:lnTo>
                <a:lnTo>
                  <a:pt x="1340700" y="913282"/>
                </a:lnTo>
                <a:lnTo>
                  <a:pt x="1339583" y="912812"/>
                </a:lnTo>
                <a:lnTo>
                  <a:pt x="1336954" y="912812"/>
                </a:lnTo>
                <a:lnTo>
                  <a:pt x="1335836" y="913282"/>
                </a:lnTo>
                <a:lnTo>
                  <a:pt x="1333969" y="915149"/>
                </a:lnTo>
                <a:lnTo>
                  <a:pt x="1333500" y="916266"/>
                </a:lnTo>
                <a:lnTo>
                  <a:pt x="1333500" y="918895"/>
                </a:lnTo>
                <a:lnTo>
                  <a:pt x="1333969" y="920013"/>
                </a:lnTo>
                <a:lnTo>
                  <a:pt x="1335836" y="921880"/>
                </a:lnTo>
                <a:lnTo>
                  <a:pt x="1336954" y="922337"/>
                </a:lnTo>
                <a:lnTo>
                  <a:pt x="1339583" y="922337"/>
                </a:lnTo>
                <a:lnTo>
                  <a:pt x="1340700" y="921880"/>
                </a:lnTo>
                <a:lnTo>
                  <a:pt x="1342567" y="920013"/>
                </a:lnTo>
                <a:lnTo>
                  <a:pt x="1343025" y="918895"/>
                </a:lnTo>
                <a:lnTo>
                  <a:pt x="1343025" y="916266"/>
                </a:lnTo>
                <a:close/>
              </a:path>
              <a:path w="4724400" h="92265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724400" h="922655">
                <a:moveTo>
                  <a:pt x="1390650" y="916266"/>
                </a:moveTo>
                <a:lnTo>
                  <a:pt x="1390192" y="915149"/>
                </a:lnTo>
                <a:lnTo>
                  <a:pt x="1388325" y="913282"/>
                </a:lnTo>
                <a:lnTo>
                  <a:pt x="1387208" y="912812"/>
                </a:lnTo>
                <a:lnTo>
                  <a:pt x="1384579" y="912812"/>
                </a:lnTo>
                <a:lnTo>
                  <a:pt x="1383461" y="913282"/>
                </a:lnTo>
                <a:lnTo>
                  <a:pt x="1381594" y="915149"/>
                </a:lnTo>
                <a:lnTo>
                  <a:pt x="1381125" y="916266"/>
                </a:lnTo>
                <a:lnTo>
                  <a:pt x="1381125" y="918895"/>
                </a:lnTo>
                <a:lnTo>
                  <a:pt x="1381594" y="920013"/>
                </a:lnTo>
                <a:lnTo>
                  <a:pt x="1383461" y="921880"/>
                </a:lnTo>
                <a:lnTo>
                  <a:pt x="1384579" y="922337"/>
                </a:lnTo>
                <a:lnTo>
                  <a:pt x="1387208" y="922337"/>
                </a:lnTo>
                <a:lnTo>
                  <a:pt x="1388325" y="921880"/>
                </a:lnTo>
                <a:lnTo>
                  <a:pt x="1390192" y="920013"/>
                </a:lnTo>
                <a:lnTo>
                  <a:pt x="1390650" y="918895"/>
                </a:lnTo>
                <a:lnTo>
                  <a:pt x="1390650" y="916266"/>
                </a:lnTo>
                <a:close/>
              </a:path>
              <a:path w="4724400" h="92265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724400" h="922655">
                <a:moveTo>
                  <a:pt x="1438275" y="916266"/>
                </a:moveTo>
                <a:lnTo>
                  <a:pt x="1437817" y="915149"/>
                </a:lnTo>
                <a:lnTo>
                  <a:pt x="1435950" y="913282"/>
                </a:lnTo>
                <a:lnTo>
                  <a:pt x="1434833" y="912812"/>
                </a:lnTo>
                <a:lnTo>
                  <a:pt x="1432204" y="912812"/>
                </a:lnTo>
                <a:lnTo>
                  <a:pt x="1431086" y="913282"/>
                </a:lnTo>
                <a:lnTo>
                  <a:pt x="1429219" y="915149"/>
                </a:lnTo>
                <a:lnTo>
                  <a:pt x="1428750" y="916266"/>
                </a:lnTo>
                <a:lnTo>
                  <a:pt x="1428750" y="918895"/>
                </a:lnTo>
                <a:lnTo>
                  <a:pt x="1429219" y="920013"/>
                </a:lnTo>
                <a:lnTo>
                  <a:pt x="1431086" y="921880"/>
                </a:lnTo>
                <a:lnTo>
                  <a:pt x="1432204" y="922337"/>
                </a:lnTo>
                <a:lnTo>
                  <a:pt x="1434833" y="922337"/>
                </a:lnTo>
                <a:lnTo>
                  <a:pt x="1435950" y="921880"/>
                </a:lnTo>
                <a:lnTo>
                  <a:pt x="1437817" y="920013"/>
                </a:lnTo>
                <a:lnTo>
                  <a:pt x="1438275" y="918895"/>
                </a:lnTo>
                <a:lnTo>
                  <a:pt x="1438275" y="916266"/>
                </a:lnTo>
                <a:close/>
              </a:path>
              <a:path w="4724400" h="92265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724400" h="922655">
                <a:moveTo>
                  <a:pt x="1485900" y="916266"/>
                </a:moveTo>
                <a:lnTo>
                  <a:pt x="1485442" y="915149"/>
                </a:lnTo>
                <a:lnTo>
                  <a:pt x="1483575" y="913282"/>
                </a:lnTo>
                <a:lnTo>
                  <a:pt x="1482458" y="912812"/>
                </a:lnTo>
                <a:lnTo>
                  <a:pt x="1479829" y="912812"/>
                </a:lnTo>
                <a:lnTo>
                  <a:pt x="1478711" y="913282"/>
                </a:lnTo>
                <a:lnTo>
                  <a:pt x="1476844" y="915149"/>
                </a:lnTo>
                <a:lnTo>
                  <a:pt x="1476375" y="916266"/>
                </a:lnTo>
                <a:lnTo>
                  <a:pt x="1476375" y="918895"/>
                </a:lnTo>
                <a:lnTo>
                  <a:pt x="1476844" y="920013"/>
                </a:lnTo>
                <a:lnTo>
                  <a:pt x="1478711" y="921880"/>
                </a:lnTo>
                <a:lnTo>
                  <a:pt x="1479829" y="922337"/>
                </a:lnTo>
                <a:lnTo>
                  <a:pt x="1482458" y="922337"/>
                </a:lnTo>
                <a:lnTo>
                  <a:pt x="1483575" y="921880"/>
                </a:lnTo>
                <a:lnTo>
                  <a:pt x="1485442" y="920013"/>
                </a:lnTo>
                <a:lnTo>
                  <a:pt x="1485900" y="918895"/>
                </a:lnTo>
                <a:lnTo>
                  <a:pt x="1485900" y="916266"/>
                </a:lnTo>
                <a:close/>
              </a:path>
              <a:path w="4724400" h="92265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724400" h="922655">
                <a:moveTo>
                  <a:pt x="1533525" y="916266"/>
                </a:moveTo>
                <a:lnTo>
                  <a:pt x="1533067" y="915149"/>
                </a:lnTo>
                <a:lnTo>
                  <a:pt x="1531200" y="913282"/>
                </a:lnTo>
                <a:lnTo>
                  <a:pt x="1530083" y="912812"/>
                </a:lnTo>
                <a:lnTo>
                  <a:pt x="1527454" y="912812"/>
                </a:lnTo>
                <a:lnTo>
                  <a:pt x="1526336" y="913282"/>
                </a:lnTo>
                <a:lnTo>
                  <a:pt x="1524469" y="915149"/>
                </a:lnTo>
                <a:lnTo>
                  <a:pt x="1524000" y="916266"/>
                </a:lnTo>
                <a:lnTo>
                  <a:pt x="1524000" y="918895"/>
                </a:lnTo>
                <a:lnTo>
                  <a:pt x="1524469" y="920013"/>
                </a:lnTo>
                <a:lnTo>
                  <a:pt x="1526336" y="921880"/>
                </a:lnTo>
                <a:lnTo>
                  <a:pt x="1527454" y="922337"/>
                </a:lnTo>
                <a:lnTo>
                  <a:pt x="1530083" y="922337"/>
                </a:lnTo>
                <a:lnTo>
                  <a:pt x="1531200" y="921880"/>
                </a:lnTo>
                <a:lnTo>
                  <a:pt x="1533067" y="920013"/>
                </a:lnTo>
                <a:lnTo>
                  <a:pt x="1533525" y="918895"/>
                </a:lnTo>
                <a:lnTo>
                  <a:pt x="1533525" y="916266"/>
                </a:lnTo>
                <a:close/>
              </a:path>
              <a:path w="4724400" h="92265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724400" h="922655">
                <a:moveTo>
                  <a:pt x="1581150" y="916266"/>
                </a:moveTo>
                <a:lnTo>
                  <a:pt x="1580692" y="915149"/>
                </a:lnTo>
                <a:lnTo>
                  <a:pt x="1578825" y="913282"/>
                </a:lnTo>
                <a:lnTo>
                  <a:pt x="1577708" y="912812"/>
                </a:lnTo>
                <a:lnTo>
                  <a:pt x="1575079" y="912812"/>
                </a:lnTo>
                <a:lnTo>
                  <a:pt x="1573961" y="913282"/>
                </a:lnTo>
                <a:lnTo>
                  <a:pt x="1572094" y="915149"/>
                </a:lnTo>
                <a:lnTo>
                  <a:pt x="1571625" y="916266"/>
                </a:lnTo>
                <a:lnTo>
                  <a:pt x="1571625" y="918895"/>
                </a:lnTo>
                <a:lnTo>
                  <a:pt x="1572094" y="920013"/>
                </a:lnTo>
                <a:lnTo>
                  <a:pt x="1573961" y="921880"/>
                </a:lnTo>
                <a:lnTo>
                  <a:pt x="1575079" y="922337"/>
                </a:lnTo>
                <a:lnTo>
                  <a:pt x="1577708" y="922337"/>
                </a:lnTo>
                <a:lnTo>
                  <a:pt x="1578825" y="921880"/>
                </a:lnTo>
                <a:lnTo>
                  <a:pt x="1580692" y="920013"/>
                </a:lnTo>
                <a:lnTo>
                  <a:pt x="1581150" y="918895"/>
                </a:lnTo>
                <a:lnTo>
                  <a:pt x="1581150" y="916266"/>
                </a:lnTo>
                <a:close/>
              </a:path>
              <a:path w="4724400" h="92265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724400" h="922655">
                <a:moveTo>
                  <a:pt x="1628775" y="916266"/>
                </a:moveTo>
                <a:lnTo>
                  <a:pt x="1628317" y="915149"/>
                </a:lnTo>
                <a:lnTo>
                  <a:pt x="1626450" y="913282"/>
                </a:lnTo>
                <a:lnTo>
                  <a:pt x="1625333" y="912812"/>
                </a:lnTo>
                <a:lnTo>
                  <a:pt x="1622704" y="912812"/>
                </a:lnTo>
                <a:lnTo>
                  <a:pt x="1621586" y="913282"/>
                </a:lnTo>
                <a:lnTo>
                  <a:pt x="1619719" y="915149"/>
                </a:lnTo>
                <a:lnTo>
                  <a:pt x="1619250" y="916266"/>
                </a:lnTo>
                <a:lnTo>
                  <a:pt x="1619250" y="918895"/>
                </a:lnTo>
                <a:lnTo>
                  <a:pt x="1619719" y="920013"/>
                </a:lnTo>
                <a:lnTo>
                  <a:pt x="1621586" y="921880"/>
                </a:lnTo>
                <a:lnTo>
                  <a:pt x="1622704" y="922337"/>
                </a:lnTo>
                <a:lnTo>
                  <a:pt x="1625333" y="922337"/>
                </a:lnTo>
                <a:lnTo>
                  <a:pt x="1626450" y="921880"/>
                </a:lnTo>
                <a:lnTo>
                  <a:pt x="1628317" y="920013"/>
                </a:lnTo>
                <a:lnTo>
                  <a:pt x="1628775" y="918895"/>
                </a:lnTo>
                <a:lnTo>
                  <a:pt x="1628775" y="916266"/>
                </a:lnTo>
                <a:close/>
              </a:path>
              <a:path w="4724400" h="92265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724400" h="922655">
                <a:moveTo>
                  <a:pt x="1676400" y="916266"/>
                </a:moveTo>
                <a:lnTo>
                  <a:pt x="1675942" y="915149"/>
                </a:lnTo>
                <a:lnTo>
                  <a:pt x="1674075" y="913282"/>
                </a:lnTo>
                <a:lnTo>
                  <a:pt x="1672958" y="912812"/>
                </a:lnTo>
                <a:lnTo>
                  <a:pt x="1670329" y="912812"/>
                </a:lnTo>
                <a:lnTo>
                  <a:pt x="1669211" y="913282"/>
                </a:lnTo>
                <a:lnTo>
                  <a:pt x="1667344" y="915149"/>
                </a:lnTo>
                <a:lnTo>
                  <a:pt x="1666875" y="916266"/>
                </a:lnTo>
                <a:lnTo>
                  <a:pt x="1666875" y="918895"/>
                </a:lnTo>
                <a:lnTo>
                  <a:pt x="1667344" y="920013"/>
                </a:lnTo>
                <a:lnTo>
                  <a:pt x="1669211" y="921880"/>
                </a:lnTo>
                <a:lnTo>
                  <a:pt x="1670329" y="922337"/>
                </a:lnTo>
                <a:lnTo>
                  <a:pt x="1672958" y="922337"/>
                </a:lnTo>
                <a:lnTo>
                  <a:pt x="1674075" y="921880"/>
                </a:lnTo>
                <a:lnTo>
                  <a:pt x="1675942" y="920013"/>
                </a:lnTo>
                <a:lnTo>
                  <a:pt x="1676400" y="918895"/>
                </a:lnTo>
                <a:lnTo>
                  <a:pt x="1676400" y="916266"/>
                </a:lnTo>
                <a:close/>
              </a:path>
              <a:path w="4724400" h="92265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724400" h="922655">
                <a:moveTo>
                  <a:pt x="1724025" y="916266"/>
                </a:moveTo>
                <a:lnTo>
                  <a:pt x="1723567" y="915149"/>
                </a:lnTo>
                <a:lnTo>
                  <a:pt x="1721700" y="913282"/>
                </a:lnTo>
                <a:lnTo>
                  <a:pt x="1720583" y="912812"/>
                </a:lnTo>
                <a:lnTo>
                  <a:pt x="1717954" y="912812"/>
                </a:lnTo>
                <a:lnTo>
                  <a:pt x="1716836" y="913282"/>
                </a:lnTo>
                <a:lnTo>
                  <a:pt x="1714969" y="915149"/>
                </a:lnTo>
                <a:lnTo>
                  <a:pt x="1714500" y="916266"/>
                </a:lnTo>
                <a:lnTo>
                  <a:pt x="1714500" y="918895"/>
                </a:lnTo>
                <a:lnTo>
                  <a:pt x="1714969" y="920013"/>
                </a:lnTo>
                <a:lnTo>
                  <a:pt x="1716836" y="921880"/>
                </a:lnTo>
                <a:lnTo>
                  <a:pt x="1717954" y="922337"/>
                </a:lnTo>
                <a:lnTo>
                  <a:pt x="1720583" y="922337"/>
                </a:lnTo>
                <a:lnTo>
                  <a:pt x="1721700" y="921880"/>
                </a:lnTo>
                <a:lnTo>
                  <a:pt x="1723567" y="920013"/>
                </a:lnTo>
                <a:lnTo>
                  <a:pt x="1724025" y="918895"/>
                </a:lnTo>
                <a:lnTo>
                  <a:pt x="1724025" y="916266"/>
                </a:lnTo>
                <a:close/>
              </a:path>
              <a:path w="4724400" h="92265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724400" h="922655">
                <a:moveTo>
                  <a:pt x="1771650" y="916266"/>
                </a:moveTo>
                <a:lnTo>
                  <a:pt x="1771192" y="915149"/>
                </a:lnTo>
                <a:lnTo>
                  <a:pt x="1769325" y="913282"/>
                </a:lnTo>
                <a:lnTo>
                  <a:pt x="1768208" y="912812"/>
                </a:lnTo>
                <a:lnTo>
                  <a:pt x="1765579" y="912812"/>
                </a:lnTo>
                <a:lnTo>
                  <a:pt x="1764461" y="913282"/>
                </a:lnTo>
                <a:lnTo>
                  <a:pt x="1762594" y="915149"/>
                </a:lnTo>
                <a:lnTo>
                  <a:pt x="1762125" y="916266"/>
                </a:lnTo>
                <a:lnTo>
                  <a:pt x="1762125" y="918895"/>
                </a:lnTo>
                <a:lnTo>
                  <a:pt x="1762594" y="920013"/>
                </a:lnTo>
                <a:lnTo>
                  <a:pt x="1764461" y="921880"/>
                </a:lnTo>
                <a:lnTo>
                  <a:pt x="1765579" y="922337"/>
                </a:lnTo>
                <a:lnTo>
                  <a:pt x="1768208" y="922337"/>
                </a:lnTo>
                <a:lnTo>
                  <a:pt x="1769325" y="921880"/>
                </a:lnTo>
                <a:lnTo>
                  <a:pt x="1771192" y="920013"/>
                </a:lnTo>
                <a:lnTo>
                  <a:pt x="1771650" y="918895"/>
                </a:lnTo>
                <a:lnTo>
                  <a:pt x="1771650" y="916266"/>
                </a:lnTo>
                <a:close/>
              </a:path>
              <a:path w="4724400" h="92265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724400" h="922655">
                <a:moveTo>
                  <a:pt x="1819275" y="916266"/>
                </a:moveTo>
                <a:lnTo>
                  <a:pt x="1818817" y="915149"/>
                </a:lnTo>
                <a:lnTo>
                  <a:pt x="1816950" y="913282"/>
                </a:lnTo>
                <a:lnTo>
                  <a:pt x="1815833" y="912812"/>
                </a:lnTo>
                <a:lnTo>
                  <a:pt x="1813204" y="912812"/>
                </a:lnTo>
                <a:lnTo>
                  <a:pt x="1812086" y="913282"/>
                </a:lnTo>
                <a:lnTo>
                  <a:pt x="1810219" y="915149"/>
                </a:lnTo>
                <a:lnTo>
                  <a:pt x="1809750" y="916266"/>
                </a:lnTo>
                <a:lnTo>
                  <a:pt x="1809750" y="918895"/>
                </a:lnTo>
                <a:lnTo>
                  <a:pt x="1810219" y="920013"/>
                </a:lnTo>
                <a:lnTo>
                  <a:pt x="1812086" y="921880"/>
                </a:lnTo>
                <a:lnTo>
                  <a:pt x="1813204" y="922337"/>
                </a:lnTo>
                <a:lnTo>
                  <a:pt x="1815833" y="922337"/>
                </a:lnTo>
                <a:lnTo>
                  <a:pt x="1816950" y="921880"/>
                </a:lnTo>
                <a:lnTo>
                  <a:pt x="1818817" y="920013"/>
                </a:lnTo>
                <a:lnTo>
                  <a:pt x="1819275" y="918895"/>
                </a:lnTo>
                <a:lnTo>
                  <a:pt x="1819275" y="916266"/>
                </a:lnTo>
                <a:close/>
              </a:path>
              <a:path w="4724400" h="92265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724400" h="922655">
                <a:moveTo>
                  <a:pt x="1866900" y="916266"/>
                </a:moveTo>
                <a:lnTo>
                  <a:pt x="1866442" y="915149"/>
                </a:lnTo>
                <a:lnTo>
                  <a:pt x="1864575" y="913282"/>
                </a:lnTo>
                <a:lnTo>
                  <a:pt x="1863458" y="912812"/>
                </a:lnTo>
                <a:lnTo>
                  <a:pt x="1860829" y="912812"/>
                </a:lnTo>
                <a:lnTo>
                  <a:pt x="1859711" y="913282"/>
                </a:lnTo>
                <a:lnTo>
                  <a:pt x="1857844" y="915149"/>
                </a:lnTo>
                <a:lnTo>
                  <a:pt x="1857375" y="916266"/>
                </a:lnTo>
                <a:lnTo>
                  <a:pt x="1857375" y="918895"/>
                </a:lnTo>
                <a:lnTo>
                  <a:pt x="1857844" y="920013"/>
                </a:lnTo>
                <a:lnTo>
                  <a:pt x="1859711" y="921880"/>
                </a:lnTo>
                <a:lnTo>
                  <a:pt x="1860829" y="922337"/>
                </a:lnTo>
                <a:lnTo>
                  <a:pt x="1863458" y="922337"/>
                </a:lnTo>
                <a:lnTo>
                  <a:pt x="1864575" y="921880"/>
                </a:lnTo>
                <a:lnTo>
                  <a:pt x="1866442" y="920013"/>
                </a:lnTo>
                <a:lnTo>
                  <a:pt x="1866900" y="918895"/>
                </a:lnTo>
                <a:lnTo>
                  <a:pt x="1866900" y="916266"/>
                </a:lnTo>
                <a:close/>
              </a:path>
              <a:path w="4724400" h="92265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724400" h="922655">
                <a:moveTo>
                  <a:pt x="1914525" y="916266"/>
                </a:moveTo>
                <a:lnTo>
                  <a:pt x="1914067" y="915149"/>
                </a:lnTo>
                <a:lnTo>
                  <a:pt x="1912200" y="913282"/>
                </a:lnTo>
                <a:lnTo>
                  <a:pt x="1911083" y="912812"/>
                </a:lnTo>
                <a:lnTo>
                  <a:pt x="1908454" y="912812"/>
                </a:lnTo>
                <a:lnTo>
                  <a:pt x="1907336" y="913282"/>
                </a:lnTo>
                <a:lnTo>
                  <a:pt x="1905469" y="915149"/>
                </a:lnTo>
                <a:lnTo>
                  <a:pt x="1905000" y="916266"/>
                </a:lnTo>
                <a:lnTo>
                  <a:pt x="1905000" y="918895"/>
                </a:lnTo>
                <a:lnTo>
                  <a:pt x="1905469" y="920013"/>
                </a:lnTo>
                <a:lnTo>
                  <a:pt x="1907336" y="921880"/>
                </a:lnTo>
                <a:lnTo>
                  <a:pt x="1908454" y="922337"/>
                </a:lnTo>
                <a:lnTo>
                  <a:pt x="1911083" y="922337"/>
                </a:lnTo>
                <a:lnTo>
                  <a:pt x="1912200" y="921880"/>
                </a:lnTo>
                <a:lnTo>
                  <a:pt x="1914067" y="920013"/>
                </a:lnTo>
                <a:lnTo>
                  <a:pt x="1914525" y="918895"/>
                </a:lnTo>
                <a:lnTo>
                  <a:pt x="1914525" y="916266"/>
                </a:lnTo>
                <a:close/>
              </a:path>
              <a:path w="4724400" h="92265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724400" h="922655">
                <a:moveTo>
                  <a:pt x="1962150" y="916266"/>
                </a:moveTo>
                <a:lnTo>
                  <a:pt x="1961692" y="915149"/>
                </a:lnTo>
                <a:lnTo>
                  <a:pt x="1959825" y="913282"/>
                </a:lnTo>
                <a:lnTo>
                  <a:pt x="1958708" y="912812"/>
                </a:lnTo>
                <a:lnTo>
                  <a:pt x="1956079" y="912812"/>
                </a:lnTo>
                <a:lnTo>
                  <a:pt x="1954961" y="913282"/>
                </a:lnTo>
                <a:lnTo>
                  <a:pt x="1953094" y="915149"/>
                </a:lnTo>
                <a:lnTo>
                  <a:pt x="1952625" y="916266"/>
                </a:lnTo>
                <a:lnTo>
                  <a:pt x="1952625" y="918895"/>
                </a:lnTo>
                <a:lnTo>
                  <a:pt x="1953094" y="920013"/>
                </a:lnTo>
                <a:lnTo>
                  <a:pt x="1954961" y="921880"/>
                </a:lnTo>
                <a:lnTo>
                  <a:pt x="1956079" y="922337"/>
                </a:lnTo>
                <a:lnTo>
                  <a:pt x="1958708" y="922337"/>
                </a:lnTo>
                <a:lnTo>
                  <a:pt x="1959825" y="921880"/>
                </a:lnTo>
                <a:lnTo>
                  <a:pt x="1961692" y="920013"/>
                </a:lnTo>
                <a:lnTo>
                  <a:pt x="1962150" y="918895"/>
                </a:lnTo>
                <a:lnTo>
                  <a:pt x="1962150" y="916266"/>
                </a:lnTo>
                <a:close/>
              </a:path>
              <a:path w="4724400" h="92265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724400" h="922655">
                <a:moveTo>
                  <a:pt x="2009775" y="916266"/>
                </a:moveTo>
                <a:lnTo>
                  <a:pt x="2009317" y="915149"/>
                </a:lnTo>
                <a:lnTo>
                  <a:pt x="2007450" y="913282"/>
                </a:lnTo>
                <a:lnTo>
                  <a:pt x="2006333" y="912812"/>
                </a:lnTo>
                <a:lnTo>
                  <a:pt x="2003704" y="912812"/>
                </a:lnTo>
                <a:lnTo>
                  <a:pt x="2002586" y="913282"/>
                </a:lnTo>
                <a:lnTo>
                  <a:pt x="2000719" y="915149"/>
                </a:lnTo>
                <a:lnTo>
                  <a:pt x="2000250" y="916266"/>
                </a:lnTo>
                <a:lnTo>
                  <a:pt x="2000250" y="918895"/>
                </a:lnTo>
                <a:lnTo>
                  <a:pt x="2000719" y="920013"/>
                </a:lnTo>
                <a:lnTo>
                  <a:pt x="2002586" y="921880"/>
                </a:lnTo>
                <a:lnTo>
                  <a:pt x="2003704" y="922337"/>
                </a:lnTo>
                <a:lnTo>
                  <a:pt x="2006333" y="922337"/>
                </a:lnTo>
                <a:lnTo>
                  <a:pt x="2007450" y="921880"/>
                </a:lnTo>
                <a:lnTo>
                  <a:pt x="2009317" y="920013"/>
                </a:lnTo>
                <a:lnTo>
                  <a:pt x="2009775" y="918895"/>
                </a:lnTo>
                <a:lnTo>
                  <a:pt x="2009775" y="916266"/>
                </a:lnTo>
                <a:close/>
              </a:path>
              <a:path w="4724400" h="92265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724400" h="922655">
                <a:moveTo>
                  <a:pt x="2057400" y="916266"/>
                </a:moveTo>
                <a:lnTo>
                  <a:pt x="2056942" y="915149"/>
                </a:lnTo>
                <a:lnTo>
                  <a:pt x="2055075" y="913282"/>
                </a:lnTo>
                <a:lnTo>
                  <a:pt x="2053958" y="912812"/>
                </a:lnTo>
                <a:lnTo>
                  <a:pt x="2051329" y="912812"/>
                </a:lnTo>
                <a:lnTo>
                  <a:pt x="2050211" y="913282"/>
                </a:lnTo>
                <a:lnTo>
                  <a:pt x="2048344" y="915149"/>
                </a:lnTo>
                <a:lnTo>
                  <a:pt x="2047875" y="916266"/>
                </a:lnTo>
                <a:lnTo>
                  <a:pt x="2047875" y="918895"/>
                </a:lnTo>
                <a:lnTo>
                  <a:pt x="2048344" y="920013"/>
                </a:lnTo>
                <a:lnTo>
                  <a:pt x="2050211" y="921880"/>
                </a:lnTo>
                <a:lnTo>
                  <a:pt x="2051329" y="922337"/>
                </a:lnTo>
                <a:lnTo>
                  <a:pt x="2053958" y="922337"/>
                </a:lnTo>
                <a:lnTo>
                  <a:pt x="2055075" y="921880"/>
                </a:lnTo>
                <a:lnTo>
                  <a:pt x="2056942" y="920013"/>
                </a:lnTo>
                <a:lnTo>
                  <a:pt x="2057400" y="918895"/>
                </a:lnTo>
                <a:lnTo>
                  <a:pt x="2057400" y="916266"/>
                </a:lnTo>
                <a:close/>
              </a:path>
              <a:path w="4724400" h="92265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724400" h="922655">
                <a:moveTo>
                  <a:pt x="2105025" y="916266"/>
                </a:moveTo>
                <a:lnTo>
                  <a:pt x="2104567" y="915149"/>
                </a:lnTo>
                <a:lnTo>
                  <a:pt x="2102700" y="913282"/>
                </a:lnTo>
                <a:lnTo>
                  <a:pt x="2101583" y="912812"/>
                </a:lnTo>
                <a:lnTo>
                  <a:pt x="2098954" y="912812"/>
                </a:lnTo>
                <a:lnTo>
                  <a:pt x="2097836" y="913282"/>
                </a:lnTo>
                <a:lnTo>
                  <a:pt x="2095969" y="915149"/>
                </a:lnTo>
                <a:lnTo>
                  <a:pt x="2095500" y="916266"/>
                </a:lnTo>
                <a:lnTo>
                  <a:pt x="2095500" y="918895"/>
                </a:lnTo>
                <a:lnTo>
                  <a:pt x="2095969" y="920013"/>
                </a:lnTo>
                <a:lnTo>
                  <a:pt x="2097836" y="921880"/>
                </a:lnTo>
                <a:lnTo>
                  <a:pt x="2098954" y="922337"/>
                </a:lnTo>
                <a:lnTo>
                  <a:pt x="2101583" y="922337"/>
                </a:lnTo>
                <a:lnTo>
                  <a:pt x="2102700" y="921880"/>
                </a:lnTo>
                <a:lnTo>
                  <a:pt x="2104567" y="920013"/>
                </a:lnTo>
                <a:lnTo>
                  <a:pt x="2105025" y="918895"/>
                </a:lnTo>
                <a:lnTo>
                  <a:pt x="2105025" y="916266"/>
                </a:lnTo>
                <a:close/>
              </a:path>
              <a:path w="4724400" h="92265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724400" h="922655">
                <a:moveTo>
                  <a:pt x="2152650" y="916266"/>
                </a:moveTo>
                <a:lnTo>
                  <a:pt x="2152192" y="915149"/>
                </a:lnTo>
                <a:lnTo>
                  <a:pt x="2150326" y="913282"/>
                </a:lnTo>
                <a:lnTo>
                  <a:pt x="2149208" y="912812"/>
                </a:lnTo>
                <a:lnTo>
                  <a:pt x="2146579" y="912812"/>
                </a:lnTo>
                <a:lnTo>
                  <a:pt x="2145461" y="913282"/>
                </a:lnTo>
                <a:lnTo>
                  <a:pt x="2143595" y="915149"/>
                </a:lnTo>
                <a:lnTo>
                  <a:pt x="2143125" y="916266"/>
                </a:lnTo>
                <a:lnTo>
                  <a:pt x="2143125" y="918895"/>
                </a:lnTo>
                <a:lnTo>
                  <a:pt x="2143595" y="920013"/>
                </a:lnTo>
                <a:lnTo>
                  <a:pt x="2145461" y="921880"/>
                </a:lnTo>
                <a:lnTo>
                  <a:pt x="2146579" y="922337"/>
                </a:lnTo>
                <a:lnTo>
                  <a:pt x="2149208" y="922337"/>
                </a:lnTo>
                <a:lnTo>
                  <a:pt x="2150326" y="921880"/>
                </a:lnTo>
                <a:lnTo>
                  <a:pt x="2152192" y="920013"/>
                </a:lnTo>
                <a:lnTo>
                  <a:pt x="2152650" y="918895"/>
                </a:lnTo>
                <a:lnTo>
                  <a:pt x="2152650" y="916266"/>
                </a:lnTo>
                <a:close/>
              </a:path>
              <a:path w="4724400" h="92265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724400" h="922655">
                <a:moveTo>
                  <a:pt x="2200275" y="916266"/>
                </a:moveTo>
                <a:lnTo>
                  <a:pt x="2199817" y="915149"/>
                </a:lnTo>
                <a:lnTo>
                  <a:pt x="2197951" y="913282"/>
                </a:lnTo>
                <a:lnTo>
                  <a:pt x="2196833" y="912812"/>
                </a:lnTo>
                <a:lnTo>
                  <a:pt x="2194204" y="912812"/>
                </a:lnTo>
                <a:lnTo>
                  <a:pt x="2193086" y="913282"/>
                </a:lnTo>
                <a:lnTo>
                  <a:pt x="2191220" y="915149"/>
                </a:lnTo>
                <a:lnTo>
                  <a:pt x="2190750" y="916266"/>
                </a:lnTo>
                <a:lnTo>
                  <a:pt x="2190750" y="918895"/>
                </a:lnTo>
                <a:lnTo>
                  <a:pt x="2191220" y="920013"/>
                </a:lnTo>
                <a:lnTo>
                  <a:pt x="2193086" y="921880"/>
                </a:lnTo>
                <a:lnTo>
                  <a:pt x="2194204" y="922337"/>
                </a:lnTo>
                <a:lnTo>
                  <a:pt x="2196833" y="922337"/>
                </a:lnTo>
                <a:lnTo>
                  <a:pt x="2197951" y="921880"/>
                </a:lnTo>
                <a:lnTo>
                  <a:pt x="2199817" y="920013"/>
                </a:lnTo>
                <a:lnTo>
                  <a:pt x="2200275" y="918895"/>
                </a:lnTo>
                <a:lnTo>
                  <a:pt x="2200275" y="916266"/>
                </a:lnTo>
                <a:close/>
              </a:path>
              <a:path w="4724400" h="92265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724400" h="922655">
                <a:moveTo>
                  <a:pt x="2247900" y="916266"/>
                </a:moveTo>
                <a:lnTo>
                  <a:pt x="2247442" y="915149"/>
                </a:lnTo>
                <a:lnTo>
                  <a:pt x="2245576" y="913282"/>
                </a:lnTo>
                <a:lnTo>
                  <a:pt x="2244458" y="912812"/>
                </a:lnTo>
                <a:lnTo>
                  <a:pt x="2241829" y="912812"/>
                </a:lnTo>
                <a:lnTo>
                  <a:pt x="2240711" y="913282"/>
                </a:lnTo>
                <a:lnTo>
                  <a:pt x="2238845" y="915149"/>
                </a:lnTo>
                <a:lnTo>
                  <a:pt x="2238375" y="916266"/>
                </a:lnTo>
                <a:lnTo>
                  <a:pt x="2238375" y="918895"/>
                </a:lnTo>
                <a:lnTo>
                  <a:pt x="2238845" y="920013"/>
                </a:lnTo>
                <a:lnTo>
                  <a:pt x="2240711" y="921880"/>
                </a:lnTo>
                <a:lnTo>
                  <a:pt x="2241829" y="922337"/>
                </a:lnTo>
                <a:lnTo>
                  <a:pt x="2244458" y="922337"/>
                </a:lnTo>
                <a:lnTo>
                  <a:pt x="2245576" y="921880"/>
                </a:lnTo>
                <a:lnTo>
                  <a:pt x="2247442" y="920013"/>
                </a:lnTo>
                <a:lnTo>
                  <a:pt x="2247900" y="918895"/>
                </a:lnTo>
                <a:lnTo>
                  <a:pt x="2247900" y="916266"/>
                </a:lnTo>
                <a:close/>
              </a:path>
              <a:path w="4724400" h="92265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724400" h="922655">
                <a:moveTo>
                  <a:pt x="2295525" y="916266"/>
                </a:moveTo>
                <a:lnTo>
                  <a:pt x="2295067" y="915149"/>
                </a:lnTo>
                <a:lnTo>
                  <a:pt x="2293201" y="913282"/>
                </a:lnTo>
                <a:lnTo>
                  <a:pt x="2292083" y="912812"/>
                </a:lnTo>
                <a:lnTo>
                  <a:pt x="2289454" y="912812"/>
                </a:lnTo>
                <a:lnTo>
                  <a:pt x="2288336" y="913282"/>
                </a:lnTo>
                <a:lnTo>
                  <a:pt x="2286470" y="915149"/>
                </a:lnTo>
                <a:lnTo>
                  <a:pt x="2286000" y="916266"/>
                </a:lnTo>
                <a:lnTo>
                  <a:pt x="2286000" y="918895"/>
                </a:lnTo>
                <a:lnTo>
                  <a:pt x="2286470" y="920013"/>
                </a:lnTo>
                <a:lnTo>
                  <a:pt x="2288336" y="921880"/>
                </a:lnTo>
                <a:lnTo>
                  <a:pt x="2289454" y="922337"/>
                </a:lnTo>
                <a:lnTo>
                  <a:pt x="2292083" y="922337"/>
                </a:lnTo>
                <a:lnTo>
                  <a:pt x="2293201" y="921880"/>
                </a:lnTo>
                <a:lnTo>
                  <a:pt x="2295067" y="920013"/>
                </a:lnTo>
                <a:lnTo>
                  <a:pt x="2295525" y="918895"/>
                </a:lnTo>
                <a:lnTo>
                  <a:pt x="2295525" y="916266"/>
                </a:lnTo>
                <a:close/>
              </a:path>
              <a:path w="4724400" h="92265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724400" h="922655">
                <a:moveTo>
                  <a:pt x="2343150" y="916266"/>
                </a:moveTo>
                <a:lnTo>
                  <a:pt x="2342692" y="915149"/>
                </a:lnTo>
                <a:lnTo>
                  <a:pt x="2340826" y="913282"/>
                </a:lnTo>
                <a:lnTo>
                  <a:pt x="2339708" y="912812"/>
                </a:lnTo>
                <a:lnTo>
                  <a:pt x="2337079" y="912812"/>
                </a:lnTo>
                <a:lnTo>
                  <a:pt x="2335961" y="913282"/>
                </a:lnTo>
                <a:lnTo>
                  <a:pt x="2334095" y="915149"/>
                </a:lnTo>
                <a:lnTo>
                  <a:pt x="2333625" y="916266"/>
                </a:lnTo>
                <a:lnTo>
                  <a:pt x="2333625" y="918895"/>
                </a:lnTo>
                <a:lnTo>
                  <a:pt x="2334095" y="920013"/>
                </a:lnTo>
                <a:lnTo>
                  <a:pt x="2335961" y="921880"/>
                </a:lnTo>
                <a:lnTo>
                  <a:pt x="2337079" y="922337"/>
                </a:lnTo>
                <a:lnTo>
                  <a:pt x="2339708" y="922337"/>
                </a:lnTo>
                <a:lnTo>
                  <a:pt x="2340826" y="921880"/>
                </a:lnTo>
                <a:lnTo>
                  <a:pt x="2342692" y="920013"/>
                </a:lnTo>
                <a:lnTo>
                  <a:pt x="2343150" y="918895"/>
                </a:lnTo>
                <a:lnTo>
                  <a:pt x="2343150" y="916266"/>
                </a:lnTo>
                <a:close/>
              </a:path>
              <a:path w="4724400" h="92265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724400" h="922655">
                <a:moveTo>
                  <a:pt x="2390775" y="916266"/>
                </a:moveTo>
                <a:lnTo>
                  <a:pt x="2390317" y="915149"/>
                </a:lnTo>
                <a:lnTo>
                  <a:pt x="2388451" y="913282"/>
                </a:lnTo>
                <a:lnTo>
                  <a:pt x="2387333" y="912812"/>
                </a:lnTo>
                <a:lnTo>
                  <a:pt x="2384704" y="912812"/>
                </a:lnTo>
                <a:lnTo>
                  <a:pt x="2383586" y="913282"/>
                </a:lnTo>
                <a:lnTo>
                  <a:pt x="2381720" y="915149"/>
                </a:lnTo>
                <a:lnTo>
                  <a:pt x="2381250" y="916266"/>
                </a:lnTo>
                <a:lnTo>
                  <a:pt x="2381250" y="918895"/>
                </a:lnTo>
                <a:lnTo>
                  <a:pt x="2381720" y="920013"/>
                </a:lnTo>
                <a:lnTo>
                  <a:pt x="2383586" y="921880"/>
                </a:lnTo>
                <a:lnTo>
                  <a:pt x="2384704" y="922337"/>
                </a:lnTo>
                <a:lnTo>
                  <a:pt x="2387333" y="922337"/>
                </a:lnTo>
                <a:lnTo>
                  <a:pt x="2388451" y="921880"/>
                </a:lnTo>
                <a:lnTo>
                  <a:pt x="2390317" y="920013"/>
                </a:lnTo>
                <a:lnTo>
                  <a:pt x="2390775" y="918895"/>
                </a:lnTo>
                <a:lnTo>
                  <a:pt x="2390775" y="916266"/>
                </a:lnTo>
                <a:close/>
              </a:path>
              <a:path w="4724400" h="92265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724400" h="922655">
                <a:moveTo>
                  <a:pt x="2438400" y="916266"/>
                </a:moveTo>
                <a:lnTo>
                  <a:pt x="2437942" y="915149"/>
                </a:lnTo>
                <a:lnTo>
                  <a:pt x="2436076" y="913282"/>
                </a:lnTo>
                <a:lnTo>
                  <a:pt x="2434958" y="912812"/>
                </a:lnTo>
                <a:lnTo>
                  <a:pt x="2432329" y="912812"/>
                </a:lnTo>
                <a:lnTo>
                  <a:pt x="2431211" y="913282"/>
                </a:lnTo>
                <a:lnTo>
                  <a:pt x="2429345" y="915149"/>
                </a:lnTo>
                <a:lnTo>
                  <a:pt x="2428875" y="916266"/>
                </a:lnTo>
                <a:lnTo>
                  <a:pt x="2428875" y="918895"/>
                </a:lnTo>
                <a:lnTo>
                  <a:pt x="2429345" y="920013"/>
                </a:lnTo>
                <a:lnTo>
                  <a:pt x="2431211" y="921880"/>
                </a:lnTo>
                <a:lnTo>
                  <a:pt x="2432329" y="922337"/>
                </a:lnTo>
                <a:lnTo>
                  <a:pt x="2434958" y="922337"/>
                </a:lnTo>
                <a:lnTo>
                  <a:pt x="2436076" y="921880"/>
                </a:lnTo>
                <a:lnTo>
                  <a:pt x="2437942" y="920013"/>
                </a:lnTo>
                <a:lnTo>
                  <a:pt x="2438400" y="918895"/>
                </a:lnTo>
                <a:lnTo>
                  <a:pt x="2438400" y="916266"/>
                </a:lnTo>
                <a:close/>
              </a:path>
              <a:path w="4724400" h="92265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724400" h="922655">
                <a:moveTo>
                  <a:pt x="2486025" y="916266"/>
                </a:moveTo>
                <a:lnTo>
                  <a:pt x="2485567" y="915149"/>
                </a:lnTo>
                <a:lnTo>
                  <a:pt x="2483701" y="913282"/>
                </a:lnTo>
                <a:lnTo>
                  <a:pt x="2482583" y="912812"/>
                </a:lnTo>
                <a:lnTo>
                  <a:pt x="2479954" y="912812"/>
                </a:lnTo>
                <a:lnTo>
                  <a:pt x="2478836" y="913282"/>
                </a:lnTo>
                <a:lnTo>
                  <a:pt x="2476970" y="915149"/>
                </a:lnTo>
                <a:lnTo>
                  <a:pt x="2476500" y="916266"/>
                </a:lnTo>
                <a:lnTo>
                  <a:pt x="2476500" y="918895"/>
                </a:lnTo>
                <a:lnTo>
                  <a:pt x="2476970" y="920013"/>
                </a:lnTo>
                <a:lnTo>
                  <a:pt x="2478836" y="921880"/>
                </a:lnTo>
                <a:lnTo>
                  <a:pt x="2479954" y="922337"/>
                </a:lnTo>
                <a:lnTo>
                  <a:pt x="2482583" y="922337"/>
                </a:lnTo>
                <a:lnTo>
                  <a:pt x="2483701" y="921880"/>
                </a:lnTo>
                <a:lnTo>
                  <a:pt x="2485567" y="920013"/>
                </a:lnTo>
                <a:lnTo>
                  <a:pt x="2486025" y="918895"/>
                </a:lnTo>
                <a:lnTo>
                  <a:pt x="2486025" y="916266"/>
                </a:lnTo>
                <a:close/>
              </a:path>
              <a:path w="4724400" h="92265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724400" h="922655">
                <a:moveTo>
                  <a:pt x="2533650" y="916266"/>
                </a:moveTo>
                <a:lnTo>
                  <a:pt x="2533192" y="915149"/>
                </a:lnTo>
                <a:lnTo>
                  <a:pt x="2531326" y="913282"/>
                </a:lnTo>
                <a:lnTo>
                  <a:pt x="2530208" y="912812"/>
                </a:lnTo>
                <a:lnTo>
                  <a:pt x="2527579" y="912812"/>
                </a:lnTo>
                <a:lnTo>
                  <a:pt x="2526461" y="913282"/>
                </a:lnTo>
                <a:lnTo>
                  <a:pt x="2524595" y="915149"/>
                </a:lnTo>
                <a:lnTo>
                  <a:pt x="2524125" y="916266"/>
                </a:lnTo>
                <a:lnTo>
                  <a:pt x="2524125" y="918895"/>
                </a:lnTo>
                <a:lnTo>
                  <a:pt x="2524595" y="920013"/>
                </a:lnTo>
                <a:lnTo>
                  <a:pt x="2526461" y="921880"/>
                </a:lnTo>
                <a:lnTo>
                  <a:pt x="2527579" y="922337"/>
                </a:lnTo>
                <a:lnTo>
                  <a:pt x="2530208" y="922337"/>
                </a:lnTo>
                <a:lnTo>
                  <a:pt x="2531326" y="921880"/>
                </a:lnTo>
                <a:lnTo>
                  <a:pt x="2533192" y="920013"/>
                </a:lnTo>
                <a:lnTo>
                  <a:pt x="2533650" y="918895"/>
                </a:lnTo>
                <a:lnTo>
                  <a:pt x="2533650" y="916266"/>
                </a:lnTo>
                <a:close/>
              </a:path>
              <a:path w="4724400" h="92265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724400" h="922655">
                <a:moveTo>
                  <a:pt x="2581275" y="916266"/>
                </a:moveTo>
                <a:lnTo>
                  <a:pt x="2580817" y="915149"/>
                </a:lnTo>
                <a:lnTo>
                  <a:pt x="2578951" y="913282"/>
                </a:lnTo>
                <a:lnTo>
                  <a:pt x="2577833" y="912812"/>
                </a:lnTo>
                <a:lnTo>
                  <a:pt x="2575204" y="912812"/>
                </a:lnTo>
                <a:lnTo>
                  <a:pt x="2574086" y="913282"/>
                </a:lnTo>
                <a:lnTo>
                  <a:pt x="2572220" y="915149"/>
                </a:lnTo>
                <a:lnTo>
                  <a:pt x="2571750" y="916266"/>
                </a:lnTo>
                <a:lnTo>
                  <a:pt x="2571750" y="918895"/>
                </a:lnTo>
                <a:lnTo>
                  <a:pt x="2572220" y="920013"/>
                </a:lnTo>
                <a:lnTo>
                  <a:pt x="2574086" y="921880"/>
                </a:lnTo>
                <a:lnTo>
                  <a:pt x="2575204" y="922337"/>
                </a:lnTo>
                <a:lnTo>
                  <a:pt x="2577833" y="922337"/>
                </a:lnTo>
                <a:lnTo>
                  <a:pt x="2578951" y="921880"/>
                </a:lnTo>
                <a:lnTo>
                  <a:pt x="2580817" y="920013"/>
                </a:lnTo>
                <a:lnTo>
                  <a:pt x="2581275" y="918895"/>
                </a:lnTo>
                <a:lnTo>
                  <a:pt x="2581275" y="916266"/>
                </a:lnTo>
                <a:close/>
              </a:path>
              <a:path w="4724400" h="92265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724400" h="922655">
                <a:moveTo>
                  <a:pt x="2628900" y="916266"/>
                </a:moveTo>
                <a:lnTo>
                  <a:pt x="2628442" y="915149"/>
                </a:lnTo>
                <a:lnTo>
                  <a:pt x="2626576" y="913282"/>
                </a:lnTo>
                <a:lnTo>
                  <a:pt x="2625458" y="912812"/>
                </a:lnTo>
                <a:lnTo>
                  <a:pt x="2622829" y="912812"/>
                </a:lnTo>
                <a:lnTo>
                  <a:pt x="2621711" y="913282"/>
                </a:lnTo>
                <a:lnTo>
                  <a:pt x="2619845" y="915149"/>
                </a:lnTo>
                <a:lnTo>
                  <a:pt x="2619375" y="916266"/>
                </a:lnTo>
                <a:lnTo>
                  <a:pt x="2619375" y="918895"/>
                </a:lnTo>
                <a:lnTo>
                  <a:pt x="2619845" y="920013"/>
                </a:lnTo>
                <a:lnTo>
                  <a:pt x="2621711" y="921880"/>
                </a:lnTo>
                <a:lnTo>
                  <a:pt x="2622829" y="922337"/>
                </a:lnTo>
                <a:lnTo>
                  <a:pt x="2625458" y="922337"/>
                </a:lnTo>
                <a:lnTo>
                  <a:pt x="2626576" y="921880"/>
                </a:lnTo>
                <a:lnTo>
                  <a:pt x="2628442" y="920013"/>
                </a:lnTo>
                <a:lnTo>
                  <a:pt x="2628900" y="918895"/>
                </a:lnTo>
                <a:lnTo>
                  <a:pt x="2628900" y="916266"/>
                </a:lnTo>
                <a:close/>
              </a:path>
              <a:path w="4724400" h="92265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724400" h="922655">
                <a:moveTo>
                  <a:pt x="2676525" y="916266"/>
                </a:moveTo>
                <a:lnTo>
                  <a:pt x="2676067" y="915149"/>
                </a:lnTo>
                <a:lnTo>
                  <a:pt x="2674201" y="913282"/>
                </a:lnTo>
                <a:lnTo>
                  <a:pt x="2673083" y="912812"/>
                </a:lnTo>
                <a:lnTo>
                  <a:pt x="2670454" y="912812"/>
                </a:lnTo>
                <a:lnTo>
                  <a:pt x="2669336" y="913282"/>
                </a:lnTo>
                <a:lnTo>
                  <a:pt x="2667470" y="915149"/>
                </a:lnTo>
                <a:lnTo>
                  <a:pt x="2667000" y="916266"/>
                </a:lnTo>
                <a:lnTo>
                  <a:pt x="2667000" y="918895"/>
                </a:lnTo>
                <a:lnTo>
                  <a:pt x="2667470" y="920013"/>
                </a:lnTo>
                <a:lnTo>
                  <a:pt x="2669336" y="921880"/>
                </a:lnTo>
                <a:lnTo>
                  <a:pt x="2670454" y="922337"/>
                </a:lnTo>
                <a:lnTo>
                  <a:pt x="2673083" y="922337"/>
                </a:lnTo>
                <a:lnTo>
                  <a:pt x="2674201" y="921880"/>
                </a:lnTo>
                <a:lnTo>
                  <a:pt x="2676067" y="920013"/>
                </a:lnTo>
                <a:lnTo>
                  <a:pt x="2676525" y="918895"/>
                </a:lnTo>
                <a:lnTo>
                  <a:pt x="2676525" y="916266"/>
                </a:lnTo>
                <a:close/>
              </a:path>
              <a:path w="4724400" h="92265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724400" h="922655">
                <a:moveTo>
                  <a:pt x="2724150" y="916266"/>
                </a:moveTo>
                <a:lnTo>
                  <a:pt x="2723692" y="915149"/>
                </a:lnTo>
                <a:lnTo>
                  <a:pt x="2721826" y="913282"/>
                </a:lnTo>
                <a:lnTo>
                  <a:pt x="2720708" y="912812"/>
                </a:lnTo>
                <a:lnTo>
                  <a:pt x="2718079" y="912812"/>
                </a:lnTo>
                <a:lnTo>
                  <a:pt x="2716961" y="913282"/>
                </a:lnTo>
                <a:lnTo>
                  <a:pt x="2715095" y="915149"/>
                </a:lnTo>
                <a:lnTo>
                  <a:pt x="2714625" y="916266"/>
                </a:lnTo>
                <a:lnTo>
                  <a:pt x="2714625" y="918895"/>
                </a:lnTo>
                <a:lnTo>
                  <a:pt x="2715095" y="920013"/>
                </a:lnTo>
                <a:lnTo>
                  <a:pt x="2716961" y="921880"/>
                </a:lnTo>
                <a:lnTo>
                  <a:pt x="2718079" y="922337"/>
                </a:lnTo>
                <a:lnTo>
                  <a:pt x="2720708" y="922337"/>
                </a:lnTo>
                <a:lnTo>
                  <a:pt x="2721826" y="921880"/>
                </a:lnTo>
                <a:lnTo>
                  <a:pt x="2723692" y="920013"/>
                </a:lnTo>
                <a:lnTo>
                  <a:pt x="2724150" y="918895"/>
                </a:lnTo>
                <a:lnTo>
                  <a:pt x="2724150" y="916266"/>
                </a:lnTo>
                <a:close/>
              </a:path>
              <a:path w="4724400" h="92265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724400" h="922655">
                <a:moveTo>
                  <a:pt x="2771775" y="916266"/>
                </a:moveTo>
                <a:lnTo>
                  <a:pt x="2771317" y="915149"/>
                </a:lnTo>
                <a:lnTo>
                  <a:pt x="2769451" y="913282"/>
                </a:lnTo>
                <a:lnTo>
                  <a:pt x="2768333" y="912812"/>
                </a:lnTo>
                <a:lnTo>
                  <a:pt x="2765704" y="912812"/>
                </a:lnTo>
                <a:lnTo>
                  <a:pt x="2764586" y="913282"/>
                </a:lnTo>
                <a:lnTo>
                  <a:pt x="2762720" y="915149"/>
                </a:lnTo>
                <a:lnTo>
                  <a:pt x="2762250" y="916266"/>
                </a:lnTo>
                <a:lnTo>
                  <a:pt x="2762250" y="918895"/>
                </a:lnTo>
                <a:lnTo>
                  <a:pt x="2762720" y="920013"/>
                </a:lnTo>
                <a:lnTo>
                  <a:pt x="2764586" y="921880"/>
                </a:lnTo>
                <a:lnTo>
                  <a:pt x="2765704" y="922337"/>
                </a:lnTo>
                <a:lnTo>
                  <a:pt x="2768333" y="922337"/>
                </a:lnTo>
                <a:lnTo>
                  <a:pt x="2769451" y="921880"/>
                </a:lnTo>
                <a:lnTo>
                  <a:pt x="2771317" y="920013"/>
                </a:lnTo>
                <a:lnTo>
                  <a:pt x="2771775" y="918895"/>
                </a:lnTo>
                <a:lnTo>
                  <a:pt x="2771775" y="916266"/>
                </a:lnTo>
                <a:close/>
              </a:path>
              <a:path w="4724400" h="92265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724400" h="922655">
                <a:moveTo>
                  <a:pt x="2819400" y="916266"/>
                </a:moveTo>
                <a:lnTo>
                  <a:pt x="2818942" y="915149"/>
                </a:lnTo>
                <a:lnTo>
                  <a:pt x="2817076" y="913282"/>
                </a:lnTo>
                <a:lnTo>
                  <a:pt x="2815958" y="912812"/>
                </a:lnTo>
                <a:lnTo>
                  <a:pt x="2813329" y="912812"/>
                </a:lnTo>
                <a:lnTo>
                  <a:pt x="2812211" y="913282"/>
                </a:lnTo>
                <a:lnTo>
                  <a:pt x="2810345" y="915149"/>
                </a:lnTo>
                <a:lnTo>
                  <a:pt x="2809875" y="916266"/>
                </a:lnTo>
                <a:lnTo>
                  <a:pt x="2809875" y="918895"/>
                </a:lnTo>
                <a:lnTo>
                  <a:pt x="2810345" y="920013"/>
                </a:lnTo>
                <a:lnTo>
                  <a:pt x="2812211" y="921880"/>
                </a:lnTo>
                <a:lnTo>
                  <a:pt x="2813329" y="922337"/>
                </a:lnTo>
                <a:lnTo>
                  <a:pt x="2815958" y="922337"/>
                </a:lnTo>
                <a:lnTo>
                  <a:pt x="2817076" y="921880"/>
                </a:lnTo>
                <a:lnTo>
                  <a:pt x="2818942" y="920013"/>
                </a:lnTo>
                <a:lnTo>
                  <a:pt x="2819400" y="918895"/>
                </a:lnTo>
                <a:lnTo>
                  <a:pt x="2819400" y="916266"/>
                </a:lnTo>
                <a:close/>
              </a:path>
              <a:path w="4724400" h="92265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724400" h="922655">
                <a:moveTo>
                  <a:pt x="2867025" y="916266"/>
                </a:moveTo>
                <a:lnTo>
                  <a:pt x="2866567" y="915149"/>
                </a:lnTo>
                <a:lnTo>
                  <a:pt x="2864701" y="913282"/>
                </a:lnTo>
                <a:lnTo>
                  <a:pt x="2863583" y="912812"/>
                </a:lnTo>
                <a:lnTo>
                  <a:pt x="2860954" y="912812"/>
                </a:lnTo>
                <a:lnTo>
                  <a:pt x="2859836" y="913282"/>
                </a:lnTo>
                <a:lnTo>
                  <a:pt x="2857970" y="915149"/>
                </a:lnTo>
                <a:lnTo>
                  <a:pt x="2857500" y="916266"/>
                </a:lnTo>
                <a:lnTo>
                  <a:pt x="2857500" y="918895"/>
                </a:lnTo>
                <a:lnTo>
                  <a:pt x="2857970" y="920013"/>
                </a:lnTo>
                <a:lnTo>
                  <a:pt x="2859836" y="921880"/>
                </a:lnTo>
                <a:lnTo>
                  <a:pt x="2860954" y="922337"/>
                </a:lnTo>
                <a:lnTo>
                  <a:pt x="2863583" y="922337"/>
                </a:lnTo>
                <a:lnTo>
                  <a:pt x="2864701" y="921880"/>
                </a:lnTo>
                <a:lnTo>
                  <a:pt x="2866567" y="920013"/>
                </a:lnTo>
                <a:lnTo>
                  <a:pt x="2867025" y="918895"/>
                </a:lnTo>
                <a:lnTo>
                  <a:pt x="2867025" y="916266"/>
                </a:lnTo>
                <a:close/>
              </a:path>
              <a:path w="4724400" h="92265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724400" h="922655">
                <a:moveTo>
                  <a:pt x="2914650" y="916266"/>
                </a:moveTo>
                <a:lnTo>
                  <a:pt x="2914192" y="915149"/>
                </a:lnTo>
                <a:lnTo>
                  <a:pt x="2912326" y="913282"/>
                </a:lnTo>
                <a:lnTo>
                  <a:pt x="2911208" y="912812"/>
                </a:lnTo>
                <a:lnTo>
                  <a:pt x="2908579" y="912812"/>
                </a:lnTo>
                <a:lnTo>
                  <a:pt x="2907461" y="913282"/>
                </a:lnTo>
                <a:lnTo>
                  <a:pt x="2905595" y="915149"/>
                </a:lnTo>
                <a:lnTo>
                  <a:pt x="2905125" y="916266"/>
                </a:lnTo>
                <a:lnTo>
                  <a:pt x="2905125" y="918895"/>
                </a:lnTo>
                <a:lnTo>
                  <a:pt x="2905595" y="920013"/>
                </a:lnTo>
                <a:lnTo>
                  <a:pt x="2907461" y="921880"/>
                </a:lnTo>
                <a:lnTo>
                  <a:pt x="2908579" y="922337"/>
                </a:lnTo>
                <a:lnTo>
                  <a:pt x="2911208" y="922337"/>
                </a:lnTo>
                <a:lnTo>
                  <a:pt x="2912326" y="921880"/>
                </a:lnTo>
                <a:lnTo>
                  <a:pt x="2914192" y="920013"/>
                </a:lnTo>
                <a:lnTo>
                  <a:pt x="2914650" y="918895"/>
                </a:lnTo>
                <a:lnTo>
                  <a:pt x="2914650" y="916266"/>
                </a:lnTo>
                <a:close/>
              </a:path>
              <a:path w="4724400" h="92265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724400" h="922655">
                <a:moveTo>
                  <a:pt x="2962275" y="916266"/>
                </a:moveTo>
                <a:lnTo>
                  <a:pt x="2961817" y="915149"/>
                </a:lnTo>
                <a:lnTo>
                  <a:pt x="2959951" y="913282"/>
                </a:lnTo>
                <a:lnTo>
                  <a:pt x="2958833" y="912812"/>
                </a:lnTo>
                <a:lnTo>
                  <a:pt x="2956204" y="912812"/>
                </a:lnTo>
                <a:lnTo>
                  <a:pt x="2955086" y="913282"/>
                </a:lnTo>
                <a:lnTo>
                  <a:pt x="2953220" y="915149"/>
                </a:lnTo>
                <a:lnTo>
                  <a:pt x="2952750" y="916266"/>
                </a:lnTo>
                <a:lnTo>
                  <a:pt x="2952750" y="918895"/>
                </a:lnTo>
                <a:lnTo>
                  <a:pt x="2953220" y="920013"/>
                </a:lnTo>
                <a:lnTo>
                  <a:pt x="2955086" y="921880"/>
                </a:lnTo>
                <a:lnTo>
                  <a:pt x="2956204" y="922337"/>
                </a:lnTo>
                <a:lnTo>
                  <a:pt x="2958833" y="922337"/>
                </a:lnTo>
                <a:lnTo>
                  <a:pt x="2959951" y="921880"/>
                </a:lnTo>
                <a:lnTo>
                  <a:pt x="2961817" y="920013"/>
                </a:lnTo>
                <a:lnTo>
                  <a:pt x="2962275" y="918895"/>
                </a:lnTo>
                <a:lnTo>
                  <a:pt x="2962275" y="916266"/>
                </a:lnTo>
                <a:close/>
              </a:path>
              <a:path w="4724400" h="92265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724400" h="922655">
                <a:moveTo>
                  <a:pt x="3009900" y="916266"/>
                </a:moveTo>
                <a:lnTo>
                  <a:pt x="3009442" y="915149"/>
                </a:lnTo>
                <a:lnTo>
                  <a:pt x="3007576" y="913282"/>
                </a:lnTo>
                <a:lnTo>
                  <a:pt x="3006458" y="912812"/>
                </a:lnTo>
                <a:lnTo>
                  <a:pt x="3003829" y="912812"/>
                </a:lnTo>
                <a:lnTo>
                  <a:pt x="3002711" y="913282"/>
                </a:lnTo>
                <a:lnTo>
                  <a:pt x="3000845" y="915149"/>
                </a:lnTo>
                <a:lnTo>
                  <a:pt x="3000375" y="916266"/>
                </a:lnTo>
                <a:lnTo>
                  <a:pt x="3000375" y="918895"/>
                </a:lnTo>
                <a:lnTo>
                  <a:pt x="3000845" y="920013"/>
                </a:lnTo>
                <a:lnTo>
                  <a:pt x="3002711" y="921880"/>
                </a:lnTo>
                <a:lnTo>
                  <a:pt x="3003829" y="922337"/>
                </a:lnTo>
                <a:lnTo>
                  <a:pt x="3006458" y="922337"/>
                </a:lnTo>
                <a:lnTo>
                  <a:pt x="3007576" y="921880"/>
                </a:lnTo>
                <a:lnTo>
                  <a:pt x="3009442" y="920013"/>
                </a:lnTo>
                <a:lnTo>
                  <a:pt x="3009900" y="918895"/>
                </a:lnTo>
                <a:lnTo>
                  <a:pt x="3009900" y="916266"/>
                </a:lnTo>
                <a:close/>
              </a:path>
              <a:path w="4724400" h="92265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724400" h="922655">
                <a:moveTo>
                  <a:pt x="3057525" y="916266"/>
                </a:moveTo>
                <a:lnTo>
                  <a:pt x="3057067" y="915149"/>
                </a:lnTo>
                <a:lnTo>
                  <a:pt x="3055201" y="913282"/>
                </a:lnTo>
                <a:lnTo>
                  <a:pt x="3054083" y="912812"/>
                </a:lnTo>
                <a:lnTo>
                  <a:pt x="3051454" y="912812"/>
                </a:lnTo>
                <a:lnTo>
                  <a:pt x="3050336" y="913282"/>
                </a:lnTo>
                <a:lnTo>
                  <a:pt x="3048470" y="915149"/>
                </a:lnTo>
                <a:lnTo>
                  <a:pt x="3048000" y="916266"/>
                </a:lnTo>
                <a:lnTo>
                  <a:pt x="3048000" y="918895"/>
                </a:lnTo>
                <a:lnTo>
                  <a:pt x="3048470" y="920013"/>
                </a:lnTo>
                <a:lnTo>
                  <a:pt x="3050336" y="921880"/>
                </a:lnTo>
                <a:lnTo>
                  <a:pt x="3051454" y="922337"/>
                </a:lnTo>
                <a:lnTo>
                  <a:pt x="3054083" y="922337"/>
                </a:lnTo>
                <a:lnTo>
                  <a:pt x="3055201" y="921880"/>
                </a:lnTo>
                <a:lnTo>
                  <a:pt x="3057067" y="920013"/>
                </a:lnTo>
                <a:lnTo>
                  <a:pt x="3057525" y="918895"/>
                </a:lnTo>
                <a:lnTo>
                  <a:pt x="3057525" y="916266"/>
                </a:lnTo>
                <a:close/>
              </a:path>
              <a:path w="4724400" h="92265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724400" h="922655">
                <a:moveTo>
                  <a:pt x="3105150" y="916266"/>
                </a:moveTo>
                <a:lnTo>
                  <a:pt x="3104692" y="915149"/>
                </a:lnTo>
                <a:lnTo>
                  <a:pt x="3102826" y="913282"/>
                </a:lnTo>
                <a:lnTo>
                  <a:pt x="3101708" y="912812"/>
                </a:lnTo>
                <a:lnTo>
                  <a:pt x="3099079" y="912812"/>
                </a:lnTo>
                <a:lnTo>
                  <a:pt x="3097961" y="913282"/>
                </a:lnTo>
                <a:lnTo>
                  <a:pt x="3096095" y="915149"/>
                </a:lnTo>
                <a:lnTo>
                  <a:pt x="3095625" y="916266"/>
                </a:lnTo>
                <a:lnTo>
                  <a:pt x="3095625" y="918895"/>
                </a:lnTo>
                <a:lnTo>
                  <a:pt x="3096095" y="920013"/>
                </a:lnTo>
                <a:lnTo>
                  <a:pt x="3097961" y="921880"/>
                </a:lnTo>
                <a:lnTo>
                  <a:pt x="3099079" y="922337"/>
                </a:lnTo>
                <a:lnTo>
                  <a:pt x="3101708" y="922337"/>
                </a:lnTo>
                <a:lnTo>
                  <a:pt x="3102826" y="921880"/>
                </a:lnTo>
                <a:lnTo>
                  <a:pt x="3104692" y="920013"/>
                </a:lnTo>
                <a:lnTo>
                  <a:pt x="3105150" y="918895"/>
                </a:lnTo>
                <a:lnTo>
                  <a:pt x="3105150" y="916266"/>
                </a:lnTo>
                <a:close/>
              </a:path>
              <a:path w="4724400" h="92265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724400" h="922655">
                <a:moveTo>
                  <a:pt x="3152775" y="916266"/>
                </a:moveTo>
                <a:lnTo>
                  <a:pt x="3152317" y="915149"/>
                </a:lnTo>
                <a:lnTo>
                  <a:pt x="3150451" y="913282"/>
                </a:lnTo>
                <a:lnTo>
                  <a:pt x="3149333" y="912812"/>
                </a:lnTo>
                <a:lnTo>
                  <a:pt x="3146704" y="912812"/>
                </a:lnTo>
                <a:lnTo>
                  <a:pt x="3145586" y="913282"/>
                </a:lnTo>
                <a:lnTo>
                  <a:pt x="3143720" y="915149"/>
                </a:lnTo>
                <a:lnTo>
                  <a:pt x="3143250" y="916266"/>
                </a:lnTo>
                <a:lnTo>
                  <a:pt x="3143250" y="918895"/>
                </a:lnTo>
                <a:lnTo>
                  <a:pt x="3143720" y="920013"/>
                </a:lnTo>
                <a:lnTo>
                  <a:pt x="3145586" y="921880"/>
                </a:lnTo>
                <a:lnTo>
                  <a:pt x="3146704" y="922337"/>
                </a:lnTo>
                <a:lnTo>
                  <a:pt x="3149333" y="922337"/>
                </a:lnTo>
                <a:lnTo>
                  <a:pt x="3150451" y="921880"/>
                </a:lnTo>
                <a:lnTo>
                  <a:pt x="3152317" y="920013"/>
                </a:lnTo>
                <a:lnTo>
                  <a:pt x="3152775" y="918895"/>
                </a:lnTo>
                <a:lnTo>
                  <a:pt x="3152775" y="916266"/>
                </a:lnTo>
                <a:close/>
              </a:path>
              <a:path w="4724400" h="92265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724400" h="922655">
                <a:moveTo>
                  <a:pt x="3200400" y="916266"/>
                </a:moveTo>
                <a:lnTo>
                  <a:pt x="3199942" y="915149"/>
                </a:lnTo>
                <a:lnTo>
                  <a:pt x="3198076" y="913282"/>
                </a:lnTo>
                <a:lnTo>
                  <a:pt x="3196958" y="912812"/>
                </a:lnTo>
                <a:lnTo>
                  <a:pt x="3194329" y="912812"/>
                </a:lnTo>
                <a:lnTo>
                  <a:pt x="3193211" y="913282"/>
                </a:lnTo>
                <a:lnTo>
                  <a:pt x="3191345" y="915149"/>
                </a:lnTo>
                <a:lnTo>
                  <a:pt x="3190875" y="916266"/>
                </a:lnTo>
                <a:lnTo>
                  <a:pt x="3190875" y="918895"/>
                </a:lnTo>
                <a:lnTo>
                  <a:pt x="3191345" y="920013"/>
                </a:lnTo>
                <a:lnTo>
                  <a:pt x="3193211" y="921880"/>
                </a:lnTo>
                <a:lnTo>
                  <a:pt x="3194329" y="922337"/>
                </a:lnTo>
                <a:lnTo>
                  <a:pt x="3196958" y="922337"/>
                </a:lnTo>
                <a:lnTo>
                  <a:pt x="3198076" y="921880"/>
                </a:lnTo>
                <a:lnTo>
                  <a:pt x="3199942" y="920013"/>
                </a:lnTo>
                <a:lnTo>
                  <a:pt x="3200400" y="918895"/>
                </a:lnTo>
                <a:lnTo>
                  <a:pt x="3200400" y="916266"/>
                </a:lnTo>
                <a:close/>
              </a:path>
              <a:path w="4724400" h="92265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724400" h="922655">
                <a:moveTo>
                  <a:pt x="3248025" y="916266"/>
                </a:moveTo>
                <a:lnTo>
                  <a:pt x="3247567" y="915149"/>
                </a:lnTo>
                <a:lnTo>
                  <a:pt x="3245701" y="913282"/>
                </a:lnTo>
                <a:lnTo>
                  <a:pt x="3244583" y="912812"/>
                </a:lnTo>
                <a:lnTo>
                  <a:pt x="3241954" y="912812"/>
                </a:lnTo>
                <a:lnTo>
                  <a:pt x="3240836" y="913282"/>
                </a:lnTo>
                <a:lnTo>
                  <a:pt x="3238970" y="915149"/>
                </a:lnTo>
                <a:lnTo>
                  <a:pt x="3238500" y="916266"/>
                </a:lnTo>
                <a:lnTo>
                  <a:pt x="3238500" y="918895"/>
                </a:lnTo>
                <a:lnTo>
                  <a:pt x="3238970" y="920013"/>
                </a:lnTo>
                <a:lnTo>
                  <a:pt x="3240836" y="921880"/>
                </a:lnTo>
                <a:lnTo>
                  <a:pt x="3241954" y="922337"/>
                </a:lnTo>
                <a:lnTo>
                  <a:pt x="3244583" y="922337"/>
                </a:lnTo>
                <a:lnTo>
                  <a:pt x="3245701" y="921880"/>
                </a:lnTo>
                <a:lnTo>
                  <a:pt x="3247567" y="920013"/>
                </a:lnTo>
                <a:lnTo>
                  <a:pt x="3248025" y="918895"/>
                </a:lnTo>
                <a:lnTo>
                  <a:pt x="3248025" y="916266"/>
                </a:lnTo>
                <a:close/>
              </a:path>
              <a:path w="4724400" h="92265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724400" h="922655">
                <a:moveTo>
                  <a:pt x="3295650" y="916266"/>
                </a:moveTo>
                <a:lnTo>
                  <a:pt x="3295192" y="915149"/>
                </a:lnTo>
                <a:lnTo>
                  <a:pt x="3293326" y="913282"/>
                </a:lnTo>
                <a:lnTo>
                  <a:pt x="3292208" y="912812"/>
                </a:lnTo>
                <a:lnTo>
                  <a:pt x="3289579" y="912812"/>
                </a:lnTo>
                <a:lnTo>
                  <a:pt x="3288461" y="913282"/>
                </a:lnTo>
                <a:lnTo>
                  <a:pt x="3286595" y="915149"/>
                </a:lnTo>
                <a:lnTo>
                  <a:pt x="3286125" y="916266"/>
                </a:lnTo>
                <a:lnTo>
                  <a:pt x="3286125" y="918895"/>
                </a:lnTo>
                <a:lnTo>
                  <a:pt x="3286595" y="920013"/>
                </a:lnTo>
                <a:lnTo>
                  <a:pt x="3288461" y="921880"/>
                </a:lnTo>
                <a:lnTo>
                  <a:pt x="3289579" y="922337"/>
                </a:lnTo>
                <a:lnTo>
                  <a:pt x="3292208" y="922337"/>
                </a:lnTo>
                <a:lnTo>
                  <a:pt x="3293326" y="921880"/>
                </a:lnTo>
                <a:lnTo>
                  <a:pt x="3295192" y="920013"/>
                </a:lnTo>
                <a:lnTo>
                  <a:pt x="3295650" y="918895"/>
                </a:lnTo>
                <a:lnTo>
                  <a:pt x="3295650" y="916266"/>
                </a:lnTo>
                <a:close/>
              </a:path>
              <a:path w="4724400" h="92265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724400" h="922655">
                <a:moveTo>
                  <a:pt x="3343275" y="916266"/>
                </a:moveTo>
                <a:lnTo>
                  <a:pt x="3342817" y="915149"/>
                </a:lnTo>
                <a:lnTo>
                  <a:pt x="3340951" y="913282"/>
                </a:lnTo>
                <a:lnTo>
                  <a:pt x="3339833" y="912812"/>
                </a:lnTo>
                <a:lnTo>
                  <a:pt x="3337204" y="912812"/>
                </a:lnTo>
                <a:lnTo>
                  <a:pt x="3336074" y="913282"/>
                </a:lnTo>
                <a:lnTo>
                  <a:pt x="3334220" y="915149"/>
                </a:lnTo>
                <a:lnTo>
                  <a:pt x="3333750" y="916266"/>
                </a:lnTo>
                <a:lnTo>
                  <a:pt x="3333750" y="918895"/>
                </a:lnTo>
                <a:lnTo>
                  <a:pt x="3334220" y="920013"/>
                </a:lnTo>
                <a:lnTo>
                  <a:pt x="3336074" y="921880"/>
                </a:lnTo>
                <a:lnTo>
                  <a:pt x="3337204" y="922337"/>
                </a:lnTo>
                <a:lnTo>
                  <a:pt x="3339833" y="922337"/>
                </a:lnTo>
                <a:lnTo>
                  <a:pt x="3340951" y="921880"/>
                </a:lnTo>
                <a:lnTo>
                  <a:pt x="3342817" y="920013"/>
                </a:lnTo>
                <a:lnTo>
                  <a:pt x="3343275" y="918895"/>
                </a:lnTo>
                <a:lnTo>
                  <a:pt x="3343275" y="916266"/>
                </a:lnTo>
                <a:close/>
              </a:path>
              <a:path w="4724400" h="92265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724400" h="922655">
                <a:moveTo>
                  <a:pt x="3390900" y="916266"/>
                </a:moveTo>
                <a:lnTo>
                  <a:pt x="3390442" y="915149"/>
                </a:lnTo>
                <a:lnTo>
                  <a:pt x="3388576" y="913282"/>
                </a:lnTo>
                <a:lnTo>
                  <a:pt x="3387458" y="912812"/>
                </a:lnTo>
                <a:lnTo>
                  <a:pt x="3384829" y="912812"/>
                </a:lnTo>
                <a:lnTo>
                  <a:pt x="3383699" y="913282"/>
                </a:lnTo>
                <a:lnTo>
                  <a:pt x="3381845" y="915149"/>
                </a:lnTo>
                <a:lnTo>
                  <a:pt x="3381375" y="916266"/>
                </a:lnTo>
                <a:lnTo>
                  <a:pt x="3381375" y="918895"/>
                </a:lnTo>
                <a:lnTo>
                  <a:pt x="3381845" y="920013"/>
                </a:lnTo>
                <a:lnTo>
                  <a:pt x="3383699" y="921880"/>
                </a:lnTo>
                <a:lnTo>
                  <a:pt x="3384829" y="922337"/>
                </a:lnTo>
                <a:lnTo>
                  <a:pt x="3387458" y="922337"/>
                </a:lnTo>
                <a:lnTo>
                  <a:pt x="3388576" y="921880"/>
                </a:lnTo>
                <a:lnTo>
                  <a:pt x="3390442" y="920013"/>
                </a:lnTo>
                <a:lnTo>
                  <a:pt x="3390900" y="918895"/>
                </a:lnTo>
                <a:lnTo>
                  <a:pt x="3390900" y="916266"/>
                </a:lnTo>
                <a:close/>
              </a:path>
              <a:path w="4724400" h="92265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724400" h="922655">
                <a:moveTo>
                  <a:pt x="3438525" y="916266"/>
                </a:moveTo>
                <a:lnTo>
                  <a:pt x="3438067" y="915149"/>
                </a:lnTo>
                <a:lnTo>
                  <a:pt x="3436201" y="913282"/>
                </a:lnTo>
                <a:lnTo>
                  <a:pt x="3435083" y="912812"/>
                </a:lnTo>
                <a:lnTo>
                  <a:pt x="3432454" y="912812"/>
                </a:lnTo>
                <a:lnTo>
                  <a:pt x="3431336" y="913282"/>
                </a:lnTo>
                <a:lnTo>
                  <a:pt x="3429470" y="915149"/>
                </a:lnTo>
                <a:lnTo>
                  <a:pt x="3429000" y="916266"/>
                </a:lnTo>
                <a:lnTo>
                  <a:pt x="3429000" y="918895"/>
                </a:lnTo>
                <a:lnTo>
                  <a:pt x="3429470" y="920013"/>
                </a:lnTo>
                <a:lnTo>
                  <a:pt x="3431336" y="921880"/>
                </a:lnTo>
                <a:lnTo>
                  <a:pt x="3432454" y="922337"/>
                </a:lnTo>
                <a:lnTo>
                  <a:pt x="3435083" y="922337"/>
                </a:lnTo>
                <a:lnTo>
                  <a:pt x="3436201" y="921880"/>
                </a:lnTo>
                <a:lnTo>
                  <a:pt x="3438067" y="920013"/>
                </a:lnTo>
                <a:lnTo>
                  <a:pt x="3438525" y="918895"/>
                </a:lnTo>
                <a:lnTo>
                  <a:pt x="3438525" y="916266"/>
                </a:lnTo>
                <a:close/>
              </a:path>
              <a:path w="4724400" h="92265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724400" h="922655">
                <a:moveTo>
                  <a:pt x="3486150" y="916266"/>
                </a:moveTo>
                <a:lnTo>
                  <a:pt x="3485692" y="915149"/>
                </a:lnTo>
                <a:lnTo>
                  <a:pt x="3483826" y="913282"/>
                </a:lnTo>
                <a:lnTo>
                  <a:pt x="3482708" y="912812"/>
                </a:lnTo>
                <a:lnTo>
                  <a:pt x="3480079" y="912812"/>
                </a:lnTo>
                <a:lnTo>
                  <a:pt x="3478961" y="913282"/>
                </a:lnTo>
                <a:lnTo>
                  <a:pt x="3477095" y="915149"/>
                </a:lnTo>
                <a:lnTo>
                  <a:pt x="3476625" y="916266"/>
                </a:lnTo>
                <a:lnTo>
                  <a:pt x="3476625" y="918895"/>
                </a:lnTo>
                <a:lnTo>
                  <a:pt x="3477095" y="920013"/>
                </a:lnTo>
                <a:lnTo>
                  <a:pt x="3478961" y="921880"/>
                </a:lnTo>
                <a:lnTo>
                  <a:pt x="3480079" y="922337"/>
                </a:lnTo>
                <a:lnTo>
                  <a:pt x="3482708" y="922337"/>
                </a:lnTo>
                <a:lnTo>
                  <a:pt x="3483826" y="921880"/>
                </a:lnTo>
                <a:lnTo>
                  <a:pt x="3485692" y="920013"/>
                </a:lnTo>
                <a:lnTo>
                  <a:pt x="3486150" y="918895"/>
                </a:lnTo>
                <a:lnTo>
                  <a:pt x="3486150" y="916266"/>
                </a:lnTo>
                <a:close/>
              </a:path>
              <a:path w="4724400" h="92265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724400" h="922655">
                <a:moveTo>
                  <a:pt x="3533775" y="916266"/>
                </a:moveTo>
                <a:lnTo>
                  <a:pt x="3533317" y="915149"/>
                </a:lnTo>
                <a:lnTo>
                  <a:pt x="3531451" y="913282"/>
                </a:lnTo>
                <a:lnTo>
                  <a:pt x="3530333" y="912812"/>
                </a:lnTo>
                <a:lnTo>
                  <a:pt x="3527704" y="912812"/>
                </a:lnTo>
                <a:lnTo>
                  <a:pt x="3526586" y="913282"/>
                </a:lnTo>
                <a:lnTo>
                  <a:pt x="3524720" y="915149"/>
                </a:lnTo>
                <a:lnTo>
                  <a:pt x="3524250" y="916266"/>
                </a:lnTo>
                <a:lnTo>
                  <a:pt x="3524250" y="918895"/>
                </a:lnTo>
                <a:lnTo>
                  <a:pt x="3524720" y="920013"/>
                </a:lnTo>
                <a:lnTo>
                  <a:pt x="3526586" y="921880"/>
                </a:lnTo>
                <a:lnTo>
                  <a:pt x="3527704" y="922337"/>
                </a:lnTo>
                <a:lnTo>
                  <a:pt x="3530333" y="922337"/>
                </a:lnTo>
                <a:lnTo>
                  <a:pt x="3531451" y="921880"/>
                </a:lnTo>
                <a:lnTo>
                  <a:pt x="3533317" y="920013"/>
                </a:lnTo>
                <a:lnTo>
                  <a:pt x="3533775" y="918895"/>
                </a:lnTo>
                <a:lnTo>
                  <a:pt x="3533775" y="916266"/>
                </a:lnTo>
                <a:close/>
              </a:path>
              <a:path w="4724400" h="92265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724400" h="922655">
                <a:moveTo>
                  <a:pt x="3581400" y="916266"/>
                </a:moveTo>
                <a:lnTo>
                  <a:pt x="3580942" y="915149"/>
                </a:lnTo>
                <a:lnTo>
                  <a:pt x="3579076" y="913282"/>
                </a:lnTo>
                <a:lnTo>
                  <a:pt x="3577958" y="912812"/>
                </a:lnTo>
                <a:lnTo>
                  <a:pt x="3575329" y="912812"/>
                </a:lnTo>
                <a:lnTo>
                  <a:pt x="3574211" y="913282"/>
                </a:lnTo>
                <a:lnTo>
                  <a:pt x="3572345" y="915149"/>
                </a:lnTo>
                <a:lnTo>
                  <a:pt x="3571875" y="916266"/>
                </a:lnTo>
                <a:lnTo>
                  <a:pt x="3571875" y="918895"/>
                </a:lnTo>
                <a:lnTo>
                  <a:pt x="3572345" y="920013"/>
                </a:lnTo>
                <a:lnTo>
                  <a:pt x="3574211" y="921880"/>
                </a:lnTo>
                <a:lnTo>
                  <a:pt x="3575329" y="922337"/>
                </a:lnTo>
                <a:lnTo>
                  <a:pt x="3577958" y="922337"/>
                </a:lnTo>
                <a:lnTo>
                  <a:pt x="3579076" y="921880"/>
                </a:lnTo>
                <a:lnTo>
                  <a:pt x="3580942" y="920013"/>
                </a:lnTo>
                <a:lnTo>
                  <a:pt x="3581400" y="918895"/>
                </a:lnTo>
                <a:lnTo>
                  <a:pt x="3581400" y="916266"/>
                </a:lnTo>
                <a:close/>
              </a:path>
              <a:path w="4724400" h="92265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724400" h="922655">
                <a:moveTo>
                  <a:pt x="3629025" y="916266"/>
                </a:moveTo>
                <a:lnTo>
                  <a:pt x="3628567" y="915149"/>
                </a:lnTo>
                <a:lnTo>
                  <a:pt x="3626701" y="913282"/>
                </a:lnTo>
                <a:lnTo>
                  <a:pt x="3625583" y="912812"/>
                </a:lnTo>
                <a:lnTo>
                  <a:pt x="3622954" y="912812"/>
                </a:lnTo>
                <a:lnTo>
                  <a:pt x="3621836" y="913282"/>
                </a:lnTo>
                <a:lnTo>
                  <a:pt x="3619970" y="915149"/>
                </a:lnTo>
                <a:lnTo>
                  <a:pt x="3619500" y="916266"/>
                </a:lnTo>
                <a:lnTo>
                  <a:pt x="3619500" y="918895"/>
                </a:lnTo>
                <a:lnTo>
                  <a:pt x="3619970" y="920013"/>
                </a:lnTo>
                <a:lnTo>
                  <a:pt x="3621836" y="921880"/>
                </a:lnTo>
                <a:lnTo>
                  <a:pt x="3622954" y="922337"/>
                </a:lnTo>
                <a:lnTo>
                  <a:pt x="3625583" y="922337"/>
                </a:lnTo>
                <a:lnTo>
                  <a:pt x="3626701" y="921880"/>
                </a:lnTo>
                <a:lnTo>
                  <a:pt x="3628567" y="920013"/>
                </a:lnTo>
                <a:lnTo>
                  <a:pt x="3629025" y="918895"/>
                </a:lnTo>
                <a:lnTo>
                  <a:pt x="3629025" y="916266"/>
                </a:lnTo>
                <a:close/>
              </a:path>
              <a:path w="4724400" h="92265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724400" h="922655">
                <a:moveTo>
                  <a:pt x="3676650" y="916266"/>
                </a:moveTo>
                <a:lnTo>
                  <a:pt x="3676192" y="915149"/>
                </a:lnTo>
                <a:lnTo>
                  <a:pt x="3674326" y="913282"/>
                </a:lnTo>
                <a:lnTo>
                  <a:pt x="3673208" y="912812"/>
                </a:lnTo>
                <a:lnTo>
                  <a:pt x="3670579" y="912812"/>
                </a:lnTo>
                <a:lnTo>
                  <a:pt x="3669461" y="913282"/>
                </a:lnTo>
                <a:lnTo>
                  <a:pt x="3667595" y="915149"/>
                </a:lnTo>
                <a:lnTo>
                  <a:pt x="3667125" y="916266"/>
                </a:lnTo>
                <a:lnTo>
                  <a:pt x="3667125" y="918895"/>
                </a:lnTo>
                <a:lnTo>
                  <a:pt x="3667595" y="920013"/>
                </a:lnTo>
                <a:lnTo>
                  <a:pt x="3669461" y="921880"/>
                </a:lnTo>
                <a:lnTo>
                  <a:pt x="3670579" y="922337"/>
                </a:lnTo>
                <a:lnTo>
                  <a:pt x="3673208" y="922337"/>
                </a:lnTo>
                <a:lnTo>
                  <a:pt x="3674326" y="921880"/>
                </a:lnTo>
                <a:lnTo>
                  <a:pt x="3676192" y="920013"/>
                </a:lnTo>
                <a:lnTo>
                  <a:pt x="3676650" y="918895"/>
                </a:lnTo>
                <a:lnTo>
                  <a:pt x="3676650" y="916266"/>
                </a:lnTo>
                <a:close/>
              </a:path>
              <a:path w="4724400" h="92265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724400" h="922655">
                <a:moveTo>
                  <a:pt x="3724275" y="916266"/>
                </a:moveTo>
                <a:lnTo>
                  <a:pt x="3723817" y="915149"/>
                </a:lnTo>
                <a:lnTo>
                  <a:pt x="3721951" y="913282"/>
                </a:lnTo>
                <a:lnTo>
                  <a:pt x="3720833" y="912812"/>
                </a:lnTo>
                <a:lnTo>
                  <a:pt x="3718204" y="912812"/>
                </a:lnTo>
                <a:lnTo>
                  <a:pt x="3717086" y="913282"/>
                </a:lnTo>
                <a:lnTo>
                  <a:pt x="3715220" y="915149"/>
                </a:lnTo>
                <a:lnTo>
                  <a:pt x="3714750" y="916266"/>
                </a:lnTo>
                <a:lnTo>
                  <a:pt x="3714750" y="918895"/>
                </a:lnTo>
                <a:lnTo>
                  <a:pt x="3715220" y="920013"/>
                </a:lnTo>
                <a:lnTo>
                  <a:pt x="3717086" y="921880"/>
                </a:lnTo>
                <a:lnTo>
                  <a:pt x="3718204" y="922337"/>
                </a:lnTo>
                <a:lnTo>
                  <a:pt x="3720833" y="922337"/>
                </a:lnTo>
                <a:lnTo>
                  <a:pt x="3721951" y="921880"/>
                </a:lnTo>
                <a:lnTo>
                  <a:pt x="3723817" y="920013"/>
                </a:lnTo>
                <a:lnTo>
                  <a:pt x="3724275" y="918895"/>
                </a:lnTo>
                <a:lnTo>
                  <a:pt x="3724275" y="916266"/>
                </a:lnTo>
                <a:close/>
              </a:path>
              <a:path w="4724400" h="92265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724400" h="922655">
                <a:moveTo>
                  <a:pt x="3771900" y="916266"/>
                </a:moveTo>
                <a:lnTo>
                  <a:pt x="3771442" y="915149"/>
                </a:lnTo>
                <a:lnTo>
                  <a:pt x="3769576" y="913282"/>
                </a:lnTo>
                <a:lnTo>
                  <a:pt x="3768458" y="912812"/>
                </a:lnTo>
                <a:lnTo>
                  <a:pt x="3765829" y="912812"/>
                </a:lnTo>
                <a:lnTo>
                  <a:pt x="3764711" y="913282"/>
                </a:lnTo>
                <a:lnTo>
                  <a:pt x="3762845" y="915149"/>
                </a:lnTo>
                <a:lnTo>
                  <a:pt x="3762375" y="916266"/>
                </a:lnTo>
                <a:lnTo>
                  <a:pt x="3762375" y="918895"/>
                </a:lnTo>
                <a:lnTo>
                  <a:pt x="3762845" y="920013"/>
                </a:lnTo>
                <a:lnTo>
                  <a:pt x="3764711" y="921880"/>
                </a:lnTo>
                <a:lnTo>
                  <a:pt x="3765829" y="922337"/>
                </a:lnTo>
                <a:lnTo>
                  <a:pt x="3768458" y="922337"/>
                </a:lnTo>
                <a:lnTo>
                  <a:pt x="3769576" y="921880"/>
                </a:lnTo>
                <a:lnTo>
                  <a:pt x="3771442" y="920013"/>
                </a:lnTo>
                <a:lnTo>
                  <a:pt x="3771900" y="918895"/>
                </a:lnTo>
                <a:lnTo>
                  <a:pt x="3771900" y="916266"/>
                </a:lnTo>
                <a:close/>
              </a:path>
              <a:path w="4724400" h="92265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724400" h="922655">
                <a:moveTo>
                  <a:pt x="3819525" y="916266"/>
                </a:moveTo>
                <a:lnTo>
                  <a:pt x="3819067" y="915149"/>
                </a:lnTo>
                <a:lnTo>
                  <a:pt x="3817201" y="913282"/>
                </a:lnTo>
                <a:lnTo>
                  <a:pt x="3816083" y="912812"/>
                </a:lnTo>
                <a:lnTo>
                  <a:pt x="3813454" y="912812"/>
                </a:lnTo>
                <a:lnTo>
                  <a:pt x="3812336" y="913282"/>
                </a:lnTo>
                <a:lnTo>
                  <a:pt x="3810470" y="915149"/>
                </a:lnTo>
                <a:lnTo>
                  <a:pt x="3810000" y="916266"/>
                </a:lnTo>
                <a:lnTo>
                  <a:pt x="3810000" y="918895"/>
                </a:lnTo>
                <a:lnTo>
                  <a:pt x="3810470" y="920013"/>
                </a:lnTo>
                <a:lnTo>
                  <a:pt x="3812336" y="921880"/>
                </a:lnTo>
                <a:lnTo>
                  <a:pt x="3813454" y="922337"/>
                </a:lnTo>
                <a:lnTo>
                  <a:pt x="3816083" y="922337"/>
                </a:lnTo>
                <a:lnTo>
                  <a:pt x="3817201" y="921880"/>
                </a:lnTo>
                <a:lnTo>
                  <a:pt x="3819067" y="920013"/>
                </a:lnTo>
                <a:lnTo>
                  <a:pt x="3819525" y="918895"/>
                </a:lnTo>
                <a:lnTo>
                  <a:pt x="3819525" y="916266"/>
                </a:lnTo>
                <a:close/>
              </a:path>
              <a:path w="4724400" h="92265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724400" h="922655">
                <a:moveTo>
                  <a:pt x="3867150" y="916266"/>
                </a:moveTo>
                <a:lnTo>
                  <a:pt x="3866692" y="915149"/>
                </a:lnTo>
                <a:lnTo>
                  <a:pt x="3864826" y="913282"/>
                </a:lnTo>
                <a:lnTo>
                  <a:pt x="3863708" y="912812"/>
                </a:lnTo>
                <a:lnTo>
                  <a:pt x="3861079" y="912812"/>
                </a:lnTo>
                <a:lnTo>
                  <a:pt x="3859949" y="913282"/>
                </a:lnTo>
                <a:lnTo>
                  <a:pt x="3858095" y="915149"/>
                </a:lnTo>
                <a:lnTo>
                  <a:pt x="3857625" y="916266"/>
                </a:lnTo>
                <a:lnTo>
                  <a:pt x="3857625" y="918895"/>
                </a:lnTo>
                <a:lnTo>
                  <a:pt x="3858095" y="920013"/>
                </a:lnTo>
                <a:lnTo>
                  <a:pt x="3859949" y="921880"/>
                </a:lnTo>
                <a:lnTo>
                  <a:pt x="3861079" y="922337"/>
                </a:lnTo>
                <a:lnTo>
                  <a:pt x="3863708" y="922337"/>
                </a:lnTo>
                <a:lnTo>
                  <a:pt x="3864826" y="921880"/>
                </a:lnTo>
                <a:lnTo>
                  <a:pt x="3866692" y="920013"/>
                </a:lnTo>
                <a:lnTo>
                  <a:pt x="3867150" y="918895"/>
                </a:lnTo>
                <a:lnTo>
                  <a:pt x="3867150" y="916266"/>
                </a:lnTo>
                <a:close/>
              </a:path>
              <a:path w="4724400" h="92265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724400" h="922655">
                <a:moveTo>
                  <a:pt x="3914775" y="916266"/>
                </a:moveTo>
                <a:lnTo>
                  <a:pt x="3914317" y="915149"/>
                </a:lnTo>
                <a:lnTo>
                  <a:pt x="3912451" y="913282"/>
                </a:lnTo>
                <a:lnTo>
                  <a:pt x="3911333" y="912812"/>
                </a:lnTo>
                <a:lnTo>
                  <a:pt x="3908704" y="912812"/>
                </a:lnTo>
                <a:lnTo>
                  <a:pt x="3907574" y="913282"/>
                </a:lnTo>
                <a:lnTo>
                  <a:pt x="3905720" y="915149"/>
                </a:lnTo>
                <a:lnTo>
                  <a:pt x="3905250" y="916266"/>
                </a:lnTo>
                <a:lnTo>
                  <a:pt x="3905250" y="918895"/>
                </a:lnTo>
                <a:lnTo>
                  <a:pt x="3905720" y="920013"/>
                </a:lnTo>
                <a:lnTo>
                  <a:pt x="3907574" y="921880"/>
                </a:lnTo>
                <a:lnTo>
                  <a:pt x="3908704" y="922337"/>
                </a:lnTo>
                <a:lnTo>
                  <a:pt x="3911333" y="922337"/>
                </a:lnTo>
                <a:lnTo>
                  <a:pt x="3912451" y="921880"/>
                </a:lnTo>
                <a:lnTo>
                  <a:pt x="3914317" y="920013"/>
                </a:lnTo>
                <a:lnTo>
                  <a:pt x="3914775" y="918895"/>
                </a:lnTo>
                <a:lnTo>
                  <a:pt x="3914775" y="916266"/>
                </a:lnTo>
                <a:close/>
              </a:path>
              <a:path w="4724400" h="92265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724400" h="922655">
                <a:moveTo>
                  <a:pt x="3962400" y="916266"/>
                </a:moveTo>
                <a:lnTo>
                  <a:pt x="3961942" y="915149"/>
                </a:lnTo>
                <a:lnTo>
                  <a:pt x="3960076" y="913282"/>
                </a:lnTo>
                <a:lnTo>
                  <a:pt x="3958958" y="912812"/>
                </a:lnTo>
                <a:lnTo>
                  <a:pt x="3956329" y="912812"/>
                </a:lnTo>
                <a:lnTo>
                  <a:pt x="3955199" y="913282"/>
                </a:lnTo>
                <a:lnTo>
                  <a:pt x="3953345" y="915149"/>
                </a:lnTo>
                <a:lnTo>
                  <a:pt x="3952875" y="916266"/>
                </a:lnTo>
                <a:lnTo>
                  <a:pt x="3952875" y="918895"/>
                </a:lnTo>
                <a:lnTo>
                  <a:pt x="3953345" y="920013"/>
                </a:lnTo>
                <a:lnTo>
                  <a:pt x="3955199" y="921880"/>
                </a:lnTo>
                <a:lnTo>
                  <a:pt x="3956329" y="922337"/>
                </a:lnTo>
                <a:lnTo>
                  <a:pt x="3958958" y="922337"/>
                </a:lnTo>
                <a:lnTo>
                  <a:pt x="3960076" y="921880"/>
                </a:lnTo>
                <a:lnTo>
                  <a:pt x="3961942" y="920013"/>
                </a:lnTo>
                <a:lnTo>
                  <a:pt x="3962400" y="918895"/>
                </a:lnTo>
                <a:lnTo>
                  <a:pt x="3962400" y="916266"/>
                </a:lnTo>
                <a:close/>
              </a:path>
              <a:path w="4724400" h="92265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199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199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724400" h="922655">
                <a:moveTo>
                  <a:pt x="4010025" y="916266"/>
                </a:moveTo>
                <a:lnTo>
                  <a:pt x="4009567" y="915149"/>
                </a:lnTo>
                <a:lnTo>
                  <a:pt x="4007701" y="913282"/>
                </a:lnTo>
                <a:lnTo>
                  <a:pt x="4006583" y="912812"/>
                </a:lnTo>
                <a:lnTo>
                  <a:pt x="4003954" y="912812"/>
                </a:lnTo>
                <a:lnTo>
                  <a:pt x="4002824" y="913282"/>
                </a:lnTo>
                <a:lnTo>
                  <a:pt x="4000970" y="915149"/>
                </a:lnTo>
                <a:lnTo>
                  <a:pt x="4000500" y="916266"/>
                </a:lnTo>
                <a:lnTo>
                  <a:pt x="4000500" y="918895"/>
                </a:lnTo>
                <a:lnTo>
                  <a:pt x="4000970" y="920013"/>
                </a:lnTo>
                <a:lnTo>
                  <a:pt x="4002824" y="921880"/>
                </a:lnTo>
                <a:lnTo>
                  <a:pt x="4003954" y="922337"/>
                </a:lnTo>
                <a:lnTo>
                  <a:pt x="4006583" y="922337"/>
                </a:lnTo>
                <a:lnTo>
                  <a:pt x="4007701" y="921880"/>
                </a:lnTo>
                <a:lnTo>
                  <a:pt x="4009567" y="920013"/>
                </a:lnTo>
                <a:lnTo>
                  <a:pt x="4010025" y="918895"/>
                </a:lnTo>
                <a:lnTo>
                  <a:pt x="4010025" y="916266"/>
                </a:lnTo>
                <a:close/>
              </a:path>
              <a:path w="4724400" h="92265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24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24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724400" h="922655">
                <a:moveTo>
                  <a:pt x="4057650" y="916266"/>
                </a:moveTo>
                <a:lnTo>
                  <a:pt x="4057192" y="915149"/>
                </a:lnTo>
                <a:lnTo>
                  <a:pt x="4055326" y="913282"/>
                </a:lnTo>
                <a:lnTo>
                  <a:pt x="4054208" y="912812"/>
                </a:lnTo>
                <a:lnTo>
                  <a:pt x="4051579" y="912812"/>
                </a:lnTo>
                <a:lnTo>
                  <a:pt x="4050449" y="913282"/>
                </a:lnTo>
                <a:lnTo>
                  <a:pt x="4048595" y="915149"/>
                </a:lnTo>
                <a:lnTo>
                  <a:pt x="4048125" y="916266"/>
                </a:lnTo>
                <a:lnTo>
                  <a:pt x="4048125" y="918895"/>
                </a:lnTo>
                <a:lnTo>
                  <a:pt x="4048595" y="920013"/>
                </a:lnTo>
                <a:lnTo>
                  <a:pt x="4050449" y="921880"/>
                </a:lnTo>
                <a:lnTo>
                  <a:pt x="4051579" y="922337"/>
                </a:lnTo>
                <a:lnTo>
                  <a:pt x="4054208" y="922337"/>
                </a:lnTo>
                <a:lnTo>
                  <a:pt x="4055326" y="921880"/>
                </a:lnTo>
                <a:lnTo>
                  <a:pt x="4057192" y="920013"/>
                </a:lnTo>
                <a:lnTo>
                  <a:pt x="4057650" y="918895"/>
                </a:lnTo>
                <a:lnTo>
                  <a:pt x="4057650" y="916266"/>
                </a:lnTo>
                <a:close/>
              </a:path>
              <a:path w="4724400" h="92265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49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49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724400" h="922655">
                <a:moveTo>
                  <a:pt x="4105275" y="916266"/>
                </a:moveTo>
                <a:lnTo>
                  <a:pt x="4104817" y="915149"/>
                </a:lnTo>
                <a:lnTo>
                  <a:pt x="4102951" y="913282"/>
                </a:lnTo>
                <a:lnTo>
                  <a:pt x="4101833" y="912812"/>
                </a:lnTo>
                <a:lnTo>
                  <a:pt x="4099204" y="912812"/>
                </a:lnTo>
                <a:lnTo>
                  <a:pt x="4098074" y="913282"/>
                </a:lnTo>
                <a:lnTo>
                  <a:pt x="4096220" y="915149"/>
                </a:lnTo>
                <a:lnTo>
                  <a:pt x="4095750" y="916266"/>
                </a:lnTo>
                <a:lnTo>
                  <a:pt x="4095750" y="918895"/>
                </a:lnTo>
                <a:lnTo>
                  <a:pt x="4096220" y="920013"/>
                </a:lnTo>
                <a:lnTo>
                  <a:pt x="4098074" y="921880"/>
                </a:lnTo>
                <a:lnTo>
                  <a:pt x="4099204" y="922337"/>
                </a:lnTo>
                <a:lnTo>
                  <a:pt x="4101833" y="922337"/>
                </a:lnTo>
                <a:lnTo>
                  <a:pt x="4102951" y="921880"/>
                </a:lnTo>
                <a:lnTo>
                  <a:pt x="4104817" y="920013"/>
                </a:lnTo>
                <a:lnTo>
                  <a:pt x="4105275" y="918895"/>
                </a:lnTo>
                <a:lnTo>
                  <a:pt x="4105275" y="916266"/>
                </a:lnTo>
                <a:close/>
              </a:path>
              <a:path w="4724400" h="92265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74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74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724400" h="922655">
                <a:moveTo>
                  <a:pt x="4152900" y="916266"/>
                </a:moveTo>
                <a:lnTo>
                  <a:pt x="4152442" y="915149"/>
                </a:lnTo>
                <a:lnTo>
                  <a:pt x="4150576" y="913282"/>
                </a:lnTo>
                <a:lnTo>
                  <a:pt x="4149458" y="912812"/>
                </a:lnTo>
                <a:lnTo>
                  <a:pt x="4146829" y="912812"/>
                </a:lnTo>
                <a:lnTo>
                  <a:pt x="4145699" y="913282"/>
                </a:lnTo>
                <a:lnTo>
                  <a:pt x="4143845" y="915149"/>
                </a:lnTo>
                <a:lnTo>
                  <a:pt x="4143375" y="916266"/>
                </a:lnTo>
                <a:lnTo>
                  <a:pt x="4143375" y="918895"/>
                </a:lnTo>
                <a:lnTo>
                  <a:pt x="4143845" y="920013"/>
                </a:lnTo>
                <a:lnTo>
                  <a:pt x="4145699" y="921880"/>
                </a:lnTo>
                <a:lnTo>
                  <a:pt x="4146829" y="922337"/>
                </a:lnTo>
                <a:lnTo>
                  <a:pt x="4149458" y="922337"/>
                </a:lnTo>
                <a:lnTo>
                  <a:pt x="4150576" y="921880"/>
                </a:lnTo>
                <a:lnTo>
                  <a:pt x="4152442" y="920013"/>
                </a:lnTo>
                <a:lnTo>
                  <a:pt x="4152900" y="918895"/>
                </a:lnTo>
                <a:lnTo>
                  <a:pt x="4152900" y="916266"/>
                </a:lnTo>
                <a:close/>
              </a:path>
              <a:path w="4724400" h="92265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699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699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724400" h="922655">
                <a:moveTo>
                  <a:pt x="4200525" y="916266"/>
                </a:moveTo>
                <a:lnTo>
                  <a:pt x="4200067" y="915149"/>
                </a:lnTo>
                <a:lnTo>
                  <a:pt x="4198201" y="913282"/>
                </a:lnTo>
                <a:lnTo>
                  <a:pt x="4197083" y="912812"/>
                </a:lnTo>
                <a:lnTo>
                  <a:pt x="4194454" y="912812"/>
                </a:lnTo>
                <a:lnTo>
                  <a:pt x="4193324" y="913282"/>
                </a:lnTo>
                <a:lnTo>
                  <a:pt x="4191470" y="915149"/>
                </a:lnTo>
                <a:lnTo>
                  <a:pt x="4191000" y="916266"/>
                </a:lnTo>
                <a:lnTo>
                  <a:pt x="4191000" y="918895"/>
                </a:lnTo>
                <a:lnTo>
                  <a:pt x="4191470" y="920013"/>
                </a:lnTo>
                <a:lnTo>
                  <a:pt x="4193324" y="921880"/>
                </a:lnTo>
                <a:lnTo>
                  <a:pt x="4194454" y="922337"/>
                </a:lnTo>
                <a:lnTo>
                  <a:pt x="4197083" y="922337"/>
                </a:lnTo>
                <a:lnTo>
                  <a:pt x="4198201" y="921880"/>
                </a:lnTo>
                <a:lnTo>
                  <a:pt x="4200067" y="920013"/>
                </a:lnTo>
                <a:lnTo>
                  <a:pt x="4200525" y="918895"/>
                </a:lnTo>
                <a:lnTo>
                  <a:pt x="4200525" y="916266"/>
                </a:lnTo>
                <a:close/>
              </a:path>
              <a:path w="4724400" h="92265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24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24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724400" h="922655">
                <a:moveTo>
                  <a:pt x="4248150" y="916266"/>
                </a:moveTo>
                <a:lnTo>
                  <a:pt x="4247693" y="915149"/>
                </a:lnTo>
                <a:lnTo>
                  <a:pt x="4245826" y="913282"/>
                </a:lnTo>
                <a:lnTo>
                  <a:pt x="4244708" y="912812"/>
                </a:lnTo>
                <a:lnTo>
                  <a:pt x="4242079" y="912812"/>
                </a:lnTo>
                <a:lnTo>
                  <a:pt x="4240949" y="913282"/>
                </a:lnTo>
                <a:lnTo>
                  <a:pt x="4239095" y="915149"/>
                </a:lnTo>
                <a:lnTo>
                  <a:pt x="4238625" y="916266"/>
                </a:lnTo>
                <a:lnTo>
                  <a:pt x="4238625" y="918895"/>
                </a:lnTo>
                <a:lnTo>
                  <a:pt x="4239095" y="920013"/>
                </a:lnTo>
                <a:lnTo>
                  <a:pt x="4240949" y="921880"/>
                </a:lnTo>
                <a:lnTo>
                  <a:pt x="4242079" y="922337"/>
                </a:lnTo>
                <a:lnTo>
                  <a:pt x="4244708" y="922337"/>
                </a:lnTo>
                <a:lnTo>
                  <a:pt x="4245826" y="921880"/>
                </a:lnTo>
                <a:lnTo>
                  <a:pt x="4247693" y="920013"/>
                </a:lnTo>
                <a:lnTo>
                  <a:pt x="4248150" y="918895"/>
                </a:lnTo>
                <a:lnTo>
                  <a:pt x="4248150" y="916266"/>
                </a:lnTo>
                <a:close/>
              </a:path>
              <a:path w="4724400" h="92265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49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49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724400" h="922655">
                <a:moveTo>
                  <a:pt x="4295775" y="916266"/>
                </a:moveTo>
                <a:lnTo>
                  <a:pt x="4295318" y="915149"/>
                </a:lnTo>
                <a:lnTo>
                  <a:pt x="4293451" y="913282"/>
                </a:lnTo>
                <a:lnTo>
                  <a:pt x="4292333" y="912812"/>
                </a:lnTo>
                <a:lnTo>
                  <a:pt x="4289704" y="912812"/>
                </a:lnTo>
                <a:lnTo>
                  <a:pt x="4288574" y="913282"/>
                </a:lnTo>
                <a:lnTo>
                  <a:pt x="4286720" y="915149"/>
                </a:lnTo>
                <a:lnTo>
                  <a:pt x="4286250" y="916266"/>
                </a:lnTo>
                <a:lnTo>
                  <a:pt x="4286250" y="918895"/>
                </a:lnTo>
                <a:lnTo>
                  <a:pt x="4286720" y="920013"/>
                </a:lnTo>
                <a:lnTo>
                  <a:pt x="4288574" y="921880"/>
                </a:lnTo>
                <a:lnTo>
                  <a:pt x="4289704" y="922337"/>
                </a:lnTo>
                <a:lnTo>
                  <a:pt x="4292333" y="922337"/>
                </a:lnTo>
                <a:lnTo>
                  <a:pt x="4293451" y="921880"/>
                </a:lnTo>
                <a:lnTo>
                  <a:pt x="4295318" y="920013"/>
                </a:lnTo>
                <a:lnTo>
                  <a:pt x="4295775" y="918895"/>
                </a:lnTo>
                <a:lnTo>
                  <a:pt x="4295775" y="916266"/>
                </a:lnTo>
                <a:close/>
              </a:path>
              <a:path w="4724400" h="92265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74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74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724400" h="922655">
                <a:moveTo>
                  <a:pt x="4343400" y="916266"/>
                </a:moveTo>
                <a:lnTo>
                  <a:pt x="4342943" y="915149"/>
                </a:lnTo>
                <a:lnTo>
                  <a:pt x="4341076" y="913282"/>
                </a:lnTo>
                <a:lnTo>
                  <a:pt x="4339958" y="912812"/>
                </a:lnTo>
                <a:lnTo>
                  <a:pt x="4337329" y="912812"/>
                </a:lnTo>
                <a:lnTo>
                  <a:pt x="4336199" y="913282"/>
                </a:lnTo>
                <a:lnTo>
                  <a:pt x="4334345" y="915149"/>
                </a:lnTo>
                <a:lnTo>
                  <a:pt x="4333875" y="916266"/>
                </a:lnTo>
                <a:lnTo>
                  <a:pt x="4333875" y="918895"/>
                </a:lnTo>
                <a:lnTo>
                  <a:pt x="4334345" y="920013"/>
                </a:lnTo>
                <a:lnTo>
                  <a:pt x="4336199" y="921880"/>
                </a:lnTo>
                <a:lnTo>
                  <a:pt x="4337329" y="922337"/>
                </a:lnTo>
                <a:lnTo>
                  <a:pt x="4339958" y="922337"/>
                </a:lnTo>
                <a:lnTo>
                  <a:pt x="4341076" y="921880"/>
                </a:lnTo>
                <a:lnTo>
                  <a:pt x="4342943" y="920013"/>
                </a:lnTo>
                <a:lnTo>
                  <a:pt x="4343400" y="918895"/>
                </a:lnTo>
                <a:lnTo>
                  <a:pt x="4343400" y="916266"/>
                </a:lnTo>
                <a:close/>
              </a:path>
              <a:path w="4724400" h="92265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724400" h="922655">
                <a:moveTo>
                  <a:pt x="4391025" y="916266"/>
                </a:moveTo>
                <a:lnTo>
                  <a:pt x="4390568" y="915149"/>
                </a:lnTo>
                <a:lnTo>
                  <a:pt x="4388701" y="913282"/>
                </a:lnTo>
                <a:lnTo>
                  <a:pt x="4387583" y="912812"/>
                </a:lnTo>
                <a:lnTo>
                  <a:pt x="4384954" y="912812"/>
                </a:lnTo>
                <a:lnTo>
                  <a:pt x="4383824" y="913282"/>
                </a:lnTo>
                <a:lnTo>
                  <a:pt x="4381970" y="915149"/>
                </a:lnTo>
                <a:lnTo>
                  <a:pt x="4381500" y="916266"/>
                </a:lnTo>
                <a:lnTo>
                  <a:pt x="4381500" y="918895"/>
                </a:lnTo>
                <a:lnTo>
                  <a:pt x="4381970" y="920013"/>
                </a:lnTo>
                <a:lnTo>
                  <a:pt x="4383824" y="921880"/>
                </a:lnTo>
                <a:lnTo>
                  <a:pt x="4384954" y="922337"/>
                </a:lnTo>
                <a:lnTo>
                  <a:pt x="4387583" y="922337"/>
                </a:lnTo>
                <a:lnTo>
                  <a:pt x="4388701" y="921880"/>
                </a:lnTo>
                <a:lnTo>
                  <a:pt x="4390568" y="920013"/>
                </a:lnTo>
                <a:lnTo>
                  <a:pt x="4391025" y="918895"/>
                </a:lnTo>
                <a:lnTo>
                  <a:pt x="4391025" y="916266"/>
                </a:lnTo>
                <a:close/>
              </a:path>
              <a:path w="4724400" h="92265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724400" h="922655">
                <a:moveTo>
                  <a:pt x="4438650" y="916266"/>
                </a:moveTo>
                <a:lnTo>
                  <a:pt x="4438193" y="915149"/>
                </a:lnTo>
                <a:lnTo>
                  <a:pt x="4436326" y="913282"/>
                </a:lnTo>
                <a:lnTo>
                  <a:pt x="4435208" y="912812"/>
                </a:lnTo>
                <a:lnTo>
                  <a:pt x="4432579" y="912812"/>
                </a:lnTo>
                <a:lnTo>
                  <a:pt x="4431449" y="913282"/>
                </a:lnTo>
                <a:lnTo>
                  <a:pt x="4429595" y="915149"/>
                </a:lnTo>
                <a:lnTo>
                  <a:pt x="4429125" y="916266"/>
                </a:lnTo>
                <a:lnTo>
                  <a:pt x="4429125" y="918895"/>
                </a:lnTo>
                <a:lnTo>
                  <a:pt x="4429595" y="920013"/>
                </a:lnTo>
                <a:lnTo>
                  <a:pt x="4431449" y="921880"/>
                </a:lnTo>
                <a:lnTo>
                  <a:pt x="4432579" y="922337"/>
                </a:lnTo>
                <a:lnTo>
                  <a:pt x="4435208" y="922337"/>
                </a:lnTo>
                <a:lnTo>
                  <a:pt x="4436326" y="921880"/>
                </a:lnTo>
                <a:lnTo>
                  <a:pt x="4438193" y="920013"/>
                </a:lnTo>
                <a:lnTo>
                  <a:pt x="4438650" y="918895"/>
                </a:lnTo>
                <a:lnTo>
                  <a:pt x="4438650" y="916266"/>
                </a:lnTo>
                <a:close/>
              </a:path>
              <a:path w="4724400" h="92265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4724400" h="922655">
                <a:moveTo>
                  <a:pt x="4486275" y="916266"/>
                </a:moveTo>
                <a:lnTo>
                  <a:pt x="4485818" y="915149"/>
                </a:lnTo>
                <a:lnTo>
                  <a:pt x="4483951" y="913282"/>
                </a:lnTo>
                <a:lnTo>
                  <a:pt x="4482833" y="912812"/>
                </a:lnTo>
                <a:lnTo>
                  <a:pt x="4480204" y="912812"/>
                </a:lnTo>
                <a:lnTo>
                  <a:pt x="4479074" y="913282"/>
                </a:lnTo>
                <a:lnTo>
                  <a:pt x="4477220" y="915149"/>
                </a:lnTo>
                <a:lnTo>
                  <a:pt x="4476750" y="916266"/>
                </a:lnTo>
                <a:lnTo>
                  <a:pt x="4476750" y="918895"/>
                </a:lnTo>
                <a:lnTo>
                  <a:pt x="4477220" y="920013"/>
                </a:lnTo>
                <a:lnTo>
                  <a:pt x="4479074" y="921880"/>
                </a:lnTo>
                <a:lnTo>
                  <a:pt x="4480204" y="922337"/>
                </a:lnTo>
                <a:lnTo>
                  <a:pt x="4482833" y="922337"/>
                </a:lnTo>
                <a:lnTo>
                  <a:pt x="4483951" y="921880"/>
                </a:lnTo>
                <a:lnTo>
                  <a:pt x="4485818" y="920013"/>
                </a:lnTo>
                <a:lnTo>
                  <a:pt x="4486275" y="918895"/>
                </a:lnTo>
                <a:lnTo>
                  <a:pt x="4486275" y="916266"/>
                </a:lnTo>
                <a:close/>
              </a:path>
              <a:path w="4724400" h="92265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74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74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4724400" h="922655">
                <a:moveTo>
                  <a:pt x="4533900" y="916266"/>
                </a:moveTo>
                <a:lnTo>
                  <a:pt x="4533443" y="915149"/>
                </a:lnTo>
                <a:lnTo>
                  <a:pt x="4531576" y="913282"/>
                </a:lnTo>
                <a:lnTo>
                  <a:pt x="4530458" y="912812"/>
                </a:lnTo>
                <a:lnTo>
                  <a:pt x="4527829" y="912812"/>
                </a:lnTo>
                <a:lnTo>
                  <a:pt x="4526699" y="913282"/>
                </a:lnTo>
                <a:lnTo>
                  <a:pt x="4524845" y="915149"/>
                </a:lnTo>
                <a:lnTo>
                  <a:pt x="4524375" y="916266"/>
                </a:lnTo>
                <a:lnTo>
                  <a:pt x="4524375" y="918895"/>
                </a:lnTo>
                <a:lnTo>
                  <a:pt x="4524845" y="920013"/>
                </a:lnTo>
                <a:lnTo>
                  <a:pt x="4526699" y="921880"/>
                </a:lnTo>
                <a:lnTo>
                  <a:pt x="4527829" y="922337"/>
                </a:lnTo>
                <a:lnTo>
                  <a:pt x="4530458" y="922337"/>
                </a:lnTo>
                <a:lnTo>
                  <a:pt x="4531576" y="921880"/>
                </a:lnTo>
                <a:lnTo>
                  <a:pt x="4533443" y="920013"/>
                </a:lnTo>
                <a:lnTo>
                  <a:pt x="4533900" y="918895"/>
                </a:lnTo>
                <a:lnTo>
                  <a:pt x="4533900" y="916266"/>
                </a:lnTo>
                <a:close/>
              </a:path>
              <a:path w="4724400" h="92265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699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699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4724400" h="922655">
                <a:moveTo>
                  <a:pt x="4581525" y="916266"/>
                </a:moveTo>
                <a:lnTo>
                  <a:pt x="4581068" y="915149"/>
                </a:lnTo>
                <a:lnTo>
                  <a:pt x="4579201" y="913282"/>
                </a:lnTo>
                <a:lnTo>
                  <a:pt x="4578083" y="912812"/>
                </a:lnTo>
                <a:lnTo>
                  <a:pt x="4575454" y="912812"/>
                </a:lnTo>
                <a:lnTo>
                  <a:pt x="4574337" y="913282"/>
                </a:lnTo>
                <a:lnTo>
                  <a:pt x="4572470" y="915149"/>
                </a:lnTo>
                <a:lnTo>
                  <a:pt x="4572000" y="916266"/>
                </a:lnTo>
                <a:lnTo>
                  <a:pt x="4572000" y="918895"/>
                </a:lnTo>
                <a:lnTo>
                  <a:pt x="4572470" y="920013"/>
                </a:lnTo>
                <a:lnTo>
                  <a:pt x="4574337" y="921880"/>
                </a:lnTo>
                <a:lnTo>
                  <a:pt x="4575454" y="922337"/>
                </a:lnTo>
                <a:lnTo>
                  <a:pt x="4578083" y="922337"/>
                </a:lnTo>
                <a:lnTo>
                  <a:pt x="4579201" y="921880"/>
                </a:lnTo>
                <a:lnTo>
                  <a:pt x="4581068" y="920013"/>
                </a:lnTo>
                <a:lnTo>
                  <a:pt x="4581525" y="918895"/>
                </a:lnTo>
                <a:lnTo>
                  <a:pt x="4581525" y="916266"/>
                </a:lnTo>
                <a:close/>
              </a:path>
              <a:path w="4724400" h="92265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4724400" h="922655">
                <a:moveTo>
                  <a:pt x="4629150" y="916266"/>
                </a:moveTo>
                <a:lnTo>
                  <a:pt x="4628693" y="915149"/>
                </a:lnTo>
                <a:lnTo>
                  <a:pt x="4626826" y="913282"/>
                </a:lnTo>
                <a:lnTo>
                  <a:pt x="4625708" y="912812"/>
                </a:lnTo>
                <a:lnTo>
                  <a:pt x="4623079" y="912812"/>
                </a:lnTo>
                <a:lnTo>
                  <a:pt x="4621949" y="913282"/>
                </a:lnTo>
                <a:lnTo>
                  <a:pt x="4620095" y="915149"/>
                </a:lnTo>
                <a:lnTo>
                  <a:pt x="4619625" y="916266"/>
                </a:lnTo>
                <a:lnTo>
                  <a:pt x="4619625" y="918895"/>
                </a:lnTo>
                <a:lnTo>
                  <a:pt x="4620095" y="920013"/>
                </a:lnTo>
                <a:lnTo>
                  <a:pt x="4621949" y="921880"/>
                </a:lnTo>
                <a:lnTo>
                  <a:pt x="4623079" y="922337"/>
                </a:lnTo>
                <a:lnTo>
                  <a:pt x="4625708" y="922337"/>
                </a:lnTo>
                <a:lnTo>
                  <a:pt x="4626826" y="921880"/>
                </a:lnTo>
                <a:lnTo>
                  <a:pt x="4628693" y="920013"/>
                </a:lnTo>
                <a:lnTo>
                  <a:pt x="4629150" y="918895"/>
                </a:lnTo>
                <a:lnTo>
                  <a:pt x="4629150" y="916266"/>
                </a:lnTo>
                <a:close/>
              </a:path>
              <a:path w="4724400" h="92265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49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49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4724400" h="922655">
                <a:moveTo>
                  <a:pt x="4676775" y="916266"/>
                </a:moveTo>
                <a:lnTo>
                  <a:pt x="4676318" y="915149"/>
                </a:lnTo>
                <a:lnTo>
                  <a:pt x="4674451" y="913282"/>
                </a:lnTo>
                <a:lnTo>
                  <a:pt x="4673333" y="912812"/>
                </a:lnTo>
                <a:lnTo>
                  <a:pt x="4670704" y="912812"/>
                </a:lnTo>
                <a:lnTo>
                  <a:pt x="4669574" y="913282"/>
                </a:lnTo>
                <a:lnTo>
                  <a:pt x="4667720" y="915149"/>
                </a:lnTo>
                <a:lnTo>
                  <a:pt x="4667250" y="916266"/>
                </a:lnTo>
                <a:lnTo>
                  <a:pt x="4667250" y="918895"/>
                </a:lnTo>
                <a:lnTo>
                  <a:pt x="4667720" y="920013"/>
                </a:lnTo>
                <a:lnTo>
                  <a:pt x="4669574" y="921880"/>
                </a:lnTo>
                <a:lnTo>
                  <a:pt x="4670704" y="922337"/>
                </a:lnTo>
                <a:lnTo>
                  <a:pt x="4673333" y="922337"/>
                </a:lnTo>
                <a:lnTo>
                  <a:pt x="4674451" y="921880"/>
                </a:lnTo>
                <a:lnTo>
                  <a:pt x="4676318" y="920013"/>
                </a:lnTo>
                <a:lnTo>
                  <a:pt x="4676775" y="918895"/>
                </a:lnTo>
                <a:lnTo>
                  <a:pt x="4676775" y="916266"/>
                </a:lnTo>
                <a:close/>
              </a:path>
              <a:path w="4724400" h="92265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74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74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4724400" h="922655">
                <a:moveTo>
                  <a:pt x="4724400" y="916266"/>
                </a:moveTo>
                <a:lnTo>
                  <a:pt x="4723943" y="915149"/>
                </a:lnTo>
                <a:lnTo>
                  <a:pt x="4722076" y="913282"/>
                </a:lnTo>
                <a:lnTo>
                  <a:pt x="4720958" y="912812"/>
                </a:lnTo>
                <a:lnTo>
                  <a:pt x="4718329" y="912812"/>
                </a:lnTo>
                <a:lnTo>
                  <a:pt x="4717199" y="913282"/>
                </a:lnTo>
                <a:lnTo>
                  <a:pt x="4715345" y="915149"/>
                </a:lnTo>
                <a:lnTo>
                  <a:pt x="4714875" y="916266"/>
                </a:lnTo>
                <a:lnTo>
                  <a:pt x="4714875" y="918895"/>
                </a:lnTo>
                <a:lnTo>
                  <a:pt x="4715345" y="920013"/>
                </a:lnTo>
                <a:lnTo>
                  <a:pt x="4717199" y="921880"/>
                </a:lnTo>
                <a:lnTo>
                  <a:pt x="4718329" y="922337"/>
                </a:lnTo>
                <a:lnTo>
                  <a:pt x="4720958" y="922337"/>
                </a:lnTo>
                <a:lnTo>
                  <a:pt x="4722076" y="921880"/>
                </a:lnTo>
                <a:lnTo>
                  <a:pt x="4723943" y="920013"/>
                </a:lnTo>
                <a:lnTo>
                  <a:pt x="4724400" y="918895"/>
                </a:lnTo>
                <a:lnTo>
                  <a:pt x="4724400" y="916266"/>
                </a:lnTo>
                <a:close/>
              </a:path>
              <a:path w="4724400" h="92265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199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199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317680" y="3051273"/>
            <a:ext cx="210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17680" y="2138461"/>
            <a:ext cx="210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150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41048" y="4035425"/>
            <a:ext cx="50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solidFill>
                  <a:srgbClr val="252423"/>
                </a:solidFill>
                <a:latin typeface="Tahoma"/>
                <a:cs typeface="Tahoma"/>
              </a:rPr>
              <a:t>Product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17070" y="2162720"/>
            <a:ext cx="177800" cy="12185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70">
                <a:solidFill>
                  <a:srgbClr val="252423"/>
                </a:solidFill>
                <a:latin typeface="Tahoma"/>
                <a:cs typeface="Tahoma"/>
              </a:rPr>
              <a:t>Média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52423"/>
                </a:solidFill>
                <a:latin typeface="Tahoma"/>
                <a:cs typeface="Tahoma"/>
              </a:rPr>
              <a:t>Sale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52423"/>
                </a:solidFill>
                <a:latin typeface="Tahoma"/>
                <a:cs typeface="Tahoma"/>
              </a:rPr>
              <a:t>Price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28591" y="3892550"/>
            <a:ext cx="22097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38251" y="3892550"/>
            <a:ext cx="243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41501" y="3892550"/>
            <a:ext cx="4794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Montana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183905" y="3892550"/>
            <a:ext cx="436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Amarilla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063960" y="3892550"/>
            <a:ext cx="319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99505" y="3892550"/>
            <a:ext cx="4902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Carretera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967037" y="1756002"/>
            <a:ext cx="9153525" cy="4632325"/>
            <a:chOff x="2967037" y="1756002"/>
            <a:chExt cx="9153525" cy="4632325"/>
          </a:xfrm>
        </p:grpSpPr>
        <p:sp>
          <p:nvSpPr>
            <p:cNvPr id="39" name="object 39"/>
            <p:cNvSpPr/>
            <p:nvPr/>
          </p:nvSpPr>
          <p:spPr>
            <a:xfrm>
              <a:off x="7938922" y="1770289"/>
              <a:ext cx="4105910" cy="2106930"/>
            </a:xfrm>
            <a:custGeom>
              <a:avLst/>
              <a:gdLst/>
              <a:ahLst/>
              <a:cxnLst/>
              <a:rect l="l" t="t" r="r" b="b"/>
              <a:pathLst>
                <a:path w="4105909" h="2106929">
                  <a:moveTo>
                    <a:pt x="4105602" y="2106384"/>
                  </a:moveTo>
                  <a:lnTo>
                    <a:pt x="0" y="2106384"/>
                  </a:lnTo>
                  <a:lnTo>
                    <a:pt x="0" y="0"/>
                  </a:lnTo>
                  <a:lnTo>
                    <a:pt x="821120" y="351022"/>
                  </a:lnTo>
                  <a:lnTo>
                    <a:pt x="1642241" y="531585"/>
                  </a:lnTo>
                  <a:lnTo>
                    <a:pt x="2463361" y="1181666"/>
                  </a:lnTo>
                  <a:lnTo>
                    <a:pt x="3284482" y="1680546"/>
                  </a:lnTo>
                  <a:lnTo>
                    <a:pt x="4105602" y="1986528"/>
                  </a:lnTo>
                  <a:lnTo>
                    <a:pt x="4105602" y="2106384"/>
                  </a:lnTo>
                  <a:close/>
                </a:path>
              </a:pathLst>
            </a:custGeom>
            <a:solidFill>
              <a:srgbClr val="118C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38922" y="1770290"/>
              <a:ext cx="4105910" cy="1986914"/>
            </a:xfrm>
            <a:custGeom>
              <a:avLst/>
              <a:gdLst/>
              <a:ahLst/>
              <a:cxnLst/>
              <a:rect l="l" t="t" r="r" b="b"/>
              <a:pathLst>
                <a:path w="4105909" h="1986914">
                  <a:moveTo>
                    <a:pt x="0" y="0"/>
                  </a:moveTo>
                  <a:lnTo>
                    <a:pt x="821120" y="351022"/>
                  </a:lnTo>
                  <a:lnTo>
                    <a:pt x="1642241" y="531585"/>
                  </a:lnTo>
                  <a:lnTo>
                    <a:pt x="2463361" y="1181666"/>
                  </a:lnTo>
                  <a:lnTo>
                    <a:pt x="3284482" y="1680546"/>
                  </a:lnTo>
                  <a:lnTo>
                    <a:pt x="4105603" y="1986528"/>
                  </a:lnTo>
                </a:path>
              </a:pathLst>
            </a:custGeom>
            <a:ln w="2857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967024" y="5169534"/>
              <a:ext cx="9153525" cy="1219200"/>
            </a:xfrm>
            <a:custGeom>
              <a:avLst/>
              <a:gdLst/>
              <a:ahLst/>
              <a:cxnLst/>
              <a:rect l="l" t="t" r="r" b="b"/>
              <a:pathLst>
                <a:path w="9153525" h="1219200">
                  <a:moveTo>
                    <a:pt x="9525" y="1212494"/>
                  </a:moveTo>
                  <a:lnTo>
                    <a:pt x="9067" y="1211376"/>
                  </a:lnTo>
                  <a:lnTo>
                    <a:pt x="7200" y="1209509"/>
                  </a:lnTo>
                  <a:lnTo>
                    <a:pt x="6083" y="1209052"/>
                  </a:lnTo>
                  <a:lnTo>
                    <a:pt x="3454" y="1209052"/>
                  </a:lnTo>
                  <a:lnTo>
                    <a:pt x="2336" y="1209509"/>
                  </a:lnTo>
                  <a:lnTo>
                    <a:pt x="469" y="1211376"/>
                  </a:lnTo>
                  <a:lnTo>
                    <a:pt x="0" y="1212494"/>
                  </a:lnTo>
                  <a:lnTo>
                    <a:pt x="0" y="1215123"/>
                  </a:lnTo>
                  <a:lnTo>
                    <a:pt x="469" y="1216240"/>
                  </a:lnTo>
                  <a:lnTo>
                    <a:pt x="2336" y="1218107"/>
                  </a:lnTo>
                  <a:lnTo>
                    <a:pt x="3454" y="1218577"/>
                  </a:lnTo>
                  <a:lnTo>
                    <a:pt x="6083" y="1218577"/>
                  </a:lnTo>
                  <a:lnTo>
                    <a:pt x="7200" y="1218107"/>
                  </a:lnTo>
                  <a:lnTo>
                    <a:pt x="9067" y="1216240"/>
                  </a:lnTo>
                  <a:lnTo>
                    <a:pt x="9525" y="1215123"/>
                  </a:lnTo>
                  <a:lnTo>
                    <a:pt x="9525" y="1212494"/>
                  </a:lnTo>
                  <a:close/>
                </a:path>
                <a:path w="9153525" h="1219200">
                  <a:moveTo>
                    <a:pt x="9525" y="607974"/>
                  </a:moveTo>
                  <a:lnTo>
                    <a:pt x="9067" y="606856"/>
                  </a:lnTo>
                  <a:lnTo>
                    <a:pt x="7200" y="604989"/>
                  </a:lnTo>
                  <a:lnTo>
                    <a:pt x="6083" y="604520"/>
                  </a:lnTo>
                  <a:lnTo>
                    <a:pt x="3454" y="604520"/>
                  </a:lnTo>
                  <a:lnTo>
                    <a:pt x="2336" y="604989"/>
                  </a:lnTo>
                  <a:lnTo>
                    <a:pt x="469" y="606856"/>
                  </a:lnTo>
                  <a:lnTo>
                    <a:pt x="0" y="607974"/>
                  </a:lnTo>
                  <a:lnTo>
                    <a:pt x="0" y="610603"/>
                  </a:lnTo>
                  <a:lnTo>
                    <a:pt x="469" y="611720"/>
                  </a:lnTo>
                  <a:lnTo>
                    <a:pt x="2336" y="613587"/>
                  </a:lnTo>
                  <a:lnTo>
                    <a:pt x="3454" y="614045"/>
                  </a:lnTo>
                  <a:lnTo>
                    <a:pt x="6083" y="614045"/>
                  </a:lnTo>
                  <a:lnTo>
                    <a:pt x="7200" y="613587"/>
                  </a:lnTo>
                  <a:lnTo>
                    <a:pt x="9067" y="611720"/>
                  </a:lnTo>
                  <a:lnTo>
                    <a:pt x="9525" y="610603"/>
                  </a:lnTo>
                  <a:lnTo>
                    <a:pt x="9525" y="607974"/>
                  </a:lnTo>
                  <a:close/>
                </a:path>
                <a:path w="9153525" h="1219200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9153525" h="1219200">
                  <a:moveTo>
                    <a:pt x="57150" y="1212494"/>
                  </a:moveTo>
                  <a:lnTo>
                    <a:pt x="56692" y="1211376"/>
                  </a:lnTo>
                  <a:lnTo>
                    <a:pt x="54825" y="1209509"/>
                  </a:lnTo>
                  <a:lnTo>
                    <a:pt x="53708" y="1209052"/>
                  </a:lnTo>
                  <a:lnTo>
                    <a:pt x="51079" y="1209052"/>
                  </a:lnTo>
                  <a:lnTo>
                    <a:pt x="49961" y="1209509"/>
                  </a:lnTo>
                  <a:lnTo>
                    <a:pt x="48094" y="1211376"/>
                  </a:lnTo>
                  <a:lnTo>
                    <a:pt x="47625" y="1212494"/>
                  </a:lnTo>
                  <a:lnTo>
                    <a:pt x="47625" y="1215123"/>
                  </a:lnTo>
                  <a:lnTo>
                    <a:pt x="48094" y="1216240"/>
                  </a:lnTo>
                  <a:lnTo>
                    <a:pt x="49961" y="1218107"/>
                  </a:lnTo>
                  <a:lnTo>
                    <a:pt x="51079" y="1218577"/>
                  </a:lnTo>
                  <a:lnTo>
                    <a:pt x="53708" y="1218577"/>
                  </a:lnTo>
                  <a:lnTo>
                    <a:pt x="54825" y="1218107"/>
                  </a:lnTo>
                  <a:lnTo>
                    <a:pt x="56692" y="1216240"/>
                  </a:lnTo>
                  <a:lnTo>
                    <a:pt x="57150" y="1215123"/>
                  </a:lnTo>
                  <a:lnTo>
                    <a:pt x="57150" y="1212494"/>
                  </a:lnTo>
                  <a:close/>
                </a:path>
                <a:path w="9153525" h="1219200">
                  <a:moveTo>
                    <a:pt x="57150" y="607974"/>
                  </a:moveTo>
                  <a:lnTo>
                    <a:pt x="56692" y="606856"/>
                  </a:lnTo>
                  <a:lnTo>
                    <a:pt x="54825" y="604989"/>
                  </a:lnTo>
                  <a:lnTo>
                    <a:pt x="53708" y="604520"/>
                  </a:lnTo>
                  <a:lnTo>
                    <a:pt x="51079" y="604520"/>
                  </a:lnTo>
                  <a:lnTo>
                    <a:pt x="49961" y="604989"/>
                  </a:lnTo>
                  <a:lnTo>
                    <a:pt x="48094" y="606856"/>
                  </a:lnTo>
                  <a:lnTo>
                    <a:pt x="47625" y="607974"/>
                  </a:lnTo>
                  <a:lnTo>
                    <a:pt x="47625" y="610603"/>
                  </a:lnTo>
                  <a:lnTo>
                    <a:pt x="48094" y="611720"/>
                  </a:lnTo>
                  <a:lnTo>
                    <a:pt x="49961" y="613587"/>
                  </a:lnTo>
                  <a:lnTo>
                    <a:pt x="51079" y="614045"/>
                  </a:lnTo>
                  <a:lnTo>
                    <a:pt x="53708" y="614045"/>
                  </a:lnTo>
                  <a:lnTo>
                    <a:pt x="54825" y="613587"/>
                  </a:lnTo>
                  <a:lnTo>
                    <a:pt x="56692" y="611720"/>
                  </a:lnTo>
                  <a:lnTo>
                    <a:pt x="57150" y="610603"/>
                  </a:lnTo>
                  <a:lnTo>
                    <a:pt x="57150" y="607974"/>
                  </a:lnTo>
                  <a:close/>
                </a:path>
                <a:path w="9153525" h="1219200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9153525" h="1219200">
                  <a:moveTo>
                    <a:pt x="104775" y="1212494"/>
                  </a:moveTo>
                  <a:lnTo>
                    <a:pt x="104317" y="1211376"/>
                  </a:lnTo>
                  <a:lnTo>
                    <a:pt x="102450" y="1209509"/>
                  </a:lnTo>
                  <a:lnTo>
                    <a:pt x="101333" y="1209052"/>
                  </a:lnTo>
                  <a:lnTo>
                    <a:pt x="98704" y="1209052"/>
                  </a:lnTo>
                  <a:lnTo>
                    <a:pt x="97586" y="1209509"/>
                  </a:lnTo>
                  <a:lnTo>
                    <a:pt x="95719" y="1211376"/>
                  </a:lnTo>
                  <a:lnTo>
                    <a:pt x="95250" y="1212494"/>
                  </a:lnTo>
                  <a:lnTo>
                    <a:pt x="95250" y="1215123"/>
                  </a:lnTo>
                  <a:lnTo>
                    <a:pt x="95719" y="1216240"/>
                  </a:lnTo>
                  <a:lnTo>
                    <a:pt x="97586" y="1218107"/>
                  </a:lnTo>
                  <a:lnTo>
                    <a:pt x="98704" y="1218577"/>
                  </a:lnTo>
                  <a:lnTo>
                    <a:pt x="101333" y="1218577"/>
                  </a:lnTo>
                  <a:lnTo>
                    <a:pt x="102450" y="1218107"/>
                  </a:lnTo>
                  <a:lnTo>
                    <a:pt x="104317" y="1216240"/>
                  </a:lnTo>
                  <a:lnTo>
                    <a:pt x="104775" y="1215123"/>
                  </a:lnTo>
                  <a:lnTo>
                    <a:pt x="104775" y="1212494"/>
                  </a:lnTo>
                  <a:close/>
                </a:path>
                <a:path w="9153525" h="1219200">
                  <a:moveTo>
                    <a:pt x="104775" y="607974"/>
                  </a:moveTo>
                  <a:lnTo>
                    <a:pt x="104317" y="606856"/>
                  </a:lnTo>
                  <a:lnTo>
                    <a:pt x="102450" y="604989"/>
                  </a:lnTo>
                  <a:lnTo>
                    <a:pt x="101333" y="604520"/>
                  </a:lnTo>
                  <a:lnTo>
                    <a:pt x="98704" y="604520"/>
                  </a:lnTo>
                  <a:lnTo>
                    <a:pt x="97586" y="604989"/>
                  </a:lnTo>
                  <a:lnTo>
                    <a:pt x="95719" y="606856"/>
                  </a:lnTo>
                  <a:lnTo>
                    <a:pt x="95250" y="607974"/>
                  </a:lnTo>
                  <a:lnTo>
                    <a:pt x="95250" y="610603"/>
                  </a:lnTo>
                  <a:lnTo>
                    <a:pt x="95719" y="611720"/>
                  </a:lnTo>
                  <a:lnTo>
                    <a:pt x="97586" y="613587"/>
                  </a:lnTo>
                  <a:lnTo>
                    <a:pt x="98704" y="614045"/>
                  </a:lnTo>
                  <a:lnTo>
                    <a:pt x="101333" y="614045"/>
                  </a:lnTo>
                  <a:lnTo>
                    <a:pt x="102450" y="613587"/>
                  </a:lnTo>
                  <a:lnTo>
                    <a:pt x="104317" y="611720"/>
                  </a:lnTo>
                  <a:lnTo>
                    <a:pt x="104775" y="610603"/>
                  </a:lnTo>
                  <a:lnTo>
                    <a:pt x="104775" y="607974"/>
                  </a:lnTo>
                  <a:close/>
                </a:path>
                <a:path w="9153525" h="1219200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9153525" h="1219200">
                  <a:moveTo>
                    <a:pt x="152400" y="1212494"/>
                  </a:moveTo>
                  <a:lnTo>
                    <a:pt x="151942" y="1211376"/>
                  </a:lnTo>
                  <a:lnTo>
                    <a:pt x="150075" y="1209509"/>
                  </a:lnTo>
                  <a:lnTo>
                    <a:pt x="148958" y="1209052"/>
                  </a:lnTo>
                  <a:lnTo>
                    <a:pt x="146329" y="1209052"/>
                  </a:lnTo>
                  <a:lnTo>
                    <a:pt x="145211" y="1209509"/>
                  </a:lnTo>
                  <a:lnTo>
                    <a:pt x="143344" y="1211376"/>
                  </a:lnTo>
                  <a:lnTo>
                    <a:pt x="142875" y="1212494"/>
                  </a:lnTo>
                  <a:lnTo>
                    <a:pt x="142875" y="1215123"/>
                  </a:lnTo>
                  <a:lnTo>
                    <a:pt x="143344" y="1216240"/>
                  </a:lnTo>
                  <a:lnTo>
                    <a:pt x="145211" y="1218107"/>
                  </a:lnTo>
                  <a:lnTo>
                    <a:pt x="146329" y="1218577"/>
                  </a:lnTo>
                  <a:lnTo>
                    <a:pt x="148958" y="1218577"/>
                  </a:lnTo>
                  <a:lnTo>
                    <a:pt x="150075" y="1218107"/>
                  </a:lnTo>
                  <a:lnTo>
                    <a:pt x="151942" y="1216240"/>
                  </a:lnTo>
                  <a:lnTo>
                    <a:pt x="152400" y="1215123"/>
                  </a:lnTo>
                  <a:lnTo>
                    <a:pt x="152400" y="1212494"/>
                  </a:lnTo>
                  <a:close/>
                </a:path>
                <a:path w="9153525" h="1219200">
                  <a:moveTo>
                    <a:pt x="152400" y="607974"/>
                  </a:moveTo>
                  <a:lnTo>
                    <a:pt x="151942" y="606856"/>
                  </a:lnTo>
                  <a:lnTo>
                    <a:pt x="150075" y="604989"/>
                  </a:lnTo>
                  <a:lnTo>
                    <a:pt x="148958" y="604520"/>
                  </a:lnTo>
                  <a:lnTo>
                    <a:pt x="146329" y="604520"/>
                  </a:lnTo>
                  <a:lnTo>
                    <a:pt x="145211" y="604989"/>
                  </a:lnTo>
                  <a:lnTo>
                    <a:pt x="143344" y="606856"/>
                  </a:lnTo>
                  <a:lnTo>
                    <a:pt x="142875" y="607974"/>
                  </a:lnTo>
                  <a:lnTo>
                    <a:pt x="142875" y="610603"/>
                  </a:lnTo>
                  <a:lnTo>
                    <a:pt x="143344" y="611720"/>
                  </a:lnTo>
                  <a:lnTo>
                    <a:pt x="145211" y="613587"/>
                  </a:lnTo>
                  <a:lnTo>
                    <a:pt x="146329" y="614045"/>
                  </a:lnTo>
                  <a:lnTo>
                    <a:pt x="148958" y="614045"/>
                  </a:lnTo>
                  <a:lnTo>
                    <a:pt x="150075" y="613587"/>
                  </a:lnTo>
                  <a:lnTo>
                    <a:pt x="151942" y="611720"/>
                  </a:lnTo>
                  <a:lnTo>
                    <a:pt x="152400" y="610603"/>
                  </a:lnTo>
                  <a:lnTo>
                    <a:pt x="152400" y="607974"/>
                  </a:lnTo>
                  <a:close/>
                </a:path>
                <a:path w="9153525" h="1219200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9153525" h="1219200">
                  <a:moveTo>
                    <a:pt x="200025" y="1212494"/>
                  </a:moveTo>
                  <a:lnTo>
                    <a:pt x="199567" y="1211376"/>
                  </a:lnTo>
                  <a:lnTo>
                    <a:pt x="197700" y="1209509"/>
                  </a:lnTo>
                  <a:lnTo>
                    <a:pt x="196583" y="1209052"/>
                  </a:lnTo>
                  <a:lnTo>
                    <a:pt x="193954" y="1209052"/>
                  </a:lnTo>
                  <a:lnTo>
                    <a:pt x="192836" y="1209509"/>
                  </a:lnTo>
                  <a:lnTo>
                    <a:pt x="190969" y="1211376"/>
                  </a:lnTo>
                  <a:lnTo>
                    <a:pt x="190500" y="1212494"/>
                  </a:lnTo>
                  <a:lnTo>
                    <a:pt x="190500" y="1215123"/>
                  </a:lnTo>
                  <a:lnTo>
                    <a:pt x="190969" y="1216240"/>
                  </a:lnTo>
                  <a:lnTo>
                    <a:pt x="192836" y="1218107"/>
                  </a:lnTo>
                  <a:lnTo>
                    <a:pt x="193954" y="1218577"/>
                  </a:lnTo>
                  <a:lnTo>
                    <a:pt x="196583" y="1218577"/>
                  </a:lnTo>
                  <a:lnTo>
                    <a:pt x="197700" y="1218107"/>
                  </a:lnTo>
                  <a:lnTo>
                    <a:pt x="199567" y="1216240"/>
                  </a:lnTo>
                  <a:lnTo>
                    <a:pt x="200025" y="1215123"/>
                  </a:lnTo>
                  <a:lnTo>
                    <a:pt x="200025" y="1212494"/>
                  </a:lnTo>
                  <a:close/>
                </a:path>
                <a:path w="9153525" h="1219200">
                  <a:moveTo>
                    <a:pt x="200025" y="607974"/>
                  </a:moveTo>
                  <a:lnTo>
                    <a:pt x="199567" y="606856"/>
                  </a:lnTo>
                  <a:lnTo>
                    <a:pt x="197700" y="604989"/>
                  </a:lnTo>
                  <a:lnTo>
                    <a:pt x="196583" y="604520"/>
                  </a:lnTo>
                  <a:lnTo>
                    <a:pt x="193954" y="604520"/>
                  </a:lnTo>
                  <a:lnTo>
                    <a:pt x="192836" y="604989"/>
                  </a:lnTo>
                  <a:lnTo>
                    <a:pt x="190969" y="606856"/>
                  </a:lnTo>
                  <a:lnTo>
                    <a:pt x="190500" y="607974"/>
                  </a:lnTo>
                  <a:lnTo>
                    <a:pt x="190500" y="610603"/>
                  </a:lnTo>
                  <a:lnTo>
                    <a:pt x="190969" y="611720"/>
                  </a:lnTo>
                  <a:lnTo>
                    <a:pt x="192836" y="613587"/>
                  </a:lnTo>
                  <a:lnTo>
                    <a:pt x="193954" y="614045"/>
                  </a:lnTo>
                  <a:lnTo>
                    <a:pt x="196583" y="614045"/>
                  </a:lnTo>
                  <a:lnTo>
                    <a:pt x="197700" y="613587"/>
                  </a:lnTo>
                  <a:lnTo>
                    <a:pt x="199567" y="611720"/>
                  </a:lnTo>
                  <a:lnTo>
                    <a:pt x="200025" y="610603"/>
                  </a:lnTo>
                  <a:lnTo>
                    <a:pt x="200025" y="607974"/>
                  </a:lnTo>
                  <a:close/>
                </a:path>
                <a:path w="9153525" h="1219200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9153525" h="1219200">
                  <a:moveTo>
                    <a:pt x="247650" y="1212494"/>
                  </a:moveTo>
                  <a:lnTo>
                    <a:pt x="247192" y="1211376"/>
                  </a:lnTo>
                  <a:lnTo>
                    <a:pt x="245325" y="1209509"/>
                  </a:lnTo>
                  <a:lnTo>
                    <a:pt x="244208" y="1209052"/>
                  </a:lnTo>
                  <a:lnTo>
                    <a:pt x="241579" y="1209052"/>
                  </a:lnTo>
                  <a:lnTo>
                    <a:pt x="240461" y="1209509"/>
                  </a:lnTo>
                  <a:lnTo>
                    <a:pt x="238594" y="1211376"/>
                  </a:lnTo>
                  <a:lnTo>
                    <a:pt x="238125" y="1212494"/>
                  </a:lnTo>
                  <a:lnTo>
                    <a:pt x="238125" y="1215123"/>
                  </a:lnTo>
                  <a:lnTo>
                    <a:pt x="238594" y="1216240"/>
                  </a:lnTo>
                  <a:lnTo>
                    <a:pt x="240461" y="1218107"/>
                  </a:lnTo>
                  <a:lnTo>
                    <a:pt x="241579" y="1218577"/>
                  </a:lnTo>
                  <a:lnTo>
                    <a:pt x="244208" y="1218577"/>
                  </a:lnTo>
                  <a:lnTo>
                    <a:pt x="245325" y="1218107"/>
                  </a:lnTo>
                  <a:lnTo>
                    <a:pt x="247192" y="1216240"/>
                  </a:lnTo>
                  <a:lnTo>
                    <a:pt x="247650" y="1215123"/>
                  </a:lnTo>
                  <a:lnTo>
                    <a:pt x="247650" y="1212494"/>
                  </a:lnTo>
                  <a:close/>
                </a:path>
                <a:path w="9153525" h="1219200">
                  <a:moveTo>
                    <a:pt x="247650" y="607974"/>
                  </a:moveTo>
                  <a:lnTo>
                    <a:pt x="247192" y="606856"/>
                  </a:lnTo>
                  <a:lnTo>
                    <a:pt x="245325" y="604989"/>
                  </a:lnTo>
                  <a:lnTo>
                    <a:pt x="244208" y="604520"/>
                  </a:lnTo>
                  <a:lnTo>
                    <a:pt x="241579" y="604520"/>
                  </a:lnTo>
                  <a:lnTo>
                    <a:pt x="240461" y="604989"/>
                  </a:lnTo>
                  <a:lnTo>
                    <a:pt x="238594" y="606856"/>
                  </a:lnTo>
                  <a:lnTo>
                    <a:pt x="238125" y="607974"/>
                  </a:lnTo>
                  <a:lnTo>
                    <a:pt x="238125" y="610603"/>
                  </a:lnTo>
                  <a:lnTo>
                    <a:pt x="238594" y="611720"/>
                  </a:lnTo>
                  <a:lnTo>
                    <a:pt x="240461" y="613587"/>
                  </a:lnTo>
                  <a:lnTo>
                    <a:pt x="241579" y="614045"/>
                  </a:lnTo>
                  <a:lnTo>
                    <a:pt x="244208" y="614045"/>
                  </a:lnTo>
                  <a:lnTo>
                    <a:pt x="245325" y="613587"/>
                  </a:lnTo>
                  <a:lnTo>
                    <a:pt x="247192" y="611720"/>
                  </a:lnTo>
                  <a:lnTo>
                    <a:pt x="247650" y="610603"/>
                  </a:lnTo>
                  <a:lnTo>
                    <a:pt x="247650" y="607974"/>
                  </a:lnTo>
                  <a:close/>
                </a:path>
                <a:path w="9153525" h="1219200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9153525" h="1219200">
                  <a:moveTo>
                    <a:pt x="295275" y="1212494"/>
                  </a:moveTo>
                  <a:lnTo>
                    <a:pt x="294817" y="1211376"/>
                  </a:lnTo>
                  <a:lnTo>
                    <a:pt x="292950" y="1209509"/>
                  </a:lnTo>
                  <a:lnTo>
                    <a:pt x="291833" y="1209052"/>
                  </a:lnTo>
                  <a:lnTo>
                    <a:pt x="289204" y="1209052"/>
                  </a:lnTo>
                  <a:lnTo>
                    <a:pt x="288086" y="1209509"/>
                  </a:lnTo>
                  <a:lnTo>
                    <a:pt x="286219" y="1211376"/>
                  </a:lnTo>
                  <a:lnTo>
                    <a:pt x="285750" y="1212494"/>
                  </a:lnTo>
                  <a:lnTo>
                    <a:pt x="285750" y="1215123"/>
                  </a:lnTo>
                  <a:lnTo>
                    <a:pt x="286219" y="1216240"/>
                  </a:lnTo>
                  <a:lnTo>
                    <a:pt x="288086" y="1218107"/>
                  </a:lnTo>
                  <a:lnTo>
                    <a:pt x="289204" y="1218577"/>
                  </a:lnTo>
                  <a:lnTo>
                    <a:pt x="291833" y="1218577"/>
                  </a:lnTo>
                  <a:lnTo>
                    <a:pt x="292950" y="1218107"/>
                  </a:lnTo>
                  <a:lnTo>
                    <a:pt x="294817" y="1216240"/>
                  </a:lnTo>
                  <a:lnTo>
                    <a:pt x="295275" y="1215123"/>
                  </a:lnTo>
                  <a:lnTo>
                    <a:pt x="295275" y="1212494"/>
                  </a:lnTo>
                  <a:close/>
                </a:path>
                <a:path w="9153525" h="1219200">
                  <a:moveTo>
                    <a:pt x="295275" y="607974"/>
                  </a:moveTo>
                  <a:lnTo>
                    <a:pt x="294817" y="606856"/>
                  </a:lnTo>
                  <a:lnTo>
                    <a:pt x="292950" y="604989"/>
                  </a:lnTo>
                  <a:lnTo>
                    <a:pt x="291833" y="604520"/>
                  </a:lnTo>
                  <a:lnTo>
                    <a:pt x="289204" y="604520"/>
                  </a:lnTo>
                  <a:lnTo>
                    <a:pt x="288086" y="604989"/>
                  </a:lnTo>
                  <a:lnTo>
                    <a:pt x="286219" y="606856"/>
                  </a:lnTo>
                  <a:lnTo>
                    <a:pt x="285750" y="607974"/>
                  </a:lnTo>
                  <a:lnTo>
                    <a:pt x="285750" y="610603"/>
                  </a:lnTo>
                  <a:lnTo>
                    <a:pt x="286219" y="611720"/>
                  </a:lnTo>
                  <a:lnTo>
                    <a:pt x="288086" y="613587"/>
                  </a:lnTo>
                  <a:lnTo>
                    <a:pt x="289204" y="614045"/>
                  </a:lnTo>
                  <a:lnTo>
                    <a:pt x="291833" y="614045"/>
                  </a:lnTo>
                  <a:lnTo>
                    <a:pt x="292950" y="613587"/>
                  </a:lnTo>
                  <a:lnTo>
                    <a:pt x="294817" y="611720"/>
                  </a:lnTo>
                  <a:lnTo>
                    <a:pt x="295275" y="610603"/>
                  </a:lnTo>
                  <a:lnTo>
                    <a:pt x="295275" y="607974"/>
                  </a:lnTo>
                  <a:close/>
                </a:path>
                <a:path w="9153525" h="1219200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9153525" h="1219200">
                  <a:moveTo>
                    <a:pt x="342900" y="1212494"/>
                  </a:moveTo>
                  <a:lnTo>
                    <a:pt x="342442" y="1211376"/>
                  </a:lnTo>
                  <a:lnTo>
                    <a:pt x="340575" y="1209509"/>
                  </a:lnTo>
                  <a:lnTo>
                    <a:pt x="339458" y="1209052"/>
                  </a:lnTo>
                  <a:lnTo>
                    <a:pt x="336829" y="1209052"/>
                  </a:lnTo>
                  <a:lnTo>
                    <a:pt x="335711" y="1209509"/>
                  </a:lnTo>
                  <a:lnTo>
                    <a:pt x="333844" y="1211376"/>
                  </a:lnTo>
                  <a:lnTo>
                    <a:pt x="333375" y="1212494"/>
                  </a:lnTo>
                  <a:lnTo>
                    <a:pt x="333375" y="1215123"/>
                  </a:lnTo>
                  <a:lnTo>
                    <a:pt x="333844" y="1216240"/>
                  </a:lnTo>
                  <a:lnTo>
                    <a:pt x="335711" y="1218107"/>
                  </a:lnTo>
                  <a:lnTo>
                    <a:pt x="336829" y="1218577"/>
                  </a:lnTo>
                  <a:lnTo>
                    <a:pt x="339458" y="1218577"/>
                  </a:lnTo>
                  <a:lnTo>
                    <a:pt x="340575" y="1218107"/>
                  </a:lnTo>
                  <a:lnTo>
                    <a:pt x="342442" y="1216240"/>
                  </a:lnTo>
                  <a:lnTo>
                    <a:pt x="342900" y="1215123"/>
                  </a:lnTo>
                  <a:lnTo>
                    <a:pt x="342900" y="1212494"/>
                  </a:lnTo>
                  <a:close/>
                </a:path>
                <a:path w="9153525" h="1219200">
                  <a:moveTo>
                    <a:pt x="342900" y="607974"/>
                  </a:moveTo>
                  <a:lnTo>
                    <a:pt x="342442" y="606856"/>
                  </a:lnTo>
                  <a:lnTo>
                    <a:pt x="340575" y="604989"/>
                  </a:lnTo>
                  <a:lnTo>
                    <a:pt x="339458" y="604520"/>
                  </a:lnTo>
                  <a:lnTo>
                    <a:pt x="336829" y="604520"/>
                  </a:lnTo>
                  <a:lnTo>
                    <a:pt x="335711" y="604989"/>
                  </a:lnTo>
                  <a:lnTo>
                    <a:pt x="333844" y="606856"/>
                  </a:lnTo>
                  <a:lnTo>
                    <a:pt x="333375" y="607974"/>
                  </a:lnTo>
                  <a:lnTo>
                    <a:pt x="333375" y="610603"/>
                  </a:lnTo>
                  <a:lnTo>
                    <a:pt x="333844" y="611720"/>
                  </a:lnTo>
                  <a:lnTo>
                    <a:pt x="335711" y="613587"/>
                  </a:lnTo>
                  <a:lnTo>
                    <a:pt x="336829" y="614045"/>
                  </a:lnTo>
                  <a:lnTo>
                    <a:pt x="339458" y="614045"/>
                  </a:lnTo>
                  <a:lnTo>
                    <a:pt x="340575" y="613587"/>
                  </a:lnTo>
                  <a:lnTo>
                    <a:pt x="342442" y="611720"/>
                  </a:lnTo>
                  <a:lnTo>
                    <a:pt x="342900" y="610603"/>
                  </a:lnTo>
                  <a:lnTo>
                    <a:pt x="342900" y="607974"/>
                  </a:lnTo>
                  <a:close/>
                </a:path>
                <a:path w="9153525" h="1219200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9153525" h="1219200">
                  <a:moveTo>
                    <a:pt x="390525" y="1212494"/>
                  </a:moveTo>
                  <a:lnTo>
                    <a:pt x="390067" y="1211376"/>
                  </a:lnTo>
                  <a:lnTo>
                    <a:pt x="388200" y="1209509"/>
                  </a:lnTo>
                  <a:lnTo>
                    <a:pt x="387083" y="1209052"/>
                  </a:lnTo>
                  <a:lnTo>
                    <a:pt x="384454" y="1209052"/>
                  </a:lnTo>
                  <a:lnTo>
                    <a:pt x="383336" y="1209509"/>
                  </a:lnTo>
                  <a:lnTo>
                    <a:pt x="381469" y="1211376"/>
                  </a:lnTo>
                  <a:lnTo>
                    <a:pt x="381000" y="1212494"/>
                  </a:lnTo>
                  <a:lnTo>
                    <a:pt x="381000" y="1215123"/>
                  </a:lnTo>
                  <a:lnTo>
                    <a:pt x="381469" y="1216240"/>
                  </a:lnTo>
                  <a:lnTo>
                    <a:pt x="383336" y="1218107"/>
                  </a:lnTo>
                  <a:lnTo>
                    <a:pt x="384454" y="1218577"/>
                  </a:lnTo>
                  <a:lnTo>
                    <a:pt x="387083" y="1218577"/>
                  </a:lnTo>
                  <a:lnTo>
                    <a:pt x="388200" y="1218107"/>
                  </a:lnTo>
                  <a:lnTo>
                    <a:pt x="390067" y="1216240"/>
                  </a:lnTo>
                  <a:lnTo>
                    <a:pt x="390525" y="1215123"/>
                  </a:lnTo>
                  <a:lnTo>
                    <a:pt x="390525" y="1212494"/>
                  </a:lnTo>
                  <a:close/>
                </a:path>
                <a:path w="9153525" h="1219200">
                  <a:moveTo>
                    <a:pt x="390525" y="607974"/>
                  </a:moveTo>
                  <a:lnTo>
                    <a:pt x="390067" y="606856"/>
                  </a:lnTo>
                  <a:lnTo>
                    <a:pt x="388200" y="604989"/>
                  </a:lnTo>
                  <a:lnTo>
                    <a:pt x="387083" y="604520"/>
                  </a:lnTo>
                  <a:lnTo>
                    <a:pt x="384454" y="604520"/>
                  </a:lnTo>
                  <a:lnTo>
                    <a:pt x="383336" y="604989"/>
                  </a:lnTo>
                  <a:lnTo>
                    <a:pt x="381469" y="606856"/>
                  </a:lnTo>
                  <a:lnTo>
                    <a:pt x="381000" y="607974"/>
                  </a:lnTo>
                  <a:lnTo>
                    <a:pt x="381000" y="610603"/>
                  </a:lnTo>
                  <a:lnTo>
                    <a:pt x="381469" y="611720"/>
                  </a:lnTo>
                  <a:lnTo>
                    <a:pt x="383336" y="613587"/>
                  </a:lnTo>
                  <a:lnTo>
                    <a:pt x="384454" y="614045"/>
                  </a:lnTo>
                  <a:lnTo>
                    <a:pt x="387083" y="614045"/>
                  </a:lnTo>
                  <a:lnTo>
                    <a:pt x="388200" y="613587"/>
                  </a:lnTo>
                  <a:lnTo>
                    <a:pt x="390067" y="611720"/>
                  </a:lnTo>
                  <a:lnTo>
                    <a:pt x="390525" y="610603"/>
                  </a:lnTo>
                  <a:lnTo>
                    <a:pt x="390525" y="607974"/>
                  </a:lnTo>
                  <a:close/>
                </a:path>
                <a:path w="9153525" h="1219200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9153525" h="1219200">
                  <a:moveTo>
                    <a:pt x="438150" y="1212494"/>
                  </a:moveTo>
                  <a:lnTo>
                    <a:pt x="437692" y="1211376"/>
                  </a:lnTo>
                  <a:lnTo>
                    <a:pt x="435825" y="1209509"/>
                  </a:lnTo>
                  <a:lnTo>
                    <a:pt x="434708" y="1209052"/>
                  </a:lnTo>
                  <a:lnTo>
                    <a:pt x="432079" y="1209052"/>
                  </a:lnTo>
                  <a:lnTo>
                    <a:pt x="430961" y="1209509"/>
                  </a:lnTo>
                  <a:lnTo>
                    <a:pt x="429094" y="1211376"/>
                  </a:lnTo>
                  <a:lnTo>
                    <a:pt x="428625" y="1212494"/>
                  </a:lnTo>
                  <a:lnTo>
                    <a:pt x="428625" y="1215123"/>
                  </a:lnTo>
                  <a:lnTo>
                    <a:pt x="429094" y="1216240"/>
                  </a:lnTo>
                  <a:lnTo>
                    <a:pt x="430961" y="1218107"/>
                  </a:lnTo>
                  <a:lnTo>
                    <a:pt x="432079" y="1218577"/>
                  </a:lnTo>
                  <a:lnTo>
                    <a:pt x="434708" y="1218577"/>
                  </a:lnTo>
                  <a:lnTo>
                    <a:pt x="435825" y="1218107"/>
                  </a:lnTo>
                  <a:lnTo>
                    <a:pt x="437692" y="1216240"/>
                  </a:lnTo>
                  <a:lnTo>
                    <a:pt x="438150" y="1215123"/>
                  </a:lnTo>
                  <a:lnTo>
                    <a:pt x="438150" y="1212494"/>
                  </a:lnTo>
                  <a:close/>
                </a:path>
                <a:path w="9153525" h="1219200">
                  <a:moveTo>
                    <a:pt x="438150" y="607974"/>
                  </a:moveTo>
                  <a:lnTo>
                    <a:pt x="437692" y="606856"/>
                  </a:lnTo>
                  <a:lnTo>
                    <a:pt x="435825" y="604989"/>
                  </a:lnTo>
                  <a:lnTo>
                    <a:pt x="434708" y="604520"/>
                  </a:lnTo>
                  <a:lnTo>
                    <a:pt x="432079" y="604520"/>
                  </a:lnTo>
                  <a:lnTo>
                    <a:pt x="430961" y="604989"/>
                  </a:lnTo>
                  <a:lnTo>
                    <a:pt x="429094" y="606856"/>
                  </a:lnTo>
                  <a:lnTo>
                    <a:pt x="428625" y="607974"/>
                  </a:lnTo>
                  <a:lnTo>
                    <a:pt x="428625" y="610603"/>
                  </a:lnTo>
                  <a:lnTo>
                    <a:pt x="429094" y="611720"/>
                  </a:lnTo>
                  <a:lnTo>
                    <a:pt x="430961" y="613587"/>
                  </a:lnTo>
                  <a:lnTo>
                    <a:pt x="432079" y="614045"/>
                  </a:lnTo>
                  <a:lnTo>
                    <a:pt x="434708" y="614045"/>
                  </a:lnTo>
                  <a:lnTo>
                    <a:pt x="435825" y="613587"/>
                  </a:lnTo>
                  <a:lnTo>
                    <a:pt x="437692" y="611720"/>
                  </a:lnTo>
                  <a:lnTo>
                    <a:pt x="438150" y="610603"/>
                  </a:lnTo>
                  <a:lnTo>
                    <a:pt x="438150" y="607974"/>
                  </a:lnTo>
                  <a:close/>
                </a:path>
                <a:path w="9153525" h="1219200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9153525" h="1219200">
                  <a:moveTo>
                    <a:pt x="485775" y="1212494"/>
                  </a:moveTo>
                  <a:lnTo>
                    <a:pt x="485317" y="1211376"/>
                  </a:lnTo>
                  <a:lnTo>
                    <a:pt x="483450" y="1209509"/>
                  </a:lnTo>
                  <a:lnTo>
                    <a:pt x="482333" y="1209052"/>
                  </a:lnTo>
                  <a:lnTo>
                    <a:pt x="479704" y="1209052"/>
                  </a:lnTo>
                  <a:lnTo>
                    <a:pt x="478586" y="1209509"/>
                  </a:lnTo>
                  <a:lnTo>
                    <a:pt x="476719" y="1211376"/>
                  </a:lnTo>
                  <a:lnTo>
                    <a:pt x="476250" y="1212494"/>
                  </a:lnTo>
                  <a:lnTo>
                    <a:pt x="476250" y="1215123"/>
                  </a:lnTo>
                  <a:lnTo>
                    <a:pt x="476719" y="1216240"/>
                  </a:lnTo>
                  <a:lnTo>
                    <a:pt x="478586" y="1218107"/>
                  </a:lnTo>
                  <a:lnTo>
                    <a:pt x="479704" y="1218577"/>
                  </a:lnTo>
                  <a:lnTo>
                    <a:pt x="482333" y="1218577"/>
                  </a:lnTo>
                  <a:lnTo>
                    <a:pt x="483450" y="1218107"/>
                  </a:lnTo>
                  <a:lnTo>
                    <a:pt x="485317" y="1216240"/>
                  </a:lnTo>
                  <a:lnTo>
                    <a:pt x="485775" y="1215123"/>
                  </a:lnTo>
                  <a:lnTo>
                    <a:pt x="485775" y="1212494"/>
                  </a:lnTo>
                  <a:close/>
                </a:path>
                <a:path w="9153525" h="1219200">
                  <a:moveTo>
                    <a:pt x="485775" y="607974"/>
                  </a:moveTo>
                  <a:lnTo>
                    <a:pt x="485317" y="606856"/>
                  </a:lnTo>
                  <a:lnTo>
                    <a:pt x="483450" y="604989"/>
                  </a:lnTo>
                  <a:lnTo>
                    <a:pt x="482333" y="604520"/>
                  </a:lnTo>
                  <a:lnTo>
                    <a:pt x="479704" y="604520"/>
                  </a:lnTo>
                  <a:lnTo>
                    <a:pt x="478586" y="604989"/>
                  </a:lnTo>
                  <a:lnTo>
                    <a:pt x="476719" y="606856"/>
                  </a:lnTo>
                  <a:lnTo>
                    <a:pt x="476250" y="607974"/>
                  </a:lnTo>
                  <a:lnTo>
                    <a:pt x="476250" y="610603"/>
                  </a:lnTo>
                  <a:lnTo>
                    <a:pt x="476719" y="611720"/>
                  </a:lnTo>
                  <a:lnTo>
                    <a:pt x="478586" y="613587"/>
                  </a:lnTo>
                  <a:lnTo>
                    <a:pt x="479704" y="614045"/>
                  </a:lnTo>
                  <a:lnTo>
                    <a:pt x="482333" y="614045"/>
                  </a:lnTo>
                  <a:lnTo>
                    <a:pt x="483450" y="613587"/>
                  </a:lnTo>
                  <a:lnTo>
                    <a:pt x="485317" y="611720"/>
                  </a:lnTo>
                  <a:lnTo>
                    <a:pt x="485775" y="610603"/>
                  </a:lnTo>
                  <a:lnTo>
                    <a:pt x="485775" y="607974"/>
                  </a:lnTo>
                  <a:close/>
                </a:path>
                <a:path w="9153525" h="1219200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9153525" h="1219200">
                  <a:moveTo>
                    <a:pt x="533400" y="1212494"/>
                  </a:moveTo>
                  <a:lnTo>
                    <a:pt x="532942" y="1211376"/>
                  </a:lnTo>
                  <a:lnTo>
                    <a:pt x="531075" y="1209509"/>
                  </a:lnTo>
                  <a:lnTo>
                    <a:pt x="529958" y="1209052"/>
                  </a:lnTo>
                  <a:lnTo>
                    <a:pt x="527329" y="1209052"/>
                  </a:lnTo>
                  <a:lnTo>
                    <a:pt x="526211" y="1209509"/>
                  </a:lnTo>
                  <a:lnTo>
                    <a:pt x="524344" y="1211376"/>
                  </a:lnTo>
                  <a:lnTo>
                    <a:pt x="523875" y="1212494"/>
                  </a:lnTo>
                  <a:lnTo>
                    <a:pt x="523875" y="1215123"/>
                  </a:lnTo>
                  <a:lnTo>
                    <a:pt x="524344" y="1216240"/>
                  </a:lnTo>
                  <a:lnTo>
                    <a:pt x="526211" y="1218107"/>
                  </a:lnTo>
                  <a:lnTo>
                    <a:pt x="527329" y="1218577"/>
                  </a:lnTo>
                  <a:lnTo>
                    <a:pt x="529958" y="1218577"/>
                  </a:lnTo>
                  <a:lnTo>
                    <a:pt x="531075" y="1218107"/>
                  </a:lnTo>
                  <a:lnTo>
                    <a:pt x="532942" y="1216240"/>
                  </a:lnTo>
                  <a:lnTo>
                    <a:pt x="533400" y="1215123"/>
                  </a:lnTo>
                  <a:lnTo>
                    <a:pt x="533400" y="1212494"/>
                  </a:lnTo>
                  <a:close/>
                </a:path>
                <a:path w="9153525" h="1219200">
                  <a:moveTo>
                    <a:pt x="533400" y="607974"/>
                  </a:moveTo>
                  <a:lnTo>
                    <a:pt x="532942" y="606856"/>
                  </a:lnTo>
                  <a:lnTo>
                    <a:pt x="531075" y="604989"/>
                  </a:lnTo>
                  <a:lnTo>
                    <a:pt x="529958" y="604520"/>
                  </a:lnTo>
                  <a:lnTo>
                    <a:pt x="527329" y="604520"/>
                  </a:lnTo>
                  <a:lnTo>
                    <a:pt x="526211" y="604989"/>
                  </a:lnTo>
                  <a:lnTo>
                    <a:pt x="524344" y="606856"/>
                  </a:lnTo>
                  <a:lnTo>
                    <a:pt x="523875" y="607974"/>
                  </a:lnTo>
                  <a:lnTo>
                    <a:pt x="523875" y="610603"/>
                  </a:lnTo>
                  <a:lnTo>
                    <a:pt x="524344" y="611720"/>
                  </a:lnTo>
                  <a:lnTo>
                    <a:pt x="526211" y="613587"/>
                  </a:lnTo>
                  <a:lnTo>
                    <a:pt x="527329" y="614045"/>
                  </a:lnTo>
                  <a:lnTo>
                    <a:pt x="529958" y="614045"/>
                  </a:lnTo>
                  <a:lnTo>
                    <a:pt x="531075" y="613587"/>
                  </a:lnTo>
                  <a:lnTo>
                    <a:pt x="532942" y="611720"/>
                  </a:lnTo>
                  <a:lnTo>
                    <a:pt x="533400" y="610603"/>
                  </a:lnTo>
                  <a:lnTo>
                    <a:pt x="533400" y="607974"/>
                  </a:lnTo>
                  <a:close/>
                </a:path>
                <a:path w="9153525" h="1219200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9153525" h="1219200">
                  <a:moveTo>
                    <a:pt x="581025" y="1212494"/>
                  </a:moveTo>
                  <a:lnTo>
                    <a:pt x="580567" y="1211376"/>
                  </a:lnTo>
                  <a:lnTo>
                    <a:pt x="578700" y="1209509"/>
                  </a:lnTo>
                  <a:lnTo>
                    <a:pt x="577583" y="1209052"/>
                  </a:lnTo>
                  <a:lnTo>
                    <a:pt x="574954" y="1209052"/>
                  </a:lnTo>
                  <a:lnTo>
                    <a:pt x="573836" y="1209509"/>
                  </a:lnTo>
                  <a:lnTo>
                    <a:pt x="571969" y="1211376"/>
                  </a:lnTo>
                  <a:lnTo>
                    <a:pt x="571500" y="1212494"/>
                  </a:lnTo>
                  <a:lnTo>
                    <a:pt x="571500" y="1215123"/>
                  </a:lnTo>
                  <a:lnTo>
                    <a:pt x="571969" y="1216240"/>
                  </a:lnTo>
                  <a:lnTo>
                    <a:pt x="573836" y="1218107"/>
                  </a:lnTo>
                  <a:lnTo>
                    <a:pt x="574954" y="1218577"/>
                  </a:lnTo>
                  <a:lnTo>
                    <a:pt x="577583" y="1218577"/>
                  </a:lnTo>
                  <a:lnTo>
                    <a:pt x="578700" y="1218107"/>
                  </a:lnTo>
                  <a:lnTo>
                    <a:pt x="580567" y="1216240"/>
                  </a:lnTo>
                  <a:lnTo>
                    <a:pt x="581025" y="1215123"/>
                  </a:lnTo>
                  <a:lnTo>
                    <a:pt x="581025" y="1212494"/>
                  </a:lnTo>
                  <a:close/>
                </a:path>
                <a:path w="9153525" h="1219200">
                  <a:moveTo>
                    <a:pt x="581025" y="607974"/>
                  </a:moveTo>
                  <a:lnTo>
                    <a:pt x="580567" y="606856"/>
                  </a:lnTo>
                  <a:lnTo>
                    <a:pt x="578700" y="604989"/>
                  </a:lnTo>
                  <a:lnTo>
                    <a:pt x="577583" y="604520"/>
                  </a:lnTo>
                  <a:lnTo>
                    <a:pt x="574954" y="604520"/>
                  </a:lnTo>
                  <a:lnTo>
                    <a:pt x="573836" y="604989"/>
                  </a:lnTo>
                  <a:lnTo>
                    <a:pt x="571969" y="606856"/>
                  </a:lnTo>
                  <a:lnTo>
                    <a:pt x="571500" y="607974"/>
                  </a:lnTo>
                  <a:lnTo>
                    <a:pt x="571500" y="610603"/>
                  </a:lnTo>
                  <a:lnTo>
                    <a:pt x="571969" y="611720"/>
                  </a:lnTo>
                  <a:lnTo>
                    <a:pt x="573836" y="613587"/>
                  </a:lnTo>
                  <a:lnTo>
                    <a:pt x="574954" y="614045"/>
                  </a:lnTo>
                  <a:lnTo>
                    <a:pt x="577583" y="614045"/>
                  </a:lnTo>
                  <a:lnTo>
                    <a:pt x="578700" y="613587"/>
                  </a:lnTo>
                  <a:lnTo>
                    <a:pt x="580567" y="611720"/>
                  </a:lnTo>
                  <a:lnTo>
                    <a:pt x="581025" y="610603"/>
                  </a:lnTo>
                  <a:lnTo>
                    <a:pt x="581025" y="607974"/>
                  </a:lnTo>
                  <a:close/>
                </a:path>
                <a:path w="9153525" h="1219200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9153525" h="1219200">
                  <a:moveTo>
                    <a:pt x="628650" y="1212494"/>
                  </a:moveTo>
                  <a:lnTo>
                    <a:pt x="628192" y="1211376"/>
                  </a:lnTo>
                  <a:lnTo>
                    <a:pt x="626325" y="1209509"/>
                  </a:lnTo>
                  <a:lnTo>
                    <a:pt x="625208" y="1209052"/>
                  </a:lnTo>
                  <a:lnTo>
                    <a:pt x="622579" y="1209052"/>
                  </a:lnTo>
                  <a:lnTo>
                    <a:pt x="621461" y="1209509"/>
                  </a:lnTo>
                  <a:lnTo>
                    <a:pt x="619594" y="1211376"/>
                  </a:lnTo>
                  <a:lnTo>
                    <a:pt x="619125" y="1212494"/>
                  </a:lnTo>
                  <a:lnTo>
                    <a:pt x="619125" y="1215123"/>
                  </a:lnTo>
                  <a:lnTo>
                    <a:pt x="619594" y="1216240"/>
                  </a:lnTo>
                  <a:lnTo>
                    <a:pt x="621461" y="1218107"/>
                  </a:lnTo>
                  <a:lnTo>
                    <a:pt x="622579" y="1218577"/>
                  </a:lnTo>
                  <a:lnTo>
                    <a:pt x="625208" y="1218577"/>
                  </a:lnTo>
                  <a:lnTo>
                    <a:pt x="626325" y="1218107"/>
                  </a:lnTo>
                  <a:lnTo>
                    <a:pt x="628192" y="1216240"/>
                  </a:lnTo>
                  <a:lnTo>
                    <a:pt x="628650" y="1215123"/>
                  </a:lnTo>
                  <a:lnTo>
                    <a:pt x="628650" y="1212494"/>
                  </a:lnTo>
                  <a:close/>
                </a:path>
                <a:path w="9153525" h="1219200">
                  <a:moveTo>
                    <a:pt x="628650" y="607974"/>
                  </a:moveTo>
                  <a:lnTo>
                    <a:pt x="628192" y="606856"/>
                  </a:lnTo>
                  <a:lnTo>
                    <a:pt x="626325" y="604989"/>
                  </a:lnTo>
                  <a:lnTo>
                    <a:pt x="625208" y="604520"/>
                  </a:lnTo>
                  <a:lnTo>
                    <a:pt x="622579" y="604520"/>
                  </a:lnTo>
                  <a:lnTo>
                    <a:pt x="621461" y="604989"/>
                  </a:lnTo>
                  <a:lnTo>
                    <a:pt x="619594" y="606856"/>
                  </a:lnTo>
                  <a:lnTo>
                    <a:pt x="619125" y="607974"/>
                  </a:lnTo>
                  <a:lnTo>
                    <a:pt x="619125" y="610603"/>
                  </a:lnTo>
                  <a:lnTo>
                    <a:pt x="619594" y="611720"/>
                  </a:lnTo>
                  <a:lnTo>
                    <a:pt x="621461" y="613587"/>
                  </a:lnTo>
                  <a:lnTo>
                    <a:pt x="622579" y="614045"/>
                  </a:lnTo>
                  <a:lnTo>
                    <a:pt x="625208" y="614045"/>
                  </a:lnTo>
                  <a:lnTo>
                    <a:pt x="626325" y="613587"/>
                  </a:lnTo>
                  <a:lnTo>
                    <a:pt x="628192" y="611720"/>
                  </a:lnTo>
                  <a:lnTo>
                    <a:pt x="628650" y="610603"/>
                  </a:lnTo>
                  <a:lnTo>
                    <a:pt x="628650" y="607974"/>
                  </a:lnTo>
                  <a:close/>
                </a:path>
                <a:path w="9153525" h="1219200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9153525" h="1219200">
                  <a:moveTo>
                    <a:pt x="676275" y="1212494"/>
                  </a:moveTo>
                  <a:lnTo>
                    <a:pt x="675817" y="1211376"/>
                  </a:lnTo>
                  <a:lnTo>
                    <a:pt x="673950" y="1209509"/>
                  </a:lnTo>
                  <a:lnTo>
                    <a:pt x="672833" y="1209052"/>
                  </a:lnTo>
                  <a:lnTo>
                    <a:pt x="670204" y="1209052"/>
                  </a:lnTo>
                  <a:lnTo>
                    <a:pt x="669086" y="1209509"/>
                  </a:lnTo>
                  <a:lnTo>
                    <a:pt x="667219" y="1211376"/>
                  </a:lnTo>
                  <a:lnTo>
                    <a:pt x="666750" y="1212494"/>
                  </a:lnTo>
                  <a:lnTo>
                    <a:pt x="666750" y="1215123"/>
                  </a:lnTo>
                  <a:lnTo>
                    <a:pt x="667219" y="1216240"/>
                  </a:lnTo>
                  <a:lnTo>
                    <a:pt x="669086" y="1218107"/>
                  </a:lnTo>
                  <a:lnTo>
                    <a:pt x="670204" y="1218577"/>
                  </a:lnTo>
                  <a:lnTo>
                    <a:pt x="672833" y="1218577"/>
                  </a:lnTo>
                  <a:lnTo>
                    <a:pt x="673950" y="1218107"/>
                  </a:lnTo>
                  <a:lnTo>
                    <a:pt x="675817" y="1216240"/>
                  </a:lnTo>
                  <a:lnTo>
                    <a:pt x="676275" y="1215123"/>
                  </a:lnTo>
                  <a:lnTo>
                    <a:pt x="676275" y="1212494"/>
                  </a:lnTo>
                  <a:close/>
                </a:path>
                <a:path w="9153525" h="1219200">
                  <a:moveTo>
                    <a:pt x="676275" y="607974"/>
                  </a:moveTo>
                  <a:lnTo>
                    <a:pt x="675817" y="606856"/>
                  </a:lnTo>
                  <a:lnTo>
                    <a:pt x="673950" y="604989"/>
                  </a:lnTo>
                  <a:lnTo>
                    <a:pt x="672833" y="604520"/>
                  </a:lnTo>
                  <a:lnTo>
                    <a:pt x="670204" y="604520"/>
                  </a:lnTo>
                  <a:lnTo>
                    <a:pt x="669086" y="604989"/>
                  </a:lnTo>
                  <a:lnTo>
                    <a:pt x="667219" y="606856"/>
                  </a:lnTo>
                  <a:lnTo>
                    <a:pt x="666750" y="607974"/>
                  </a:lnTo>
                  <a:lnTo>
                    <a:pt x="666750" y="610603"/>
                  </a:lnTo>
                  <a:lnTo>
                    <a:pt x="667219" y="611720"/>
                  </a:lnTo>
                  <a:lnTo>
                    <a:pt x="669086" y="613587"/>
                  </a:lnTo>
                  <a:lnTo>
                    <a:pt x="670204" y="614045"/>
                  </a:lnTo>
                  <a:lnTo>
                    <a:pt x="672833" y="614045"/>
                  </a:lnTo>
                  <a:lnTo>
                    <a:pt x="673950" y="613587"/>
                  </a:lnTo>
                  <a:lnTo>
                    <a:pt x="675817" y="611720"/>
                  </a:lnTo>
                  <a:lnTo>
                    <a:pt x="676275" y="610603"/>
                  </a:lnTo>
                  <a:lnTo>
                    <a:pt x="676275" y="607974"/>
                  </a:lnTo>
                  <a:close/>
                </a:path>
                <a:path w="9153525" h="1219200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9153525" h="1219200">
                  <a:moveTo>
                    <a:pt x="723900" y="1212494"/>
                  </a:moveTo>
                  <a:lnTo>
                    <a:pt x="723442" y="1211376"/>
                  </a:lnTo>
                  <a:lnTo>
                    <a:pt x="721575" y="1209509"/>
                  </a:lnTo>
                  <a:lnTo>
                    <a:pt x="720458" y="1209052"/>
                  </a:lnTo>
                  <a:lnTo>
                    <a:pt x="717829" y="1209052"/>
                  </a:lnTo>
                  <a:lnTo>
                    <a:pt x="716711" y="1209509"/>
                  </a:lnTo>
                  <a:lnTo>
                    <a:pt x="714844" y="1211376"/>
                  </a:lnTo>
                  <a:lnTo>
                    <a:pt x="714375" y="1212494"/>
                  </a:lnTo>
                  <a:lnTo>
                    <a:pt x="714375" y="1215123"/>
                  </a:lnTo>
                  <a:lnTo>
                    <a:pt x="714844" y="1216240"/>
                  </a:lnTo>
                  <a:lnTo>
                    <a:pt x="716711" y="1218107"/>
                  </a:lnTo>
                  <a:lnTo>
                    <a:pt x="717829" y="1218577"/>
                  </a:lnTo>
                  <a:lnTo>
                    <a:pt x="720458" y="1218577"/>
                  </a:lnTo>
                  <a:lnTo>
                    <a:pt x="721575" y="1218107"/>
                  </a:lnTo>
                  <a:lnTo>
                    <a:pt x="723442" y="1216240"/>
                  </a:lnTo>
                  <a:lnTo>
                    <a:pt x="723900" y="1215123"/>
                  </a:lnTo>
                  <a:lnTo>
                    <a:pt x="723900" y="1212494"/>
                  </a:lnTo>
                  <a:close/>
                </a:path>
                <a:path w="9153525" h="1219200">
                  <a:moveTo>
                    <a:pt x="723900" y="607974"/>
                  </a:moveTo>
                  <a:lnTo>
                    <a:pt x="723442" y="606856"/>
                  </a:lnTo>
                  <a:lnTo>
                    <a:pt x="721575" y="604989"/>
                  </a:lnTo>
                  <a:lnTo>
                    <a:pt x="720458" y="604520"/>
                  </a:lnTo>
                  <a:lnTo>
                    <a:pt x="717829" y="604520"/>
                  </a:lnTo>
                  <a:lnTo>
                    <a:pt x="716711" y="604989"/>
                  </a:lnTo>
                  <a:lnTo>
                    <a:pt x="714844" y="606856"/>
                  </a:lnTo>
                  <a:lnTo>
                    <a:pt x="714375" y="607974"/>
                  </a:lnTo>
                  <a:lnTo>
                    <a:pt x="714375" y="610603"/>
                  </a:lnTo>
                  <a:lnTo>
                    <a:pt x="714844" y="611720"/>
                  </a:lnTo>
                  <a:lnTo>
                    <a:pt x="716711" y="613587"/>
                  </a:lnTo>
                  <a:lnTo>
                    <a:pt x="717829" y="614045"/>
                  </a:lnTo>
                  <a:lnTo>
                    <a:pt x="720458" y="614045"/>
                  </a:lnTo>
                  <a:lnTo>
                    <a:pt x="721575" y="613587"/>
                  </a:lnTo>
                  <a:lnTo>
                    <a:pt x="723442" y="611720"/>
                  </a:lnTo>
                  <a:lnTo>
                    <a:pt x="723900" y="610603"/>
                  </a:lnTo>
                  <a:lnTo>
                    <a:pt x="723900" y="607974"/>
                  </a:lnTo>
                  <a:close/>
                </a:path>
                <a:path w="9153525" h="1219200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9153525" h="1219200">
                  <a:moveTo>
                    <a:pt x="771525" y="1212494"/>
                  </a:moveTo>
                  <a:lnTo>
                    <a:pt x="771067" y="1211376"/>
                  </a:lnTo>
                  <a:lnTo>
                    <a:pt x="769200" y="1209509"/>
                  </a:lnTo>
                  <a:lnTo>
                    <a:pt x="768083" y="1209052"/>
                  </a:lnTo>
                  <a:lnTo>
                    <a:pt x="765454" y="1209052"/>
                  </a:lnTo>
                  <a:lnTo>
                    <a:pt x="764336" y="1209509"/>
                  </a:lnTo>
                  <a:lnTo>
                    <a:pt x="762469" y="1211376"/>
                  </a:lnTo>
                  <a:lnTo>
                    <a:pt x="762000" y="1212494"/>
                  </a:lnTo>
                  <a:lnTo>
                    <a:pt x="762000" y="1215123"/>
                  </a:lnTo>
                  <a:lnTo>
                    <a:pt x="762469" y="1216240"/>
                  </a:lnTo>
                  <a:lnTo>
                    <a:pt x="764336" y="1218107"/>
                  </a:lnTo>
                  <a:lnTo>
                    <a:pt x="765454" y="1218577"/>
                  </a:lnTo>
                  <a:lnTo>
                    <a:pt x="768083" y="1218577"/>
                  </a:lnTo>
                  <a:lnTo>
                    <a:pt x="769200" y="1218107"/>
                  </a:lnTo>
                  <a:lnTo>
                    <a:pt x="771067" y="1216240"/>
                  </a:lnTo>
                  <a:lnTo>
                    <a:pt x="771525" y="1215123"/>
                  </a:lnTo>
                  <a:lnTo>
                    <a:pt x="771525" y="1212494"/>
                  </a:lnTo>
                  <a:close/>
                </a:path>
                <a:path w="9153525" h="1219200">
                  <a:moveTo>
                    <a:pt x="771525" y="607974"/>
                  </a:moveTo>
                  <a:lnTo>
                    <a:pt x="771067" y="606856"/>
                  </a:lnTo>
                  <a:lnTo>
                    <a:pt x="769200" y="604989"/>
                  </a:lnTo>
                  <a:lnTo>
                    <a:pt x="768083" y="604520"/>
                  </a:lnTo>
                  <a:lnTo>
                    <a:pt x="765454" y="604520"/>
                  </a:lnTo>
                  <a:lnTo>
                    <a:pt x="764336" y="604989"/>
                  </a:lnTo>
                  <a:lnTo>
                    <a:pt x="762469" y="606856"/>
                  </a:lnTo>
                  <a:lnTo>
                    <a:pt x="762000" y="607974"/>
                  </a:lnTo>
                  <a:lnTo>
                    <a:pt x="762000" y="610603"/>
                  </a:lnTo>
                  <a:lnTo>
                    <a:pt x="762469" y="611720"/>
                  </a:lnTo>
                  <a:lnTo>
                    <a:pt x="764336" y="613587"/>
                  </a:lnTo>
                  <a:lnTo>
                    <a:pt x="765454" y="614045"/>
                  </a:lnTo>
                  <a:lnTo>
                    <a:pt x="768083" y="614045"/>
                  </a:lnTo>
                  <a:lnTo>
                    <a:pt x="769200" y="613587"/>
                  </a:lnTo>
                  <a:lnTo>
                    <a:pt x="771067" y="611720"/>
                  </a:lnTo>
                  <a:lnTo>
                    <a:pt x="771525" y="610603"/>
                  </a:lnTo>
                  <a:lnTo>
                    <a:pt x="771525" y="607974"/>
                  </a:lnTo>
                  <a:close/>
                </a:path>
                <a:path w="9153525" h="1219200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9153525" h="1219200">
                  <a:moveTo>
                    <a:pt x="819150" y="1212494"/>
                  </a:moveTo>
                  <a:lnTo>
                    <a:pt x="818692" y="1211376"/>
                  </a:lnTo>
                  <a:lnTo>
                    <a:pt x="816825" y="1209509"/>
                  </a:lnTo>
                  <a:lnTo>
                    <a:pt x="815708" y="1209052"/>
                  </a:lnTo>
                  <a:lnTo>
                    <a:pt x="813079" y="1209052"/>
                  </a:lnTo>
                  <a:lnTo>
                    <a:pt x="811961" y="1209509"/>
                  </a:lnTo>
                  <a:lnTo>
                    <a:pt x="810094" y="1211376"/>
                  </a:lnTo>
                  <a:lnTo>
                    <a:pt x="809625" y="1212494"/>
                  </a:lnTo>
                  <a:lnTo>
                    <a:pt x="809625" y="1215123"/>
                  </a:lnTo>
                  <a:lnTo>
                    <a:pt x="810094" y="1216240"/>
                  </a:lnTo>
                  <a:lnTo>
                    <a:pt x="811961" y="1218107"/>
                  </a:lnTo>
                  <a:lnTo>
                    <a:pt x="813079" y="1218577"/>
                  </a:lnTo>
                  <a:lnTo>
                    <a:pt x="815708" y="1218577"/>
                  </a:lnTo>
                  <a:lnTo>
                    <a:pt x="816825" y="1218107"/>
                  </a:lnTo>
                  <a:lnTo>
                    <a:pt x="818692" y="1216240"/>
                  </a:lnTo>
                  <a:lnTo>
                    <a:pt x="819150" y="1215123"/>
                  </a:lnTo>
                  <a:lnTo>
                    <a:pt x="819150" y="1212494"/>
                  </a:lnTo>
                  <a:close/>
                </a:path>
                <a:path w="9153525" h="1219200">
                  <a:moveTo>
                    <a:pt x="819150" y="607974"/>
                  </a:moveTo>
                  <a:lnTo>
                    <a:pt x="818692" y="606856"/>
                  </a:lnTo>
                  <a:lnTo>
                    <a:pt x="816825" y="604989"/>
                  </a:lnTo>
                  <a:lnTo>
                    <a:pt x="815708" y="604520"/>
                  </a:lnTo>
                  <a:lnTo>
                    <a:pt x="813079" y="604520"/>
                  </a:lnTo>
                  <a:lnTo>
                    <a:pt x="811961" y="604989"/>
                  </a:lnTo>
                  <a:lnTo>
                    <a:pt x="810094" y="606856"/>
                  </a:lnTo>
                  <a:lnTo>
                    <a:pt x="809625" y="607974"/>
                  </a:lnTo>
                  <a:lnTo>
                    <a:pt x="809625" y="610603"/>
                  </a:lnTo>
                  <a:lnTo>
                    <a:pt x="810094" y="611720"/>
                  </a:lnTo>
                  <a:lnTo>
                    <a:pt x="811961" y="613587"/>
                  </a:lnTo>
                  <a:lnTo>
                    <a:pt x="813079" y="614045"/>
                  </a:lnTo>
                  <a:lnTo>
                    <a:pt x="815708" y="614045"/>
                  </a:lnTo>
                  <a:lnTo>
                    <a:pt x="816825" y="613587"/>
                  </a:lnTo>
                  <a:lnTo>
                    <a:pt x="818692" y="611720"/>
                  </a:lnTo>
                  <a:lnTo>
                    <a:pt x="819150" y="610603"/>
                  </a:lnTo>
                  <a:lnTo>
                    <a:pt x="819150" y="607974"/>
                  </a:lnTo>
                  <a:close/>
                </a:path>
                <a:path w="9153525" h="1219200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9153525" h="1219200">
                  <a:moveTo>
                    <a:pt x="866775" y="1212494"/>
                  </a:moveTo>
                  <a:lnTo>
                    <a:pt x="866317" y="1211376"/>
                  </a:lnTo>
                  <a:lnTo>
                    <a:pt x="864450" y="1209509"/>
                  </a:lnTo>
                  <a:lnTo>
                    <a:pt x="863333" y="1209052"/>
                  </a:lnTo>
                  <a:lnTo>
                    <a:pt x="860704" y="1209052"/>
                  </a:lnTo>
                  <a:lnTo>
                    <a:pt x="859586" y="1209509"/>
                  </a:lnTo>
                  <a:lnTo>
                    <a:pt x="857719" y="1211376"/>
                  </a:lnTo>
                  <a:lnTo>
                    <a:pt x="857250" y="1212494"/>
                  </a:lnTo>
                  <a:lnTo>
                    <a:pt x="857250" y="1215123"/>
                  </a:lnTo>
                  <a:lnTo>
                    <a:pt x="857719" y="1216240"/>
                  </a:lnTo>
                  <a:lnTo>
                    <a:pt x="859586" y="1218107"/>
                  </a:lnTo>
                  <a:lnTo>
                    <a:pt x="860704" y="1218577"/>
                  </a:lnTo>
                  <a:lnTo>
                    <a:pt x="863333" y="1218577"/>
                  </a:lnTo>
                  <a:lnTo>
                    <a:pt x="864450" y="1218107"/>
                  </a:lnTo>
                  <a:lnTo>
                    <a:pt x="866317" y="1216240"/>
                  </a:lnTo>
                  <a:lnTo>
                    <a:pt x="866775" y="1215123"/>
                  </a:lnTo>
                  <a:lnTo>
                    <a:pt x="866775" y="1212494"/>
                  </a:lnTo>
                  <a:close/>
                </a:path>
                <a:path w="9153525" h="1219200">
                  <a:moveTo>
                    <a:pt x="866775" y="607974"/>
                  </a:moveTo>
                  <a:lnTo>
                    <a:pt x="866317" y="606856"/>
                  </a:lnTo>
                  <a:lnTo>
                    <a:pt x="864450" y="604989"/>
                  </a:lnTo>
                  <a:lnTo>
                    <a:pt x="863333" y="604520"/>
                  </a:lnTo>
                  <a:lnTo>
                    <a:pt x="860704" y="604520"/>
                  </a:lnTo>
                  <a:lnTo>
                    <a:pt x="859586" y="604989"/>
                  </a:lnTo>
                  <a:lnTo>
                    <a:pt x="857719" y="606856"/>
                  </a:lnTo>
                  <a:lnTo>
                    <a:pt x="857250" y="607974"/>
                  </a:lnTo>
                  <a:lnTo>
                    <a:pt x="857250" y="610603"/>
                  </a:lnTo>
                  <a:lnTo>
                    <a:pt x="857719" y="611720"/>
                  </a:lnTo>
                  <a:lnTo>
                    <a:pt x="859586" y="613587"/>
                  </a:lnTo>
                  <a:lnTo>
                    <a:pt x="860704" y="614045"/>
                  </a:lnTo>
                  <a:lnTo>
                    <a:pt x="863333" y="614045"/>
                  </a:lnTo>
                  <a:lnTo>
                    <a:pt x="864450" y="613587"/>
                  </a:lnTo>
                  <a:lnTo>
                    <a:pt x="866317" y="611720"/>
                  </a:lnTo>
                  <a:lnTo>
                    <a:pt x="866775" y="610603"/>
                  </a:lnTo>
                  <a:lnTo>
                    <a:pt x="866775" y="607974"/>
                  </a:lnTo>
                  <a:close/>
                </a:path>
                <a:path w="9153525" h="1219200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9153525" h="1219200">
                  <a:moveTo>
                    <a:pt x="914400" y="1212494"/>
                  </a:moveTo>
                  <a:lnTo>
                    <a:pt x="913942" y="1211376"/>
                  </a:lnTo>
                  <a:lnTo>
                    <a:pt x="912075" y="1209509"/>
                  </a:lnTo>
                  <a:lnTo>
                    <a:pt x="910958" y="1209052"/>
                  </a:lnTo>
                  <a:lnTo>
                    <a:pt x="908329" y="1209052"/>
                  </a:lnTo>
                  <a:lnTo>
                    <a:pt x="907211" y="1209509"/>
                  </a:lnTo>
                  <a:lnTo>
                    <a:pt x="905344" y="1211376"/>
                  </a:lnTo>
                  <a:lnTo>
                    <a:pt x="904875" y="1212494"/>
                  </a:lnTo>
                  <a:lnTo>
                    <a:pt x="904875" y="1215123"/>
                  </a:lnTo>
                  <a:lnTo>
                    <a:pt x="905344" y="1216240"/>
                  </a:lnTo>
                  <a:lnTo>
                    <a:pt x="907211" y="1218107"/>
                  </a:lnTo>
                  <a:lnTo>
                    <a:pt x="908329" y="1218577"/>
                  </a:lnTo>
                  <a:lnTo>
                    <a:pt x="910958" y="1218577"/>
                  </a:lnTo>
                  <a:lnTo>
                    <a:pt x="912075" y="1218107"/>
                  </a:lnTo>
                  <a:lnTo>
                    <a:pt x="913942" y="1216240"/>
                  </a:lnTo>
                  <a:lnTo>
                    <a:pt x="914400" y="1215123"/>
                  </a:lnTo>
                  <a:lnTo>
                    <a:pt x="914400" y="1212494"/>
                  </a:lnTo>
                  <a:close/>
                </a:path>
                <a:path w="9153525" h="1219200">
                  <a:moveTo>
                    <a:pt x="914400" y="607974"/>
                  </a:moveTo>
                  <a:lnTo>
                    <a:pt x="913942" y="606856"/>
                  </a:lnTo>
                  <a:lnTo>
                    <a:pt x="912075" y="604989"/>
                  </a:lnTo>
                  <a:lnTo>
                    <a:pt x="910958" y="604520"/>
                  </a:lnTo>
                  <a:lnTo>
                    <a:pt x="908329" y="604520"/>
                  </a:lnTo>
                  <a:lnTo>
                    <a:pt x="907211" y="604989"/>
                  </a:lnTo>
                  <a:lnTo>
                    <a:pt x="905344" y="606856"/>
                  </a:lnTo>
                  <a:lnTo>
                    <a:pt x="904875" y="607974"/>
                  </a:lnTo>
                  <a:lnTo>
                    <a:pt x="904875" y="610603"/>
                  </a:lnTo>
                  <a:lnTo>
                    <a:pt x="905344" y="611720"/>
                  </a:lnTo>
                  <a:lnTo>
                    <a:pt x="907211" y="613587"/>
                  </a:lnTo>
                  <a:lnTo>
                    <a:pt x="908329" y="614045"/>
                  </a:lnTo>
                  <a:lnTo>
                    <a:pt x="910958" y="614045"/>
                  </a:lnTo>
                  <a:lnTo>
                    <a:pt x="912075" y="613587"/>
                  </a:lnTo>
                  <a:lnTo>
                    <a:pt x="913942" y="611720"/>
                  </a:lnTo>
                  <a:lnTo>
                    <a:pt x="914400" y="610603"/>
                  </a:lnTo>
                  <a:lnTo>
                    <a:pt x="914400" y="607974"/>
                  </a:lnTo>
                  <a:close/>
                </a:path>
                <a:path w="9153525" h="1219200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9153525" h="1219200">
                  <a:moveTo>
                    <a:pt x="962025" y="1212494"/>
                  </a:moveTo>
                  <a:lnTo>
                    <a:pt x="961567" y="1211376"/>
                  </a:lnTo>
                  <a:lnTo>
                    <a:pt x="959700" y="1209509"/>
                  </a:lnTo>
                  <a:lnTo>
                    <a:pt x="958583" y="1209052"/>
                  </a:lnTo>
                  <a:lnTo>
                    <a:pt x="955954" y="1209052"/>
                  </a:lnTo>
                  <a:lnTo>
                    <a:pt x="954836" y="1209509"/>
                  </a:lnTo>
                  <a:lnTo>
                    <a:pt x="952969" y="1211376"/>
                  </a:lnTo>
                  <a:lnTo>
                    <a:pt x="952500" y="1212494"/>
                  </a:lnTo>
                  <a:lnTo>
                    <a:pt x="952500" y="1215123"/>
                  </a:lnTo>
                  <a:lnTo>
                    <a:pt x="952969" y="1216240"/>
                  </a:lnTo>
                  <a:lnTo>
                    <a:pt x="954836" y="1218107"/>
                  </a:lnTo>
                  <a:lnTo>
                    <a:pt x="955954" y="1218577"/>
                  </a:lnTo>
                  <a:lnTo>
                    <a:pt x="958583" y="1218577"/>
                  </a:lnTo>
                  <a:lnTo>
                    <a:pt x="959700" y="1218107"/>
                  </a:lnTo>
                  <a:lnTo>
                    <a:pt x="961567" y="1216240"/>
                  </a:lnTo>
                  <a:lnTo>
                    <a:pt x="962025" y="1215123"/>
                  </a:lnTo>
                  <a:lnTo>
                    <a:pt x="962025" y="1212494"/>
                  </a:lnTo>
                  <a:close/>
                </a:path>
                <a:path w="9153525" h="1219200">
                  <a:moveTo>
                    <a:pt x="962025" y="607974"/>
                  </a:moveTo>
                  <a:lnTo>
                    <a:pt x="961567" y="606856"/>
                  </a:lnTo>
                  <a:lnTo>
                    <a:pt x="959700" y="604989"/>
                  </a:lnTo>
                  <a:lnTo>
                    <a:pt x="958583" y="604520"/>
                  </a:lnTo>
                  <a:lnTo>
                    <a:pt x="955954" y="604520"/>
                  </a:lnTo>
                  <a:lnTo>
                    <a:pt x="954836" y="604989"/>
                  </a:lnTo>
                  <a:lnTo>
                    <a:pt x="952969" y="606856"/>
                  </a:lnTo>
                  <a:lnTo>
                    <a:pt x="952500" y="607974"/>
                  </a:lnTo>
                  <a:lnTo>
                    <a:pt x="952500" y="610603"/>
                  </a:lnTo>
                  <a:lnTo>
                    <a:pt x="952969" y="611720"/>
                  </a:lnTo>
                  <a:lnTo>
                    <a:pt x="954836" y="613587"/>
                  </a:lnTo>
                  <a:lnTo>
                    <a:pt x="955954" y="614045"/>
                  </a:lnTo>
                  <a:lnTo>
                    <a:pt x="958583" y="614045"/>
                  </a:lnTo>
                  <a:lnTo>
                    <a:pt x="959700" y="613587"/>
                  </a:lnTo>
                  <a:lnTo>
                    <a:pt x="961567" y="611720"/>
                  </a:lnTo>
                  <a:lnTo>
                    <a:pt x="962025" y="610603"/>
                  </a:lnTo>
                  <a:lnTo>
                    <a:pt x="962025" y="607974"/>
                  </a:lnTo>
                  <a:close/>
                </a:path>
                <a:path w="9153525" h="1219200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9153525" h="1219200">
                  <a:moveTo>
                    <a:pt x="1009650" y="1212494"/>
                  </a:moveTo>
                  <a:lnTo>
                    <a:pt x="1009192" y="1211376"/>
                  </a:lnTo>
                  <a:lnTo>
                    <a:pt x="1007325" y="1209509"/>
                  </a:lnTo>
                  <a:lnTo>
                    <a:pt x="1006208" y="1209052"/>
                  </a:lnTo>
                  <a:lnTo>
                    <a:pt x="1003579" y="1209052"/>
                  </a:lnTo>
                  <a:lnTo>
                    <a:pt x="1002461" y="1209509"/>
                  </a:lnTo>
                  <a:lnTo>
                    <a:pt x="1000594" y="1211376"/>
                  </a:lnTo>
                  <a:lnTo>
                    <a:pt x="1000125" y="1212494"/>
                  </a:lnTo>
                  <a:lnTo>
                    <a:pt x="1000125" y="1215123"/>
                  </a:lnTo>
                  <a:lnTo>
                    <a:pt x="1000594" y="1216240"/>
                  </a:lnTo>
                  <a:lnTo>
                    <a:pt x="1002461" y="1218107"/>
                  </a:lnTo>
                  <a:lnTo>
                    <a:pt x="1003579" y="1218577"/>
                  </a:lnTo>
                  <a:lnTo>
                    <a:pt x="1006208" y="1218577"/>
                  </a:lnTo>
                  <a:lnTo>
                    <a:pt x="1007325" y="1218107"/>
                  </a:lnTo>
                  <a:lnTo>
                    <a:pt x="1009192" y="1216240"/>
                  </a:lnTo>
                  <a:lnTo>
                    <a:pt x="1009650" y="1215123"/>
                  </a:lnTo>
                  <a:lnTo>
                    <a:pt x="1009650" y="1212494"/>
                  </a:lnTo>
                  <a:close/>
                </a:path>
                <a:path w="9153525" h="1219200">
                  <a:moveTo>
                    <a:pt x="1009650" y="607974"/>
                  </a:moveTo>
                  <a:lnTo>
                    <a:pt x="1009192" y="606856"/>
                  </a:lnTo>
                  <a:lnTo>
                    <a:pt x="1007325" y="604989"/>
                  </a:lnTo>
                  <a:lnTo>
                    <a:pt x="1006208" y="604520"/>
                  </a:lnTo>
                  <a:lnTo>
                    <a:pt x="1003579" y="604520"/>
                  </a:lnTo>
                  <a:lnTo>
                    <a:pt x="1002461" y="604989"/>
                  </a:lnTo>
                  <a:lnTo>
                    <a:pt x="1000594" y="606856"/>
                  </a:lnTo>
                  <a:lnTo>
                    <a:pt x="1000125" y="607974"/>
                  </a:lnTo>
                  <a:lnTo>
                    <a:pt x="1000125" y="610603"/>
                  </a:lnTo>
                  <a:lnTo>
                    <a:pt x="1000594" y="611720"/>
                  </a:lnTo>
                  <a:lnTo>
                    <a:pt x="1002461" y="613587"/>
                  </a:lnTo>
                  <a:lnTo>
                    <a:pt x="1003579" y="614045"/>
                  </a:lnTo>
                  <a:lnTo>
                    <a:pt x="1006208" y="614045"/>
                  </a:lnTo>
                  <a:lnTo>
                    <a:pt x="1007325" y="613587"/>
                  </a:lnTo>
                  <a:lnTo>
                    <a:pt x="1009192" y="611720"/>
                  </a:lnTo>
                  <a:lnTo>
                    <a:pt x="1009650" y="610603"/>
                  </a:lnTo>
                  <a:lnTo>
                    <a:pt x="1009650" y="607974"/>
                  </a:lnTo>
                  <a:close/>
                </a:path>
                <a:path w="9153525" h="1219200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9153525" h="1219200">
                  <a:moveTo>
                    <a:pt x="1057275" y="1212494"/>
                  </a:moveTo>
                  <a:lnTo>
                    <a:pt x="1056817" y="1211376"/>
                  </a:lnTo>
                  <a:lnTo>
                    <a:pt x="1054950" y="1209509"/>
                  </a:lnTo>
                  <a:lnTo>
                    <a:pt x="1053833" y="1209052"/>
                  </a:lnTo>
                  <a:lnTo>
                    <a:pt x="1051204" y="1209052"/>
                  </a:lnTo>
                  <a:lnTo>
                    <a:pt x="1050086" y="1209509"/>
                  </a:lnTo>
                  <a:lnTo>
                    <a:pt x="1048219" y="1211376"/>
                  </a:lnTo>
                  <a:lnTo>
                    <a:pt x="1047750" y="1212494"/>
                  </a:lnTo>
                  <a:lnTo>
                    <a:pt x="1047750" y="1215123"/>
                  </a:lnTo>
                  <a:lnTo>
                    <a:pt x="1048219" y="1216240"/>
                  </a:lnTo>
                  <a:lnTo>
                    <a:pt x="1050086" y="1218107"/>
                  </a:lnTo>
                  <a:lnTo>
                    <a:pt x="1051204" y="1218577"/>
                  </a:lnTo>
                  <a:lnTo>
                    <a:pt x="1053833" y="1218577"/>
                  </a:lnTo>
                  <a:lnTo>
                    <a:pt x="1054950" y="1218107"/>
                  </a:lnTo>
                  <a:lnTo>
                    <a:pt x="1056817" y="1216240"/>
                  </a:lnTo>
                  <a:lnTo>
                    <a:pt x="1057275" y="1215123"/>
                  </a:lnTo>
                  <a:lnTo>
                    <a:pt x="1057275" y="1212494"/>
                  </a:lnTo>
                  <a:close/>
                </a:path>
                <a:path w="9153525" h="1219200">
                  <a:moveTo>
                    <a:pt x="1057275" y="607974"/>
                  </a:moveTo>
                  <a:lnTo>
                    <a:pt x="1056817" y="606856"/>
                  </a:lnTo>
                  <a:lnTo>
                    <a:pt x="1054950" y="604989"/>
                  </a:lnTo>
                  <a:lnTo>
                    <a:pt x="1053833" y="604520"/>
                  </a:lnTo>
                  <a:lnTo>
                    <a:pt x="1051204" y="604520"/>
                  </a:lnTo>
                  <a:lnTo>
                    <a:pt x="1050086" y="604989"/>
                  </a:lnTo>
                  <a:lnTo>
                    <a:pt x="1048219" y="606856"/>
                  </a:lnTo>
                  <a:lnTo>
                    <a:pt x="1047750" y="607974"/>
                  </a:lnTo>
                  <a:lnTo>
                    <a:pt x="1047750" y="610603"/>
                  </a:lnTo>
                  <a:lnTo>
                    <a:pt x="1048219" y="611720"/>
                  </a:lnTo>
                  <a:lnTo>
                    <a:pt x="1050086" y="613587"/>
                  </a:lnTo>
                  <a:lnTo>
                    <a:pt x="1051204" y="614045"/>
                  </a:lnTo>
                  <a:lnTo>
                    <a:pt x="1053833" y="614045"/>
                  </a:lnTo>
                  <a:lnTo>
                    <a:pt x="1054950" y="613587"/>
                  </a:lnTo>
                  <a:lnTo>
                    <a:pt x="1056817" y="611720"/>
                  </a:lnTo>
                  <a:lnTo>
                    <a:pt x="1057275" y="610603"/>
                  </a:lnTo>
                  <a:lnTo>
                    <a:pt x="1057275" y="607974"/>
                  </a:lnTo>
                  <a:close/>
                </a:path>
                <a:path w="9153525" h="1219200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9153525" h="1219200">
                  <a:moveTo>
                    <a:pt x="1104900" y="1212494"/>
                  </a:moveTo>
                  <a:lnTo>
                    <a:pt x="1104442" y="1211376"/>
                  </a:lnTo>
                  <a:lnTo>
                    <a:pt x="1102575" y="1209509"/>
                  </a:lnTo>
                  <a:lnTo>
                    <a:pt x="1101458" y="1209052"/>
                  </a:lnTo>
                  <a:lnTo>
                    <a:pt x="1098829" y="1209052"/>
                  </a:lnTo>
                  <a:lnTo>
                    <a:pt x="1097711" y="1209509"/>
                  </a:lnTo>
                  <a:lnTo>
                    <a:pt x="1095844" y="1211376"/>
                  </a:lnTo>
                  <a:lnTo>
                    <a:pt x="1095375" y="1212494"/>
                  </a:lnTo>
                  <a:lnTo>
                    <a:pt x="1095375" y="1215123"/>
                  </a:lnTo>
                  <a:lnTo>
                    <a:pt x="1095844" y="1216240"/>
                  </a:lnTo>
                  <a:lnTo>
                    <a:pt x="1097711" y="1218107"/>
                  </a:lnTo>
                  <a:lnTo>
                    <a:pt x="1098829" y="1218577"/>
                  </a:lnTo>
                  <a:lnTo>
                    <a:pt x="1101458" y="1218577"/>
                  </a:lnTo>
                  <a:lnTo>
                    <a:pt x="1102575" y="1218107"/>
                  </a:lnTo>
                  <a:lnTo>
                    <a:pt x="1104442" y="1216240"/>
                  </a:lnTo>
                  <a:lnTo>
                    <a:pt x="1104900" y="1215123"/>
                  </a:lnTo>
                  <a:lnTo>
                    <a:pt x="1104900" y="1212494"/>
                  </a:lnTo>
                  <a:close/>
                </a:path>
                <a:path w="9153525" h="1219200">
                  <a:moveTo>
                    <a:pt x="1104900" y="607974"/>
                  </a:moveTo>
                  <a:lnTo>
                    <a:pt x="1104442" y="606856"/>
                  </a:lnTo>
                  <a:lnTo>
                    <a:pt x="1102575" y="604989"/>
                  </a:lnTo>
                  <a:lnTo>
                    <a:pt x="1101458" y="604520"/>
                  </a:lnTo>
                  <a:lnTo>
                    <a:pt x="1098829" y="604520"/>
                  </a:lnTo>
                  <a:lnTo>
                    <a:pt x="1097711" y="604989"/>
                  </a:lnTo>
                  <a:lnTo>
                    <a:pt x="1095844" y="606856"/>
                  </a:lnTo>
                  <a:lnTo>
                    <a:pt x="1095375" y="607974"/>
                  </a:lnTo>
                  <a:lnTo>
                    <a:pt x="1095375" y="610603"/>
                  </a:lnTo>
                  <a:lnTo>
                    <a:pt x="1095844" y="611720"/>
                  </a:lnTo>
                  <a:lnTo>
                    <a:pt x="1097711" y="613587"/>
                  </a:lnTo>
                  <a:lnTo>
                    <a:pt x="1098829" y="614045"/>
                  </a:lnTo>
                  <a:lnTo>
                    <a:pt x="1101458" y="614045"/>
                  </a:lnTo>
                  <a:lnTo>
                    <a:pt x="1102575" y="613587"/>
                  </a:lnTo>
                  <a:lnTo>
                    <a:pt x="1104442" y="611720"/>
                  </a:lnTo>
                  <a:lnTo>
                    <a:pt x="1104900" y="610603"/>
                  </a:lnTo>
                  <a:lnTo>
                    <a:pt x="1104900" y="607974"/>
                  </a:lnTo>
                  <a:close/>
                </a:path>
                <a:path w="9153525" h="1219200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9153525" h="1219200">
                  <a:moveTo>
                    <a:pt x="1152525" y="1212494"/>
                  </a:moveTo>
                  <a:lnTo>
                    <a:pt x="1152067" y="1211376"/>
                  </a:lnTo>
                  <a:lnTo>
                    <a:pt x="1150200" y="1209509"/>
                  </a:lnTo>
                  <a:lnTo>
                    <a:pt x="1149083" y="1209052"/>
                  </a:lnTo>
                  <a:lnTo>
                    <a:pt x="1146454" y="1209052"/>
                  </a:lnTo>
                  <a:lnTo>
                    <a:pt x="1145336" y="1209509"/>
                  </a:lnTo>
                  <a:lnTo>
                    <a:pt x="1143469" y="1211376"/>
                  </a:lnTo>
                  <a:lnTo>
                    <a:pt x="1143000" y="1212494"/>
                  </a:lnTo>
                  <a:lnTo>
                    <a:pt x="1143000" y="1215123"/>
                  </a:lnTo>
                  <a:lnTo>
                    <a:pt x="1143469" y="1216240"/>
                  </a:lnTo>
                  <a:lnTo>
                    <a:pt x="1145336" y="1218107"/>
                  </a:lnTo>
                  <a:lnTo>
                    <a:pt x="1146454" y="1218577"/>
                  </a:lnTo>
                  <a:lnTo>
                    <a:pt x="1149083" y="1218577"/>
                  </a:lnTo>
                  <a:lnTo>
                    <a:pt x="1150200" y="1218107"/>
                  </a:lnTo>
                  <a:lnTo>
                    <a:pt x="1152067" y="1216240"/>
                  </a:lnTo>
                  <a:lnTo>
                    <a:pt x="1152525" y="1215123"/>
                  </a:lnTo>
                  <a:lnTo>
                    <a:pt x="1152525" y="1212494"/>
                  </a:lnTo>
                  <a:close/>
                </a:path>
                <a:path w="9153525" h="1219200">
                  <a:moveTo>
                    <a:pt x="1152525" y="607974"/>
                  </a:moveTo>
                  <a:lnTo>
                    <a:pt x="1152067" y="606856"/>
                  </a:lnTo>
                  <a:lnTo>
                    <a:pt x="1150200" y="604989"/>
                  </a:lnTo>
                  <a:lnTo>
                    <a:pt x="1149083" y="604520"/>
                  </a:lnTo>
                  <a:lnTo>
                    <a:pt x="1146454" y="604520"/>
                  </a:lnTo>
                  <a:lnTo>
                    <a:pt x="1145336" y="604989"/>
                  </a:lnTo>
                  <a:lnTo>
                    <a:pt x="1143469" y="606856"/>
                  </a:lnTo>
                  <a:lnTo>
                    <a:pt x="1143000" y="607974"/>
                  </a:lnTo>
                  <a:lnTo>
                    <a:pt x="1143000" y="610603"/>
                  </a:lnTo>
                  <a:lnTo>
                    <a:pt x="1143469" y="611720"/>
                  </a:lnTo>
                  <a:lnTo>
                    <a:pt x="1145336" y="613587"/>
                  </a:lnTo>
                  <a:lnTo>
                    <a:pt x="1146454" y="614045"/>
                  </a:lnTo>
                  <a:lnTo>
                    <a:pt x="1149083" y="614045"/>
                  </a:lnTo>
                  <a:lnTo>
                    <a:pt x="1150200" y="613587"/>
                  </a:lnTo>
                  <a:lnTo>
                    <a:pt x="1152067" y="611720"/>
                  </a:lnTo>
                  <a:lnTo>
                    <a:pt x="1152525" y="610603"/>
                  </a:lnTo>
                  <a:lnTo>
                    <a:pt x="1152525" y="607974"/>
                  </a:lnTo>
                  <a:close/>
                </a:path>
                <a:path w="9153525" h="1219200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9153525" h="1219200">
                  <a:moveTo>
                    <a:pt x="1200150" y="1212494"/>
                  </a:moveTo>
                  <a:lnTo>
                    <a:pt x="1199692" y="1211376"/>
                  </a:lnTo>
                  <a:lnTo>
                    <a:pt x="1197825" y="1209509"/>
                  </a:lnTo>
                  <a:lnTo>
                    <a:pt x="1196708" y="1209052"/>
                  </a:lnTo>
                  <a:lnTo>
                    <a:pt x="1194079" y="1209052"/>
                  </a:lnTo>
                  <a:lnTo>
                    <a:pt x="1192961" y="1209509"/>
                  </a:lnTo>
                  <a:lnTo>
                    <a:pt x="1191094" y="1211376"/>
                  </a:lnTo>
                  <a:lnTo>
                    <a:pt x="1190625" y="1212494"/>
                  </a:lnTo>
                  <a:lnTo>
                    <a:pt x="1190625" y="1215123"/>
                  </a:lnTo>
                  <a:lnTo>
                    <a:pt x="1191094" y="1216240"/>
                  </a:lnTo>
                  <a:lnTo>
                    <a:pt x="1192961" y="1218107"/>
                  </a:lnTo>
                  <a:lnTo>
                    <a:pt x="1194079" y="1218577"/>
                  </a:lnTo>
                  <a:lnTo>
                    <a:pt x="1196708" y="1218577"/>
                  </a:lnTo>
                  <a:lnTo>
                    <a:pt x="1197825" y="1218107"/>
                  </a:lnTo>
                  <a:lnTo>
                    <a:pt x="1199692" y="1216240"/>
                  </a:lnTo>
                  <a:lnTo>
                    <a:pt x="1200150" y="1215123"/>
                  </a:lnTo>
                  <a:lnTo>
                    <a:pt x="1200150" y="1212494"/>
                  </a:lnTo>
                  <a:close/>
                </a:path>
                <a:path w="9153525" h="1219200">
                  <a:moveTo>
                    <a:pt x="1200150" y="607974"/>
                  </a:moveTo>
                  <a:lnTo>
                    <a:pt x="1199692" y="606856"/>
                  </a:lnTo>
                  <a:lnTo>
                    <a:pt x="1197825" y="604989"/>
                  </a:lnTo>
                  <a:lnTo>
                    <a:pt x="1196708" y="604520"/>
                  </a:lnTo>
                  <a:lnTo>
                    <a:pt x="1194079" y="604520"/>
                  </a:lnTo>
                  <a:lnTo>
                    <a:pt x="1192961" y="604989"/>
                  </a:lnTo>
                  <a:lnTo>
                    <a:pt x="1191094" y="606856"/>
                  </a:lnTo>
                  <a:lnTo>
                    <a:pt x="1190625" y="607974"/>
                  </a:lnTo>
                  <a:lnTo>
                    <a:pt x="1190625" y="610603"/>
                  </a:lnTo>
                  <a:lnTo>
                    <a:pt x="1191094" y="611720"/>
                  </a:lnTo>
                  <a:lnTo>
                    <a:pt x="1192961" y="613587"/>
                  </a:lnTo>
                  <a:lnTo>
                    <a:pt x="1194079" y="614045"/>
                  </a:lnTo>
                  <a:lnTo>
                    <a:pt x="1196708" y="614045"/>
                  </a:lnTo>
                  <a:lnTo>
                    <a:pt x="1197825" y="613587"/>
                  </a:lnTo>
                  <a:lnTo>
                    <a:pt x="1199692" y="611720"/>
                  </a:lnTo>
                  <a:lnTo>
                    <a:pt x="1200150" y="610603"/>
                  </a:lnTo>
                  <a:lnTo>
                    <a:pt x="1200150" y="607974"/>
                  </a:lnTo>
                  <a:close/>
                </a:path>
                <a:path w="9153525" h="1219200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9153525" h="1219200">
                  <a:moveTo>
                    <a:pt x="1247775" y="1212494"/>
                  </a:moveTo>
                  <a:lnTo>
                    <a:pt x="1247317" y="1211376"/>
                  </a:lnTo>
                  <a:lnTo>
                    <a:pt x="1245450" y="1209509"/>
                  </a:lnTo>
                  <a:lnTo>
                    <a:pt x="1244333" y="1209052"/>
                  </a:lnTo>
                  <a:lnTo>
                    <a:pt x="1241704" y="1209052"/>
                  </a:lnTo>
                  <a:lnTo>
                    <a:pt x="1240586" y="1209509"/>
                  </a:lnTo>
                  <a:lnTo>
                    <a:pt x="1238719" y="1211376"/>
                  </a:lnTo>
                  <a:lnTo>
                    <a:pt x="1238250" y="1212494"/>
                  </a:lnTo>
                  <a:lnTo>
                    <a:pt x="1238250" y="1215123"/>
                  </a:lnTo>
                  <a:lnTo>
                    <a:pt x="1238719" y="1216240"/>
                  </a:lnTo>
                  <a:lnTo>
                    <a:pt x="1240586" y="1218107"/>
                  </a:lnTo>
                  <a:lnTo>
                    <a:pt x="1241704" y="1218577"/>
                  </a:lnTo>
                  <a:lnTo>
                    <a:pt x="1244333" y="1218577"/>
                  </a:lnTo>
                  <a:lnTo>
                    <a:pt x="1245450" y="1218107"/>
                  </a:lnTo>
                  <a:lnTo>
                    <a:pt x="1247317" y="1216240"/>
                  </a:lnTo>
                  <a:lnTo>
                    <a:pt x="1247775" y="1215123"/>
                  </a:lnTo>
                  <a:lnTo>
                    <a:pt x="1247775" y="1212494"/>
                  </a:lnTo>
                  <a:close/>
                </a:path>
                <a:path w="9153525" h="1219200">
                  <a:moveTo>
                    <a:pt x="1247775" y="607974"/>
                  </a:moveTo>
                  <a:lnTo>
                    <a:pt x="1247317" y="606856"/>
                  </a:lnTo>
                  <a:lnTo>
                    <a:pt x="1245450" y="604989"/>
                  </a:lnTo>
                  <a:lnTo>
                    <a:pt x="1244333" y="604520"/>
                  </a:lnTo>
                  <a:lnTo>
                    <a:pt x="1241704" y="604520"/>
                  </a:lnTo>
                  <a:lnTo>
                    <a:pt x="1240586" y="604989"/>
                  </a:lnTo>
                  <a:lnTo>
                    <a:pt x="1238719" y="606856"/>
                  </a:lnTo>
                  <a:lnTo>
                    <a:pt x="1238250" y="607974"/>
                  </a:lnTo>
                  <a:lnTo>
                    <a:pt x="1238250" y="610603"/>
                  </a:lnTo>
                  <a:lnTo>
                    <a:pt x="1238719" y="611720"/>
                  </a:lnTo>
                  <a:lnTo>
                    <a:pt x="1240586" y="613587"/>
                  </a:lnTo>
                  <a:lnTo>
                    <a:pt x="1241704" y="614045"/>
                  </a:lnTo>
                  <a:lnTo>
                    <a:pt x="1244333" y="614045"/>
                  </a:lnTo>
                  <a:lnTo>
                    <a:pt x="1245450" y="613587"/>
                  </a:lnTo>
                  <a:lnTo>
                    <a:pt x="1247317" y="611720"/>
                  </a:lnTo>
                  <a:lnTo>
                    <a:pt x="1247775" y="610603"/>
                  </a:lnTo>
                  <a:lnTo>
                    <a:pt x="1247775" y="607974"/>
                  </a:lnTo>
                  <a:close/>
                </a:path>
                <a:path w="9153525" h="1219200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9153525" h="1219200">
                  <a:moveTo>
                    <a:pt x="1295400" y="1212494"/>
                  </a:moveTo>
                  <a:lnTo>
                    <a:pt x="1294942" y="1211376"/>
                  </a:lnTo>
                  <a:lnTo>
                    <a:pt x="1293075" y="1209509"/>
                  </a:lnTo>
                  <a:lnTo>
                    <a:pt x="1291958" y="1209052"/>
                  </a:lnTo>
                  <a:lnTo>
                    <a:pt x="1289329" y="1209052"/>
                  </a:lnTo>
                  <a:lnTo>
                    <a:pt x="1288211" y="1209509"/>
                  </a:lnTo>
                  <a:lnTo>
                    <a:pt x="1286344" y="1211376"/>
                  </a:lnTo>
                  <a:lnTo>
                    <a:pt x="1285875" y="1212494"/>
                  </a:lnTo>
                  <a:lnTo>
                    <a:pt x="1285875" y="1215123"/>
                  </a:lnTo>
                  <a:lnTo>
                    <a:pt x="1286344" y="1216240"/>
                  </a:lnTo>
                  <a:lnTo>
                    <a:pt x="1288211" y="1218107"/>
                  </a:lnTo>
                  <a:lnTo>
                    <a:pt x="1289329" y="1218577"/>
                  </a:lnTo>
                  <a:lnTo>
                    <a:pt x="1291958" y="1218577"/>
                  </a:lnTo>
                  <a:lnTo>
                    <a:pt x="1293075" y="1218107"/>
                  </a:lnTo>
                  <a:lnTo>
                    <a:pt x="1294942" y="1216240"/>
                  </a:lnTo>
                  <a:lnTo>
                    <a:pt x="1295400" y="1215123"/>
                  </a:lnTo>
                  <a:lnTo>
                    <a:pt x="1295400" y="1212494"/>
                  </a:lnTo>
                  <a:close/>
                </a:path>
                <a:path w="9153525" h="1219200">
                  <a:moveTo>
                    <a:pt x="1295400" y="607974"/>
                  </a:moveTo>
                  <a:lnTo>
                    <a:pt x="1294942" y="606856"/>
                  </a:lnTo>
                  <a:lnTo>
                    <a:pt x="1293075" y="604989"/>
                  </a:lnTo>
                  <a:lnTo>
                    <a:pt x="1291958" y="604520"/>
                  </a:lnTo>
                  <a:lnTo>
                    <a:pt x="1289329" y="604520"/>
                  </a:lnTo>
                  <a:lnTo>
                    <a:pt x="1288211" y="604989"/>
                  </a:lnTo>
                  <a:lnTo>
                    <a:pt x="1286344" y="606856"/>
                  </a:lnTo>
                  <a:lnTo>
                    <a:pt x="1285875" y="607974"/>
                  </a:lnTo>
                  <a:lnTo>
                    <a:pt x="1285875" y="610603"/>
                  </a:lnTo>
                  <a:lnTo>
                    <a:pt x="1286344" y="611720"/>
                  </a:lnTo>
                  <a:lnTo>
                    <a:pt x="1288211" y="613587"/>
                  </a:lnTo>
                  <a:lnTo>
                    <a:pt x="1289329" y="614045"/>
                  </a:lnTo>
                  <a:lnTo>
                    <a:pt x="1291958" y="614045"/>
                  </a:lnTo>
                  <a:lnTo>
                    <a:pt x="1293075" y="613587"/>
                  </a:lnTo>
                  <a:lnTo>
                    <a:pt x="1294942" y="611720"/>
                  </a:lnTo>
                  <a:lnTo>
                    <a:pt x="1295400" y="610603"/>
                  </a:lnTo>
                  <a:lnTo>
                    <a:pt x="1295400" y="607974"/>
                  </a:lnTo>
                  <a:close/>
                </a:path>
                <a:path w="9153525" h="1219200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9153525" h="1219200">
                  <a:moveTo>
                    <a:pt x="1343025" y="1212494"/>
                  </a:moveTo>
                  <a:lnTo>
                    <a:pt x="1342567" y="1211376"/>
                  </a:lnTo>
                  <a:lnTo>
                    <a:pt x="1340700" y="1209509"/>
                  </a:lnTo>
                  <a:lnTo>
                    <a:pt x="1339583" y="1209052"/>
                  </a:lnTo>
                  <a:lnTo>
                    <a:pt x="1336954" y="1209052"/>
                  </a:lnTo>
                  <a:lnTo>
                    <a:pt x="1335836" y="1209509"/>
                  </a:lnTo>
                  <a:lnTo>
                    <a:pt x="1333969" y="1211376"/>
                  </a:lnTo>
                  <a:lnTo>
                    <a:pt x="1333500" y="1212494"/>
                  </a:lnTo>
                  <a:lnTo>
                    <a:pt x="1333500" y="1215123"/>
                  </a:lnTo>
                  <a:lnTo>
                    <a:pt x="1333969" y="1216240"/>
                  </a:lnTo>
                  <a:lnTo>
                    <a:pt x="1335836" y="1218107"/>
                  </a:lnTo>
                  <a:lnTo>
                    <a:pt x="1336954" y="1218577"/>
                  </a:lnTo>
                  <a:lnTo>
                    <a:pt x="1339583" y="1218577"/>
                  </a:lnTo>
                  <a:lnTo>
                    <a:pt x="1340700" y="1218107"/>
                  </a:lnTo>
                  <a:lnTo>
                    <a:pt x="1342567" y="1216240"/>
                  </a:lnTo>
                  <a:lnTo>
                    <a:pt x="1343025" y="1215123"/>
                  </a:lnTo>
                  <a:lnTo>
                    <a:pt x="1343025" y="1212494"/>
                  </a:lnTo>
                  <a:close/>
                </a:path>
                <a:path w="9153525" h="1219200">
                  <a:moveTo>
                    <a:pt x="1343025" y="607974"/>
                  </a:moveTo>
                  <a:lnTo>
                    <a:pt x="1342567" y="606856"/>
                  </a:lnTo>
                  <a:lnTo>
                    <a:pt x="1340700" y="604989"/>
                  </a:lnTo>
                  <a:lnTo>
                    <a:pt x="1339583" y="604520"/>
                  </a:lnTo>
                  <a:lnTo>
                    <a:pt x="1336954" y="604520"/>
                  </a:lnTo>
                  <a:lnTo>
                    <a:pt x="1335836" y="604989"/>
                  </a:lnTo>
                  <a:lnTo>
                    <a:pt x="1333969" y="606856"/>
                  </a:lnTo>
                  <a:lnTo>
                    <a:pt x="1333500" y="607974"/>
                  </a:lnTo>
                  <a:lnTo>
                    <a:pt x="1333500" y="610603"/>
                  </a:lnTo>
                  <a:lnTo>
                    <a:pt x="1333969" y="611720"/>
                  </a:lnTo>
                  <a:lnTo>
                    <a:pt x="1335836" y="613587"/>
                  </a:lnTo>
                  <a:lnTo>
                    <a:pt x="1336954" y="614045"/>
                  </a:lnTo>
                  <a:lnTo>
                    <a:pt x="1339583" y="614045"/>
                  </a:lnTo>
                  <a:lnTo>
                    <a:pt x="1340700" y="613587"/>
                  </a:lnTo>
                  <a:lnTo>
                    <a:pt x="1342567" y="611720"/>
                  </a:lnTo>
                  <a:lnTo>
                    <a:pt x="1343025" y="610603"/>
                  </a:lnTo>
                  <a:lnTo>
                    <a:pt x="1343025" y="607974"/>
                  </a:lnTo>
                  <a:close/>
                </a:path>
                <a:path w="9153525" h="1219200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9153525" h="1219200">
                  <a:moveTo>
                    <a:pt x="1390650" y="1212494"/>
                  </a:moveTo>
                  <a:lnTo>
                    <a:pt x="1390192" y="1211376"/>
                  </a:lnTo>
                  <a:lnTo>
                    <a:pt x="1388325" y="1209509"/>
                  </a:lnTo>
                  <a:lnTo>
                    <a:pt x="1387208" y="1209052"/>
                  </a:lnTo>
                  <a:lnTo>
                    <a:pt x="1384579" y="1209052"/>
                  </a:lnTo>
                  <a:lnTo>
                    <a:pt x="1383461" y="1209509"/>
                  </a:lnTo>
                  <a:lnTo>
                    <a:pt x="1381594" y="1211376"/>
                  </a:lnTo>
                  <a:lnTo>
                    <a:pt x="1381125" y="1212494"/>
                  </a:lnTo>
                  <a:lnTo>
                    <a:pt x="1381125" y="1215123"/>
                  </a:lnTo>
                  <a:lnTo>
                    <a:pt x="1381594" y="1216240"/>
                  </a:lnTo>
                  <a:lnTo>
                    <a:pt x="1383461" y="1218107"/>
                  </a:lnTo>
                  <a:lnTo>
                    <a:pt x="1384579" y="1218577"/>
                  </a:lnTo>
                  <a:lnTo>
                    <a:pt x="1387208" y="1218577"/>
                  </a:lnTo>
                  <a:lnTo>
                    <a:pt x="1388325" y="1218107"/>
                  </a:lnTo>
                  <a:lnTo>
                    <a:pt x="1390192" y="1216240"/>
                  </a:lnTo>
                  <a:lnTo>
                    <a:pt x="1390650" y="1215123"/>
                  </a:lnTo>
                  <a:lnTo>
                    <a:pt x="1390650" y="1212494"/>
                  </a:lnTo>
                  <a:close/>
                </a:path>
                <a:path w="9153525" h="1219200">
                  <a:moveTo>
                    <a:pt x="1390650" y="607974"/>
                  </a:moveTo>
                  <a:lnTo>
                    <a:pt x="1390192" y="606856"/>
                  </a:lnTo>
                  <a:lnTo>
                    <a:pt x="1388325" y="604989"/>
                  </a:lnTo>
                  <a:lnTo>
                    <a:pt x="1387208" y="604520"/>
                  </a:lnTo>
                  <a:lnTo>
                    <a:pt x="1384579" y="604520"/>
                  </a:lnTo>
                  <a:lnTo>
                    <a:pt x="1383461" y="604989"/>
                  </a:lnTo>
                  <a:lnTo>
                    <a:pt x="1381594" y="606856"/>
                  </a:lnTo>
                  <a:lnTo>
                    <a:pt x="1381125" y="607974"/>
                  </a:lnTo>
                  <a:lnTo>
                    <a:pt x="1381125" y="610603"/>
                  </a:lnTo>
                  <a:lnTo>
                    <a:pt x="1381594" y="611720"/>
                  </a:lnTo>
                  <a:lnTo>
                    <a:pt x="1383461" y="613587"/>
                  </a:lnTo>
                  <a:lnTo>
                    <a:pt x="1384579" y="614045"/>
                  </a:lnTo>
                  <a:lnTo>
                    <a:pt x="1387208" y="614045"/>
                  </a:lnTo>
                  <a:lnTo>
                    <a:pt x="1388325" y="613587"/>
                  </a:lnTo>
                  <a:lnTo>
                    <a:pt x="1390192" y="611720"/>
                  </a:lnTo>
                  <a:lnTo>
                    <a:pt x="1390650" y="610603"/>
                  </a:lnTo>
                  <a:lnTo>
                    <a:pt x="1390650" y="607974"/>
                  </a:lnTo>
                  <a:close/>
                </a:path>
                <a:path w="9153525" h="1219200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9153525" h="1219200">
                  <a:moveTo>
                    <a:pt x="1438275" y="1212494"/>
                  </a:moveTo>
                  <a:lnTo>
                    <a:pt x="1437817" y="1211376"/>
                  </a:lnTo>
                  <a:lnTo>
                    <a:pt x="1435950" y="1209509"/>
                  </a:lnTo>
                  <a:lnTo>
                    <a:pt x="1434833" y="1209052"/>
                  </a:lnTo>
                  <a:lnTo>
                    <a:pt x="1432204" y="1209052"/>
                  </a:lnTo>
                  <a:lnTo>
                    <a:pt x="1431086" y="1209509"/>
                  </a:lnTo>
                  <a:lnTo>
                    <a:pt x="1429219" y="1211376"/>
                  </a:lnTo>
                  <a:lnTo>
                    <a:pt x="1428750" y="1212494"/>
                  </a:lnTo>
                  <a:lnTo>
                    <a:pt x="1428750" y="1215123"/>
                  </a:lnTo>
                  <a:lnTo>
                    <a:pt x="1429219" y="1216240"/>
                  </a:lnTo>
                  <a:lnTo>
                    <a:pt x="1431086" y="1218107"/>
                  </a:lnTo>
                  <a:lnTo>
                    <a:pt x="1432204" y="1218577"/>
                  </a:lnTo>
                  <a:lnTo>
                    <a:pt x="1434833" y="1218577"/>
                  </a:lnTo>
                  <a:lnTo>
                    <a:pt x="1435950" y="1218107"/>
                  </a:lnTo>
                  <a:lnTo>
                    <a:pt x="1437817" y="1216240"/>
                  </a:lnTo>
                  <a:lnTo>
                    <a:pt x="1438275" y="1215123"/>
                  </a:lnTo>
                  <a:lnTo>
                    <a:pt x="1438275" y="1212494"/>
                  </a:lnTo>
                  <a:close/>
                </a:path>
                <a:path w="9153525" h="1219200">
                  <a:moveTo>
                    <a:pt x="1438275" y="607974"/>
                  </a:moveTo>
                  <a:lnTo>
                    <a:pt x="1437817" y="606856"/>
                  </a:lnTo>
                  <a:lnTo>
                    <a:pt x="1435950" y="604989"/>
                  </a:lnTo>
                  <a:lnTo>
                    <a:pt x="1434833" y="604520"/>
                  </a:lnTo>
                  <a:lnTo>
                    <a:pt x="1432204" y="604520"/>
                  </a:lnTo>
                  <a:lnTo>
                    <a:pt x="1431086" y="604989"/>
                  </a:lnTo>
                  <a:lnTo>
                    <a:pt x="1429219" y="606856"/>
                  </a:lnTo>
                  <a:lnTo>
                    <a:pt x="1428750" y="607974"/>
                  </a:lnTo>
                  <a:lnTo>
                    <a:pt x="1428750" y="610603"/>
                  </a:lnTo>
                  <a:lnTo>
                    <a:pt x="1429219" y="611720"/>
                  </a:lnTo>
                  <a:lnTo>
                    <a:pt x="1431086" y="613587"/>
                  </a:lnTo>
                  <a:lnTo>
                    <a:pt x="1432204" y="614045"/>
                  </a:lnTo>
                  <a:lnTo>
                    <a:pt x="1434833" y="614045"/>
                  </a:lnTo>
                  <a:lnTo>
                    <a:pt x="1435950" y="613587"/>
                  </a:lnTo>
                  <a:lnTo>
                    <a:pt x="1437817" y="611720"/>
                  </a:lnTo>
                  <a:lnTo>
                    <a:pt x="1438275" y="610603"/>
                  </a:lnTo>
                  <a:lnTo>
                    <a:pt x="1438275" y="607974"/>
                  </a:lnTo>
                  <a:close/>
                </a:path>
                <a:path w="9153525" h="1219200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9153525" h="1219200">
                  <a:moveTo>
                    <a:pt x="1485900" y="1212494"/>
                  </a:moveTo>
                  <a:lnTo>
                    <a:pt x="1485442" y="1211376"/>
                  </a:lnTo>
                  <a:lnTo>
                    <a:pt x="1483575" y="1209509"/>
                  </a:lnTo>
                  <a:lnTo>
                    <a:pt x="1482458" y="1209052"/>
                  </a:lnTo>
                  <a:lnTo>
                    <a:pt x="1479829" y="1209052"/>
                  </a:lnTo>
                  <a:lnTo>
                    <a:pt x="1478711" y="1209509"/>
                  </a:lnTo>
                  <a:lnTo>
                    <a:pt x="1476844" y="1211376"/>
                  </a:lnTo>
                  <a:lnTo>
                    <a:pt x="1476375" y="1212494"/>
                  </a:lnTo>
                  <a:lnTo>
                    <a:pt x="1476375" y="1215123"/>
                  </a:lnTo>
                  <a:lnTo>
                    <a:pt x="1476844" y="1216240"/>
                  </a:lnTo>
                  <a:lnTo>
                    <a:pt x="1478711" y="1218107"/>
                  </a:lnTo>
                  <a:lnTo>
                    <a:pt x="1479829" y="1218577"/>
                  </a:lnTo>
                  <a:lnTo>
                    <a:pt x="1482458" y="1218577"/>
                  </a:lnTo>
                  <a:lnTo>
                    <a:pt x="1483575" y="1218107"/>
                  </a:lnTo>
                  <a:lnTo>
                    <a:pt x="1485442" y="1216240"/>
                  </a:lnTo>
                  <a:lnTo>
                    <a:pt x="1485900" y="1215123"/>
                  </a:lnTo>
                  <a:lnTo>
                    <a:pt x="1485900" y="1212494"/>
                  </a:lnTo>
                  <a:close/>
                </a:path>
                <a:path w="9153525" h="1219200">
                  <a:moveTo>
                    <a:pt x="1485900" y="607974"/>
                  </a:moveTo>
                  <a:lnTo>
                    <a:pt x="1485442" y="606856"/>
                  </a:lnTo>
                  <a:lnTo>
                    <a:pt x="1483575" y="604989"/>
                  </a:lnTo>
                  <a:lnTo>
                    <a:pt x="1482458" y="604520"/>
                  </a:lnTo>
                  <a:lnTo>
                    <a:pt x="1479829" y="604520"/>
                  </a:lnTo>
                  <a:lnTo>
                    <a:pt x="1478711" y="604989"/>
                  </a:lnTo>
                  <a:lnTo>
                    <a:pt x="1476844" y="606856"/>
                  </a:lnTo>
                  <a:lnTo>
                    <a:pt x="1476375" y="607974"/>
                  </a:lnTo>
                  <a:lnTo>
                    <a:pt x="1476375" y="610603"/>
                  </a:lnTo>
                  <a:lnTo>
                    <a:pt x="1476844" y="611720"/>
                  </a:lnTo>
                  <a:lnTo>
                    <a:pt x="1478711" y="613587"/>
                  </a:lnTo>
                  <a:lnTo>
                    <a:pt x="1479829" y="614045"/>
                  </a:lnTo>
                  <a:lnTo>
                    <a:pt x="1482458" y="614045"/>
                  </a:lnTo>
                  <a:lnTo>
                    <a:pt x="1483575" y="613587"/>
                  </a:lnTo>
                  <a:lnTo>
                    <a:pt x="1485442" y="611720"/>
                  </a:lnTo>
                  <a:lnTo>
                    <a:pt x="1485900" y="610603"/>
                  </a:lnTo>
                  <a:lnTo>
                    <a:pt x="1485900" y="607974"/>
                  </a:lnTo>
                  <a:close/>
                </a:path>
                <a:path w="9153525" h="1219200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9153525" h="1219200">
                  <a:moveTo>
                    <a:pt x="1533525" y="1212494"/>
                  </a:moveTo>
                  <a:lnTo>
                    <a:pt x="1533067" y="1211376"/>
                  </a:lnTo>
                  <a:lnTo>
                    <a:pt x="1531200" y="1209509"/>
                  </a:lnTo>
                  <a:lnTo>
                    <a:pt x="1530083" y="1209052"/>
                  </a:lnTo>
                  <a:lnTo>
                    <a:pt x="1527454" y="1209052"/>
                  </a:lnTo>
                  <a:lnTo>
                    <a:pt x="1526336" y="1209509"/>
                  </a:lnTo>
                  <a:lnTo>
                    <a:pt x="1524469" y="1211376"/>
                  </a:lnTo>
                  <a:lnTo>
                    <a:pt x="1524000" y="1212494"/>
                  </a:lnTo>
                  <a:lnTo>
                    <a:pt x="1524000" y="1215123"/>
                  </a:lnTo>
                  <a:lnTo>
                    <a:pt x="1524469" y="1216240"/>
                  </a:lnTo>
                  <a:lnTo>
                    <a:pt x="1526336" y="1218107"/>
                  </a:lnTo>
                  <a:lnTo>
                    <a:pt x="1527454" y="1218577"/>
                  </a:lnTo>
                  <a:lnTo>
                    <a:pt x="1530083" y="1218577"/>
                  </a:lnTo>
                  <a:lnTo>
                    <a:pt x="1531200" y="1218107"/>
                  </a:lnTo>
                  <a:lnTo>
                    <a:pt x="1533067" y="1216240"/>
                  </a:lnTo>
                  <a:lnTo>
                    <a:pt x="1533525" y="1215123"/>
                  </a:lnTo>
                  <a:lnTo>
                    <a:pt x="1533525" y="1212494"/>
                  </a:lnTo>
                  <a:close/>
                </a:path>
                <a:path w="9153525" h="1219200">
                  <a:moveTo>
                    <a:pt x="1533525" y="607974"/>
                  </a:moveTo>
                  <a:lnTo>
                    <a:pt x="1533067" y="606856"/>
                  </a:lnTo>
                  <a:lnTo>
                    <a:pt x="1531200" y="604989"/>
                  </a:lnTo>
                  <a:lnTo>
                    <a:pt x="1530083" y="604520"/>
                  </a:lnTo>
                  <a:lnTo>
                    <a:pt x="1527454" y="604520"/>
                  </a:lnTo>
                  <a:lnTo>
                    <a:pt x="1526336" y="604989"/>
                  </a:lnTo>
                  <a:lnTo>
                    <a:pt x="1524469" y="606856"/>
                  </a:lnTo>
                  <a:lnTo>
                    <a:pt x="1524000" y="607974"/>
                  </a:lnTo>
                  <a:lnTo>
                    <a:pt x="1524000" y="610603"/>
                  </a:lnTo>
                  <a:lnTo>
                    <a:pt x="1524469" y="611720"/>
                  </a:lnTo>
                  <a:lnTo>
                    <a:pt x="1526336" y="613587"/>
                  </a:lnTo>
                  <a:lnTo>
                    <a:pt x="1527454" y="614045"/>
                  </a:lnTo>
                  <a:lnTo>
                    <a:pt x="1530083" y="614045"/>
                  </a:lnTo>
                  <a:lnTo>
                    <a:pt x="1531200" y="613587"/>
                  </a:lnTo>
                  <a:lnTo>
                    <a:pt x="1533067" y="611720"/>
                  </a:lnTo>
                  <a:lnTo>
                    <a:pt x="1533525" y="610603"/>
                  </a:lnTo>
                  <a:lnTo>
                    <a:pt x="1533525" y="607974"/>
                  </a:lnTo>
                  <a:close/>
                </a:path>
                <a:path w="9153525" h="1219200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9153525" h="1219200">
                  <a:moveTo>
                    <a:pt x="1581150" y="1212494"/>
                  </a:moveTo>
                  <a:lnTo>
                    <a:pt x="1580692" y="1211376"/>
                  </a:lnTo>
                  <a:lnTo>
                    <a:pt x="1578825" y="1209509"/>
                  </a:lnTo>
                  <a:lnTo>
                    <a:pt x="1577708" y="1209052"/>
                  </a:lnTo>
                  <a:lnTo>
                    <a:pt x="1575079" y="1209052"/>
                  </a:lnTo>
                  <a:lnTo>
                    <a:pt x="1573961" y="1209509"/>
                  </a:lnTo>
                  <a:lnTo>
                    <a:pt x="1572094" y="1211376"/>
                  </a:lnTo>
                  <a:lnTo>
                    <a:pt x="1571625" y="1212494"/>
                  </a:lnTo>
                  <a:lnTo>
                    <a:pt x="1571625" y="1215123"/>
                  </a:lnTo>
                  <a:lnTo>
                    <a:pt x="1572094" y="1216240"/>
                  </a:lnTo>
                  <a:lnTo>
                    <a:pt x="1573961" y="1218107"/>
                  </a:lnTo>
                  <a:lnTo>
                    <a:pt x="1575079" y="1218577"/>
                  </a:lnTo>
                  <a:lnTo>
                    <a:pt x="1577708" y="1218577"/>
                  </a:lnTo>
                  <a:lnTo>
                    <a:pt x="1578825" y="1218107"/>
                  </a:lnTo>
                  <a:lnTo>
                    <a:pt x="1580692" y="1216240"/>
                  </a:lnTo>
                  <a:lnTo>
                    <a:pt x="1581150" y="1215123"/>
                  </a:lnTo>
                  <a:lnTo>
                    <a:pt x="1581150" y="1212494"/>
                  </a:lnTo>
                  <a:close/>
                </a:path>
                <a:path w="9153525" h="1219200">
                  <a:moveTo>
                    <a:pt x="1581150" y="607974"/>
                  </a:moveTo>
                  <a:lnTo>
                    <a:pt x="1580692" y="606856"/>
                  </a:lnTo>
                  <a:lnTo>
                    <a:pt x="1578825" y="604989"/>
                  </a:lnTo>
                  <a:lnTo>
                    <a:pt x="1577708" y="604520"/>
                  </a:lnTo>
                  <a:lnTo>
                    <a:pt x="1575079" y="604520"/>
                  </a:lnTo>
                  <a:lnTo>
                    <a:pt x="1573961" y="604989"/>
                  </a:lnTo>
                  <a:lnTo>
                    <a:pt x="1572094" y="606856"/>
                  </a:lnTo>
                  <a:lnTo>
                    <a:pt x="1571625" y="607974"/>
                  </a:lnTo>
                  <a:lnTo>
                    <a:pt x="1571625" y="610603"/>
                  </a:lnTo>
                  <a:lnTo>
                    <a:pt x="1572094" y="611720"/>
                  </a:lnTo>
                  <a:lnTo>
                    <a:pt x="1573961" y="613587"/>
                  </a:lnTo>
                  <a:lnTo>
                    <a:pt x="1575079" y="614045"/>
                  </a:lnTo>
                  <a:lnTo>
                    <a:pt x="1577708" y="614045"/>
                  </a:lnTo>
                  <a:lnTo>
                    <a:pt x="1578825" y="613587"/>
                  </a:lnTo>
                  <a:lnTo>
                    <a:pt x="1580692" y="611720"/>
                  </a:lnTo>
                  <a:lnTo>
                    <a:pt x="1581150" y="610603"/>
                  </a:lnTo>
                  <a:lnTo>
                    <a:pt x="1581150" y="607974"/>
                  </a:lnTo>
                  <a:close/>
                </a:path>
                <a:path w="9153525" h="1219200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9153525" h="1219200">
                  <a:moveTo>
                    <a:pt x="1628775" y="1212494"/>
                  </a:moveTo>
                  <a:lnTo>
                    <a:pt x="1628317" y="1211376"/>
                  </a:lnTo>
                  <a:lnTo>
                    <a:pt x="1626450" y="1209509"/>
                  </a:lnTo>
                  <a:lnTo>
                    <a:pt x="1625333" y="1209052"/>
                  </a:lnTo>
                  <a:lnTo>
                    <a:pt x="1622704" y="1209052"/>
                  </a:lnTo>
                  <a:lnTo>
                    <a:pt x="1621586" y="1209509"/>
                  </a:lnTo>
                  <a:lnTo>
                    <a:pt x="1619719" y="1211376"/>
                  </a:lnTo>
                  <a:lnTo>
                    <a:pt x="1619250" y="1212494"/>
                  </a:lnTo>
                  <a:lnTo>
                    <a:pt x="1619250" y="1215123"/>
                  </a:lnTo>
                  <a:lnTo>
                    <a:pt x="1619719" y="1216240"/>
                  </a:lnTo>
                  <a:lnTo>
                    <a:pt x="1621586" y="1218107"/>
                  </a:lnTo>
                  <a:lnTo>
                    <a:pt x="1622704" y="1218577"/>
                  </a:lnTo>
                  <a:lnTo>
                    <a:pt x="1625333" y="1218577"/>
                  </a:lnTo>
                  <a:lnTo>
                    <a:pt x="1626450" y="1218107"/>
                  </a:lnTo>
                  <a:lnTo>
                    <a:pt x="1628317" y="1216240"/>
                  </a:lnTo>
                  <a:lnTo>
                    <a:pt x="1628775" y="1215123"/>
                  </a:lnTo>
                  <a:lnTo>
                    <a:pt x="1628775" y="1212494"/>
                  </a:lnTo>
                  <a:close/>
                </a:path>
                <a:path w="9153525" h="1219200">
                  <a:moveTo>
                    <a:pt x="1628775" y="607974"/>
                  </a:moveTo>
                  <a:lnTo>
                    <a:pt x="1628317" y="606856"/>
                  </a:lnTo>
                  <a:lnTo>
                    <a:pt x="1626450" y="604989"/>
                  </a:lnTo>
                  <a:lnTo>
                    <a:pt x="1625333" y="604520"/>
                  </a:lnTo>
                  <a:lnTo>
                    <a:pt x="1622704" y="604520"/>
                  </a:lnTo>
                  <a:lnTo>
                    <a:pt x="1621586" y="604989"/>
                  </a:lnTo>
                  <a:lnTo>
                    <a:pt x="1619719" y="606856"/>
                  </a:lnTo>
                  <a:lnTo>
                    <a:pt x="1619250" y="607974"/>
                  </a:lnTo>
                  <a:lnTo>
                    <a:pt x="1619250" y="610603"/>
                  </a:lnTo>
                  <a:lnTo>
                    <a:pt x="1619719" y="611720"/>
                  </a:lnTo>
                  <a:lnTo>
                    <a:pt x="1621586" y="613587"/>
                  </a:lnTo>
                  <a:lnTo>
                    <a:pt x="1622704" y="614045"/>
                  </a:lnTo>
                  <a:lnTo>
                    <a:pt x="1625333" y="614045"/>
                  </a:lnTo>
                  <a:lnTo>
                    <a:pt x="1626450" y="613587"/>
                  </a:lnTo>
                  <a:lnTo>
                    <a:pt x="1628317" y="611720"/>
                  </a:lnTo>
                  <a:lnTo>
                    <a:pt x="1628775" y="610603"/>
                  </a:lnTo>
                  <a:lnTo>
                    <a:pt x="1628775" y="607974"/>
                  </a:lnTo>
                  <a:close/>
                </a:path>
                <a:path w="9153525" h="1219200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9153525" h="1219200">
                  <a:moveTo>
                    <a:pt x="1676400" y="1212494"/>
                  </a:moveTo>
                  <a:lnTo>
                    <a:pt x="1675942" y="1211376"/>
                  </a:lnTo>
                  <a:lnTo>
                    <a:pt x="1674075" y="1209509"/>
                  </a:lnTo>
                  <a:lnTo>
                    <a:pt x="1672958" y="1209052"/>
                  </a:lnTo>
                  <a:lnTo>
                    <a:pt x="1670329" y="1209052"/>
                  </a:lnTo>
                  <a:lnTo>
                    <a:pt x="1669211" y="1209509"/>
                  </a:lnTo>
                  <a:lnTo>
                    <a:pt x="1667344" y="1211376"/>
                  </a:lnTo>
                  <a:lnTo>
                    <a:pt x="1666875" y="1212494"/>
                  </a:lnTo>
                  <a:lnTo>
                    <a:pt x="1666875" y="1215123"/>
                  </a:lnTo>
                  <a:lnTo>
                    <a:pt x="1667344" y="1216240"/>
                  </a:lnTo>
                  <a:lnTo>
                    <a:pt x="1669211" y="1218107"/>
                  </a:lnTo>
                  <a:lnTo>
                    <a:pt x="1670329" y="1218577"/>
                  </a:lnTo>
                  <a:lnTo>
                    <a:pt x="1672958" y="1218577"/>
                  </a:lnTo>
                  <a:lnTo>
                    <a:pt x="1674075" y="1218107"/>
                  </a:lnTo>
                  <a:lnTo>
                    <a:pt x="1675942" y="1216240"/>
                  </a:lnTo>
                  <a:lnTo>
                    <a:pt x="1676400" y="1215123"/>
                  </a:lnTo>
                  <a:lnTo>
                    <a:pt x="1676400" y="1212494"/>
                  </a:lnTo>
                  <a:close/>
                </a:path>
                <a:path w="9153525" h="1219200">
                  <a:moveTo>
                    <a:pt x="1676400" y="607974"/>
                  </a:moveTo>
                  <a:lnTo>
                    <a:pt x="1675942" y="606856"/>
                  </a:lnTo>
                  <a:lnTo>
                    <a:pt x="1674075" y="604989"/>
                  </a:lnTo>
                  <a:lnTo>
                    <a:pt x="1672958" y="604520"/>
                  </a:lnTo>
                  <a:lnTo>
                    <a:pt x="1670329" y="604520"/>
                  </a:lnTo>
                  <a:lnTo>
                    <a:pt x="1669211" y="604989"/>
                  </a:lnTo>
                  <a:lnTo>
                    <a:pt x="1667344" y="606856"/>
                  </a:lnTo>
                  <a:lnTo>
                    <a:pt x="1666875" y="607974"/>
                  </a:lnTo>
                  <a:lnTo>
                    <a:pt x="1666875" y="610603"/>
                  </a:lnTo>
                  <a:lnTo>
                    <a:pt x="1667344" y="611720"/>
                  </a:lnTo>
                  <a:lnTo>
                    <a:pt x="1669211" y="613587"/>
                  </a:lnTo>
                  <a:lnTo>
                    <a:pt x="1670329" y="614045"/>
                  </a:lnTo>
                  <a:lnTo>
                    <a:pt x="1672958" y="614045"/>
                  </a:lnTo>
                  <a:lnTo>
                    <a:pt x="1674075" y="613587"/>
                  </a:lnTo>
                  <a:lnTo>
                    <a:pt x="1675942" y="611720"/>
                  </a:lnTo>
                  <a:lnTo>
                    <a:pt x="1676400" y="610603"/>
                  </a:lnTo>
                  <a:lnTo>
                    <a:pt x="1676400" y="607974"/>
                  </a:lnTo>
                  <a:close/>
                </a:path>
                <a:path w="9153525" h="1219200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9153525" h="1219200">
                  <a:moveTo>
                    <a:pt x="1724025" y="1212494"/>
                  </a:moveTo>
                  <a:lnTo>
                    <a:pt x="1723567" y="1211376"/>
                  </a:lnTo>
                  <a:lnTo>
                    <a:pt x="1721700" y="1209509"/>
                  </a:lnTo>
                  <a:lnTo>
                    <a:pt x="1720583" y="1209052"/>
                  </a:lnTo>
                  <a:lnTo>
                    <a:pt x="1717954" y="1209052"/>
                  </a:lnTo>
                  <a:lnTo>
                    <a:pt x="1716836" y="1209509"/>
                  </a:lnTo>
                  <a:lnTo>
                    <a:pt x="1714969" y="1211376"/>
                  </a:lnTo>
                  <a:lnTo>
                    <a:pt x="1714500" y="1212494"/>
                  </a:lnTo>
                  <a:lnTo>
                    <a:pt x="1714500" y="1215123"/>
                  </a:lnTo>
                  <a:lnTo>
                    <a:pt x="1714969" y="1216240"/>
                  </a:lnTo>
                  <a:lnTo>
                    <a:pt x="1716836" y="1218107"/>
                  </a:lnTo>
                  <a:lnTo>
                    <a:pt x="1717954" y="1218577"/>
                  </a:lnTo>
                  <a:lnTo>
                    <a:pt x="1720583" y="1218577"/>
                  </a:lnTo>
                  <a:lnTo>
                    <a:pt x="1721700" y="1218107"/>
                  </a:lnTo>
                  <a:lnTo>
                    <a:pt x="1723567" y="1216240"/>
                  </a:lnTo>
                  <a:lnTo>
                    <a:pt x="1724025" y="1215123"/>
                  </a:lnTo>
                  <a:lnTo>
                    <a:pt x="1724025" y="1212494"/>
                  </a:lnTo>
                  <a:close/>
                </a:path>
                <a:path w="9153525" h="1219200">
                  <a:moveTo>
                    <a:pt x="1724025" y="607974"/>
                  </a:moveTo>
                  <a:lnTo>
                    <a:pt x="1723567" y="606856"/>
                  </a:lnTo>
                  <a:lnTo>
                    <a:pt x="1721700" y="604989"/>
                  </a:lnTo>
                  <a:lnTo>
                    <a:pt x="1720583" y="604520"/>
                  </a:lnTo>
                  <a:lnTo>
                    <a:pt x="1717954" y="604520"/>
                  </a:lnTo>
                  <a:lnTo>
                    <a:pt x="1716836" y="604989"/>
                  </a:lnTo>
                  <a:lnTo>
                    <a:pt x="1714969" y="606856"/>
                  </a:lnTo>
                  <a:lnTo>
                    <a:pt x="1714500" y="607974"/>
                  </a:lnTo>
                  <a:lnTo>
                    <a:pt x="1714500" y="610603"/>
                  </a:lnTo>
                  <a:lnTo>
                    <a:pt x="1714969" y="611720"/>
                  </a:lnTo>
                  <a:lnTo>
                    <a:pt x="1716836" y="613587"/>
                  </a:lnTo>
                  <a:lnTo>
                    <a:pt x="1717954" y="614045"/>
                  </a:lnTo>
                  <a:lnTo>
                    <a:pt x="1720583" y="614045"/>
                  </a:lnTo>
                  <a:lnTo>
                    <a:pt x="1721700" y="613587"/>
                  </a:lnTo>
                  <a:lnTo>
                    <a:pt x="1723567" y="611720"/>
                  </a:lnTo>
                  <a:lnTo>
                    <a:pt x="1724025" y="610603"/>
                  </a:lnTo>
                  <a:lnTo>
                    <a:pt x="1724025" y="607974"/>
                  </a:lnTo>
                  <a:close/>
                </a:path>
                <a:path w="9153525" h="1219200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9153525" h="1219200">
                  <a:moveTo>
                    <a:pt x="1771650" y="1212494"/>
                  </a:moveTo>
                  <a:lnTo>
                    <a:pt x="1771192" y="1211376"/>
                  </a:lnTo>
                  <a:lnTo>
                    <a:pt x="1769325" y="1209509"/>
                  </a:lnTo>
                  <a:lnTo>
                    <a:pt x="1768208" y="1209052"/>
                  </a:lnTo>
                  <a:lnTo>
                    <a:pt x="1765579" y="1209052"/>
                  </a:lnTo>
                  <a:lnTo>
                    <a:pt x="1764461" y="1209509"/>
                  </a:lnTo>
                  <a:lnTo>
                    <a:pt x="1762594" y="1211376"/>
                  </a:lnTo>
                  <a:lnTo>
                    <a:pt x="1762125" y="1212494"/>
                  </a:lnTo>
                  <a:lnTo>
                    <a:pt x="1762125" y="1215123"/>
                  </a:lnTo>
                  <a:lnTo>
                    <a:pt x="1762594" y="1216240"/>
                  </a:lnTo>
                  <a:lnTo>
                    <a:pt x="1764461" y="1218107"/>
                  </a:lnTo>
                  <a:lnTo>
                    <a:pt x="1765579" y="1218577"/>
                  </a:lnTo>
                  <a:lnTo>
                    <a:pt x="1768208" y="1218577"/>
                  </a:lnTo>
                  <a:lnTo>
                    <a:pt x="1769325" y="1218107"/>
                  </a:lnTo>
                  <a:lnTo>
                    <a:pt x="1771192" y="1216240"/>
                  </a:lnTo>
                  <a:lnTo>
                    <a:pt x="1771650" y="1215123"/>
                  </a:lnTo>
                  <a:lnTo>
                    <a:pt x="1771650" y="1212494"/>
                  </a:lnTo>
                  <a:close/>
                </a:path>
                <a:path w="9153525" h="1219200">
                  <a:moveTo>
                    <a:pt x="1771650" y="607974"/>
                  </a:moveTo>
                  <a:lnTo>
                    <a:pt x="1771192" y="606856"/>
                  </a:lnTo>
                  <a:lnTo>
                    <a:pt x="1769325" y="604989"/>
                  </a:lnTo>
                  <a:lnTo>
                    <a:pt x="1768208" y="604520"/>
                  </a:lnTo>
                  <a:lnTo>
                    <a:pt x="1765579" y="604520"/>
                  </a:lnTo>
                  <a:lnTo>
                    <a:pt x="1764461" y="604989"/>
                  </a:lnTo>
                  <a:lnTo>
                    <a:pt x="1762594" y="606856"/>
                  </a:lnTo>
                  <a:lnTo>
                    <a:pt x="1762125" y="607974"/>
                  </a:lnTo>
                  <a:lnTo>
                    <a:pt x="1762125" y="610603"/>
                  </a:lnTo>
                  <a:lnTo>
                    <a:pt x="1762594" y="611720"/>
                  </a:lnTo>
                  <a:lnTo>
                    <a:pt x="1764461" y="613587"/>
                  </a:lnTo>
                  <a:lnTo>
                    <a:pt x="1765579" y="614045"/>
                  </a:lnTo>
                  <a:lnTo>
                    <a:pt x="1768208" y="614045"/>
                  </a:lnTo>
                  <a:lnTo>
                    <a:pt x="1769325" y="613587"/>
                  </a:lnTo>
                  <a:lnTo>
                    <a:pt x="1771192" y="611720"/>
                  </a:lnTo>
                  <a:lnTo>
                    <a:pt x="1771650" y="610603"/>
                  </a:lnTo>
                  <a:lnTo>
                    <a:pt x="1771650" y="607974"/>
                  </a:lnTo>
                  <a:close/>
                </a:path>
                <a:path w="9153525" h="1219200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9153525" h="1219200">
                  <a:moveTo>
                    <a:pt x="1819275" y="1212494"/>
                  </a:moveTo>
                  <a:lnTo>
                    <a:pt x="1818817" y="1211376"/>
                  </a:lnTo>
                  <a:lnTo>
                    <a:pt x="1816950" y="1209509"/>
                  </a:lnTo>
                  <a:lnTo>
                    <a:pt x="1815833" y="1209052"/>
                  </a:lnTo>
                  <a:lnTo>
                    <a:pt x="1813204" y="1209052"/>
                  </a:lnTo>
                  <a:lnTo>
                    <a:pt x="1812086" y="1209509"/>
                  </a:lnTo>
                  <a:lnTo>
                    <a:pt x="1810219" y="1211376"/>
                  </a:lnTo>
                  <a:lnTo>
                    <a:pt x="1809750" y="1212494"/>
                  </a:lnTo>
                  <a:lnTo>
                    <a:pt x="1809750" y="1215123"/>
                  </a:lnTo>
                  <a:lnTo>
                    <a:pt x="1810219" y="1216240"/>
                  </a:lnTo>
                  <a:lnTo>
                    <a:pt x="1812086" y="1218107"/>
                  </a:lnTo>
                  <a:lnTo>
                    <a:pt x="1813204" y="1218577"/>
                  </a:lnTo>
                  <a:lnTo>
                    <a:pt x="1815833" y="1218577"/>
                  </a:lnTo>
                  <a:lnTo>
                    <a:pt x="1816950" y="1218107"/>
                  </a:lnTo>
                  <a:lnTo>
                    <a:pt x="1818817" y="1216240"/>
                  </a:lnTo>
                  <a:lnTo>
                    <a:pt x="1819275" y="1215123"/>
                  </a:lnTo>
                  <a:lnTo>
                    <a:pt x="1819275" y="1212494"/>
                  </a:lnTo>
                  <a:close/>
                </a:path>
                <a:path w="9153525" h="1219200">
                  <a:moveTo>
                    <a:pt x="1819275" y="607974"/>
                  </a:moveTo>
                  <a:lnTo>
                    <a:pt x="1818817" y="606856"/>
                  </a:lnTo>
                  <a:lnTo>
                    <a:pt x="1816950" y="604989"/>
                  </a:lnTo>
                  <a:lnTo>
                    <a:pt x="1815833" y="604520"/>
                  </a:lnTo>
                  <a:lnTo>
                    <a:pt x="1813204" y="604520"/>
                  </a:lnTo>
                  <a:lnTo>
                    <a:pt x="1812086" y="604989"/>
                  </a:lnTo>
                  <a:lnTo>
                    <a:pt x="1810219" y="606856"/>
                  </a:lnTo>
                  <a:lnTo>
                    <a:pt x="1809750" y="607974"/>
                  </a:lnTo>
                  <a:lnTo>
                    <a:pt x="1809750" y="610603"/>
                  </a:lnTo>
                  <a:lnTo>
                    <a:pt x="1810219" y="611720"/>
                  </a:lnTo>
                  <a:lnTo>
                    <a:pt x="1812086" y="613587"/>
                  </a:lnTo>
                  <a:lnTo>
                    <a:pt x="1813204" y="614045"/>
                  </a:lnTo>
                  <a:lnTo>
                    <a:pt x="1815833" y="614045"/>
                  </a:lnTo>
                  <a:lnTo>
                    <a:pt x="1816950" y="613587"/>
                  </a:lnTo>
                  <a:lnTo>
                    <a:pt x="1818817" y="611720"/>
                  </a:lnTo>
                  <a:lnTo>
                    <a:pt x="1819275" y="610603"/>
                  </a:lnTo>
                  <a:lnTo>
                    <a:pt x="1819275" y="607974"/>
                  </a:lnTo>
                  <a:close/>
                </a:path>
                <a:path w="9153525" h="1219200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9153525" h="1219200">
                  <a:moveTo>
                    <a:pt x="1866900" y="1212494"/>
                  </a:moveTo>
                  <a:lnTo>
                    <a:pt x="1866442" y="1211376"/>
                  </a:lnTo>
                  <a:lnTo>
                    <a:pt x="1864575" y="1209509"/>
                  </a:lnTo>
                  <a:lnTo>
                    <a:pt x="1863458" y="1209052"/>
                  </a:lnTo>
                  <a:lnTo>
                    <a:pt x="1860829" y="1209052"/>
                  </a:lnTo>
                  <a:lnTo>
                    <a:pt x="1859711" y="1209509"/>
                  </a:lnTo>
                  <a:lnTo>
                    <a:pt x="1857844" y="1211376"/>
                  </a:lnTo>
                  <a:lnTo>
                    <a:pt x="1857375" y="1212494"/>
                  </a:lnTo>
                  <a:lnTo>
                    <a:pt x="1857375" y="1215123"/>
                  </a:lnTo>
                  <a:lnTo>
                    <a:pt x="1857844" y="1216240"/>
                  </a:lnTo>
                  <a:lnTo>
                    <a:pt x="1859711" y="1218107"/>
                  </a:lnTo>
                  <a:lnTo>
                    <a:pt x="1860829" y="1218577"/>
                  </a:lnTo>
                  <a:lnTo>
                    <a:pt x="1863458" y="1218577"/>
                  </a:lnTo>
                  <a:lnTo>
                    <a:pt x="1864575" y="1218107"/>
                  </a:lnTo>
                  <a:lnTo>
                    <a:pt x="1866442" y="1216240"/>
                  </a:lnTo>
                  <a:lnTo>
                    <a:pt x="1866900" y="1215123"/>
                  </a:lnTo>
                  <a:lnTo>
                    <a:pt x="1866900" y="1212494"/>
                  </a:lnTo>
                  <a:close/>
                </a:path>
                <a:path w="9153525" h="1219200">
                  <a:moveTo>
                    <a:pt x="1866900" y="607974"/>
                  </a:moveTo>
                  <a:lnTo>
                    <a:pt x="1866442" y="606856"/>
                  </a:lnTo>
                  <a:lnTo>
                    <a:pt x="1864575" y="604989"/>
                  </a:lnTo>
                  <a:lnTo>
                    <a:pt x="1863458" y="604520"/>
                  </a:lnTo>
                  <a:lnTo>
                    <a:pt x="1860829" y="604520"/>
                  </a:lnTo>
                  <a:lnTo>
                    <a:pt x="1859711" y="604989"/>
                  </a:lnTo>
                  <a:lnTo>
                    <a:pt x="1857844" y="606856"/>
                  </a:lnTo>
                  <a:lnTo>
                    <a:pt x="1857375" y="607974"/>
                  </a:lnTo>
                  <a:lnTo>
                    <a:pt x="1857375" y="610603"/>
                  </a:lnTo>
                  <a:lnTo>
                    <a:pt x="1857844" y="611720"/>
                  </a:lnTo>
                  <a:lnTo>
                    <a:pt x="1859711" y="613587"/>
                  </a:lnTo>
                  <a:lnTo>
                    <a:pt x="1860829" y="614045"/>
                  </a:lnTo>
                  <a:lnTo>
                    <a:pt x="1863458" y="614045"/>
                  </a:lnTo>
                  <a:lnTo>
                    <a:pt x="1864575" y="613587"/>
                  </a:lnTo>
                  <a:lnTo>
                    <a:pt x="1866442" y="611720"/>
                  </a:lnTo>
                  <a:lnTo>
                    <a:pt x="1866900" y="610603"/>
                  </a:lnTo>
                  <a:lnTo>
                    <a:pt x="1866900" y="607974"/>
                  </a:lnTo>
                  <a:close/>
                </a:path>
                <a:path w="9153525" h="1219200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9153525" h="1219200">
                  <a:moveTo>
                    <a:pt x="1914525" y="1212494"/>
                  </a:moveTo>
                  <a:lnTo>
                    <a:pt x="1914067" y="1211376"/>
                  </a:lnTo>
                  <a:lnTo>
                    <a:pt x="1912200" y="1209509"/>
                  </a:lnTo>
                  <a:lnTo>
                    <a:pt x="1911083" y="1209052"/>
                  </a:lnTo>
                  <a:lnTo>
                    <a:pt x="1908454" y="1209052"/>
                  </a:lnTo>
                  <a:lnTo>
                    <a:pt x="1907336" y="1209509"/>
                  </a:lnTo>
                  <a:lnTo>
                    <a:pt x="1905469" y="1211376"/>
                  </a:lnTo>
                  <a:lnTo>
                    <a:pt x="1905000" y="1212494"/>
                  </a:lnTo>
                  <a:lnTo>
                    <a:pt x="1905000" y="1215123"/>
                  </a:lnTo>
                  <a:lnTo>
                    <a:pt x="1905469" y="1216240"/>
                  </a:lnTo>
                  <a:lnTo>
                    <a:pt x="1907336" y="1218107"/>
                  </a:lnTo>
                  <a:lnTo>
                    <a:pt x="1908454" y="1218577"/>
                  </a:lnTo>
                  <a:lnTo>
                    <a:pt x="1911083" y="1218577"/>
                  </a:lnTo>
                  <a:lnTo>
                    <a:pt x="1912200" y="1218107"/>
                  </a:lnTo>
                  <a:lnTo>
                    <a:pt x="1914067" y="1216240"/>
                  </a:lnTo>
                  <a:lnTo>
                    <a:pt x="1914525" y="1215123"/>
                  </a:lnTo>
                  <a:lnTo>
                    <a:pt x="1914525" y="1212494"/>
                  </a:lnTo>
                  <a:close/>
                </a:path>
                <a:path w="9153525" h="1219200">
                  <a:moveTo>
                    <a:pt x="1914525" y="607974"/>
                  </a:moveTo>
                  <a:lnTo>
                    <a:pt x="1914067" y="606856"/>
                  </a:lnTo>
                  <a:lnTo>
                    <a:pt x="1912200" y="604989"/>
                  </a:lnTo>
                  <a:lnTo>
                    <a:pt x="1911083" y="604520"/>
                  </a:lnTo>
                  <a:lnTo>
                    <a:pt x="1908454" y="604520"/>
                  </a:lnTo>
                  <a:lnTo>
                    <a:pt x="1907336" y="604989"/>
                  </a:lnTo>
                  <a:lnTo>
                    <a:pt x="1905469" y="606856"/>
                  </a:lnTo>
                  <a:lnTo>
                    <a:pt x="1905000" y="607974"/>
                  </a:lnTo>
                  <a:lnTo>
                    <a:pt x="1905000" y="610603"/>
                  </a:lnTo>
                  <a:lnTo>
                    <a:pt x="1905469" y="611720"/>
                  </a:lnTo>
                  <a:lnTo>
                    <a:pt x="1907336" y="613587"/>
                  </a:lnTo>
                  <a:lnTo>
                    <a:pt x="1908454" y="614045"/>
                  </a:lnTo>
                  <a:lnTo>
                    <a:pt x="1911083" y="614045"/>
                  </a:lnTo>
                  <a:lnTo>
                    <a:pt x="1912200" y="613587"/>
                  </a:lnTo>
                  <a:lnTo>
                    <a:pt x="1914067" y="611720"/>
                  </a:lnTo>
                  <a:lnTo>
                    <a:pt x="1914525" y="610603"/>
                  </a:lnTo>
                  <a:lnTo>
                    <a:pt x="1914525" y="607974"/>
                  </a:lnTo>
                  <a:close/>
                </a:path>
                <a:path w="9153525" h="1219200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9153525" h="1219200">
                  <a:moveTo>
                    <a:pt x="1962150" y="1212494"/>
                  </a:moveTo>
                  <a:lnTo>
                    <a:pt x="1961692" y="1211376"/>
                  </a:lnTo>
                  <a:lnTo>
                    <a:pt x="1959825" y="1209509"/>
                  </a:lnTo>
                  <a:lnTo>
                    <a:pt x="1958708" y="1209052"/>
                  </a:lnTo>
                  <a:lnTo>
                    <a:pt x="1956079" y="1209052"/>
                  </a:lnTo>
                  <a:lnTo>
                    <a:pt x="1954961" y="1209509"/>
                  </a:lnTo>
                  <a:lnTo>
                    <a:pt x="1953094" y="1211376"/>
                  </a:lnTo>
                  <a:lnTo>
                    <a:pt x="1952625" y="1212494"/>
                  </a:lnTo>
                  <a:lnTo>
                    <a:pt x="1952625" y="1215123"/>
                  </a:lnTo>
                  <a:lnTo>
                    <a:pt x="1953094" y="1216240"/>
                  </a:lnTo>
                  <a:lnTo>
                    <a:pt x="1954961" y="1218107"/>
                  </a:lnTo>
                  <a:lnTo>
                    <a:pt x="1956079" y="1218577"/>
                  </a:lnTo>
                  <a:lnTo>
                    <a:pt x="1958708" y="1218577"/>
                  </a:lnTo>
                  <a:lnTo>
                    <a:pt x="1959825" y="1218107"/>
                  </a:lnTo>
                  <a:lnTo>
                    <a:pt x="1961692" y="1216240"/>
                  </a:lnTo>
                  <a:lnTo>
                    <a:pt x="1962150" y="1215123"/>
                  </a:lnTo>
                  <a:lnTo>
                    <a:pt x="1962150" y="1212494"/>
                  </a:lnTo>
                  <a:close/>
                </a:path>
                <a:path w="9153525" h="1219200">
                  <a:moveTo>
                    <a:pt x="1962150" y="607974"/>
                  </a:moveTo>
                  <a:lnTo>
                    <a:pt x="1961692" y="606856"/>
                  </a:lnTo>
                  <a:lnTo>
                    <a:pt x="1959825" y="604989"/>
                  </a:lnTo>
                  <a:lnTo>
                    <a:pt x="1958708" y="604520"/>
                  </a:lnTo>
                  <a:lnTo>
                    <a:pt x="1956079" y="604520"/>
                  </a:lnTo>
                  <a:lnTo>
                    <a:pt x="1954961" y="604989"/>
                  </a:lnTo>
                  <a:lnTo>
                    <a:pt x="1953094" y="606856"/>
                  </a:lnTo>
                  <a:lnTo>
                    <a:pt x="1952625" y="607974"/>
                  </a:lnTo>
                  <a:lnTo>
                    <a:pt x="1952625" y="610603"/>
                  </a:lnTo>
                  <a:lnTo>
                    <a:pt x="1953094" y="611720"/>
                  </a:lnTo>
                  <a:lnTo>
                    <a:pt x="1954961" y="613587"/>
                  </a:lnTo>
                  <a:lnTo>
                    <a:pt x="1956079" y="614045"/>
                  </a:lnTo>
                  <a:lnTo>
                    <a:pt x="1958708" y="614045"/>
                  </a:lnTo>
                  <a:lnTo>
                    <a:pt x="1959825" y="613587"/>
                  </a:lnTo>
                  <a:lnTo>
                    <a:pt x="1961692" y="611720"/>
                  </a:lnTo>
                  <a:lnTo>
                    <a:pt x="1962150" y="610603"/>
                  </a:lnTo>
                  <a:lnTo>
                    <a:pt x="1962150" y="607974"/>
                  </a:lnTo>
                  <a:close/>
                </a:path>
                <a:path w="9153525" h="1219200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9153525" h="1219200">
                  <a:moveTo>
                    <a:pt x="2009775" y="1212494"/>
                  </a:moveTo>
                  <a:lnTo>
                    <a:pt x="2009317" y="1211376"/>
                  </a:lnTo>
                  <a:lnTo>
                    <a:pt x="2007450" y="1209509"/>
                  </a:lnTo>
                  <a:lnTo>
                    <a:pt x="2006333" y="1209052"/>
                  </a:lnTo>
                  <a:lnTo>
                    <a:pt x="2003704" y="1209052"/>
                  </a:lnTo>
                  <a:lnTo>
                    <a:pt x="2002586" y="1209509"/>
                  </a:lnTo>
                  <a:lnTo>
                    <a:pt x="2000719" y="1211376"/>
                  </a:lnTo>
                  <a:lnTo>
                    <a:pt x="2000250" y="1212494"/>
                  </a:lnTo>
                  <a:lnTo>
                    <a:pt x="2000250" y="1215123"/>
                  </a:lnTo>
                  <a:lnTo>
                    <a:pt x="2000719" y="1216240"/>
                  </a:lnTo>
                  <a:lnTo>
                    <a:pt x="2002586" y="1218107"/>
                  </a:lnTo>
                  <a:lnTo>
                    <a:pt x="2003704" y="1218577"/>
                  </a:lnTo>
                  <a:lnTo>
                    <a:pt x="2006333" y="1218577"/>
                  </a:lnTo>
                  <a:lnTo>
                    <a:pt x="2007450" y="1218107"/>
                  </a:lnTo>
                  <a:lnTo>
                    <a:pt x="2009317" y="1216240"/>
                  </a:lnTo>
                  <a:lnTo>
                    <a:pt x="2009775" y="1215123"/>
                  </a:lnTo>
                  <a:lnTo>
                    <a:pt x="2009775" y="1212494"/>
                  </a:lnTo>
                  <a:close/>
                </a:path>
                <a:path w="9153525" h="1219200">
                  <a:moveTo>
                    <a:pt x="2009775" y="607974"/>
                  </a:moveTo>
                  <a:lnTo>
                    <a:pt x="2009317" y="606856"/>
                  </a:lnTo>
                  <a:lnTo>
                    <a:pt x="2007450" y="604989"/>
                  </a:lnTo>
                  <a:lnTo>
                    <a:pt x="2006333" y="604520"/>
                  </a:lnTo>
                  <a:lnTo>
                    <a:pt x="2003704" y="604520"/>
                  </a:lnTo>
                  <a:lnTo>
                    <a:pt x="2002586" y="604989"/>
                  </a:lnTo>
                  <a:lnTo>
                    <a:pt x="2000719" y="606856"/>
                  </a:lnTo>
                  <a:lnTo>
                    <a:pt x="2000250" y="607974"/>
                  </a:lnTo>
                  <a:lnTo>
                    <a:pt x="2000250" y="610603"/>
                  </a:lnTo>
                  <a:lnTo>
                    <a:pt x="2000719" y="611720"/>
                  </a:lnTo>
                  <a:lnTo>
                    <a:pt x="2002586" y="613587"/>
                  </a:lnTo>
                  <a:lnTo>
                    <a:pt x="2003704" y="614045"/>
                  </a:lnTo>
                  <a:lnTo>
                    <a:pt x="2006333" y="614045"/>
                  </a:lnTo>
                  <a:lnTo>
                    <a:pt x="2007450" y="613587"/>
                  </a:lnTo>
                  <a:lnTo>
                    <a:pt x="2009317" y="611720"/>
                  </a:lnTo>
                  <a:lnTo>
                    <a:pt x="2009775" y="610603"/>
                  </a:lnTo>
                  <a:lnTo>
                    <a:pt x="2009775" y="607974"/>
                  </a:lnTo>
                  <a:close/>
                </a:path>
                <a:path w="9153525" h="1219200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9153525" h="1219200">
                  <a:moveTo>
                    <a:pt x="2057400" y="1212494"/>
                  </a:moveTo>
                  <a:lnTo>
                    <a:pt x="2056942" y="1211376"/>
                  </a:lnTo>
                  <a:lnTo>
                    <a:pt x="2055075" y="1209509"/>
                  </a:lnTo>
                  <a:lnTo>
                    <a:pt x="2053958" y="1209052"/>
                  </a:lnTo>
                  <a:lnTo>
                    <a:pt x="2051329" y="1209052"/>
                  </a:lnTo>
                  <a:lnTo>
                    <a:pt x="2050211" y="1209509"/>
                  </a:lnTo>
                  <a:lnTo>
                    <a:pt x="2048344" y="1211376"/>
                  </a:lnTo>
                  <a:lnTo>
                    <a:pt x="2047875" y="1212494"/>
                  </a:lnTo>
                  <a:lnTo>
                    <a:pt x="2047875" y="1215123"/>
                  </a:lnTo>
                  <a:lnTo>
                    <a:pt x="2048344" y="1216240"/>
                  </a:lnTo>
                  <a:lnTo>
                    <a:pt x="2050211" y="1218107"/>
                  </a:lnTo>
                  <a:lnTo>
                    <a:pt x="2051329" y="1218577"/>
                  </a:lnTo>
                  <a:lnTo>
                    <a:pt x="2053958" y="1218577"/>
                  </a:lnTo>
                  <a:lnTo>
                    <a:pt x="2055075" y="1218107"/>
                  </a:lnTo>
                  <a:lnTo>
                    <a:pt x="2056942" y="1216240"/>
                  </a:lnTo>
                  <a:lnTo>
                    <a:pt x="2057400" y="1215123"/>
                  </a:lnTo>
                  <a:lnTo>
                    <a:pt x="2057400" y="1212494"/>
                  </a:lnTo>
                  <a:close/>
                </a:path>
                <a:path w="9153525" h="1219200">
                  <a:moveTo>
                    <a:pt x="2057400" y="607974"/>
                  </a:moveTo>
                  <a:lnTo>
                    <a:pt x="2056942" y="606856"/>
                  </a:lnTo>
                  <a:lnTo>
                    <a:pt x="2055075" y="604989"/>
                  </a:lnTo>
                  <a:lnTo>
                    <a:pt x="2053958" y="604520"/>
                  </a:lnTo>
                  <a:lnTo>
                    <a:pt x="2051329" y="604520"/>
                  </a:lnTo>
                  <a:lnTo>
                    <a:pt x="2050211" y="604989"/>
                  </a:lnTo>
                  <a:lnTo>
                    <a:pt x="2048344" y="606856"/>
                  </a:lnTo>
                  <a:lnTo>
                    <a:pt x="2047875" y="607974"/>
                  </a:lnTo>
                  <a:lnTo>
                    <a:pt x="2047875" y="610603"/>
                  </a:lnTo>
                  <a:lnTo>
                    <a:pt x="2048344" y="611720"/>
                  </a:lnTo>
                  <a:lnTo>
                    <a:pt x="2050211" y="613587"/>
                  </a:lnTo>
                  <a:lnTo>
                    <a:pt x="2051329" y="614045"/>
                  </a:lnTo>
                  <a:lnTo>
                    <a:pt x="2053958" y="614045"/>
                  </a:lnTo>
                  <a:lnTo>
                    <a:pt x="2055075" y="613587"/>
                  </a:lnTo>
                  <a:lnTo>
                    <a:pt x="2056942" y="611720"/>
                  </a:lnTo>
                  <a:lnTo>
                    <a:pt x="2057400" y="610603"/>
                  </a:lnTo>
                  <a:lnTo>
                    <a:pt x="2057400" y="607974"/>
                  </a:lnTo>
                  <a:close/>
                </a:path>
                <a:path w="9153525" h="1219200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9153525" h="1219200">
                  <a:moveTo>
                    <a:pt x="2105025" y="1212494"/>
                  </a:moveTo>
                  <a:lnTo>
                    <a:pt x="2104567" y="1211376"/>
                  </a:lnTo>
                  <a:lnTo>
                    <a:pt x="2102700" y="1209509"/>
                  </a:lnTo>
                  <a:lnTo>
                    <a:pt x="2101583" y="1209052"/>
                  </a:lnTo>
                  <a:lnTo>
                    <a:pt x="2098954" y="1209052"/>
                  </a:lnTo>
                  <a:lnTo>
                    <a:pt x="2097836" y="1209509"/>
                  </a:lnTo>
                  <a:lnTo>
                    <a:pt x="2095969" y="1211376"/>
                  </a:lnTo>
                  <a:lnTo>
                    <a:pt x="2095500" y="1212494"/>
                  </a:lnTo>
                  <a:lnTo>
                    <a:pt x="2095500" y="1215123"/>
                  </a:lnTo>
                  <a:lnTo>
                    <a:pt x="2095969" y="1216240"/>
                  </a:lnTo>
                  <a:lnTo>
                    <a:pt x="2097836" y="1218107"/>
                  </a:lnTo>
                  <a:lnTo>
                    <a:pt x="2098954" y="1218577"/>
                  </a:lnTo>
                  <a:lnTo>
                    <a:pt x="2101583" y="1218577"/>
                  </a:lnTo>
                  <a:lnTo>
                    <a:pt x="2102700" y="1218107"/>
                  </a:lnTo>
                  <a:lnTo>
                    <a:pt x="2104567" y="1216240"/>
                  </a:lnTo>
                  <a:lnTo>
                    <a:pt x="2105025" y="1215123"/>
                  </a:lnTo>
                  <a:lnTo>
                    <a:pt x="2105025" y="1212494"/>
                  </a:lnTo>
                  <a:close/>
                </a:path>
                <a:path w="9153525" h="1219200">
                  <a:moveTo>
                    <a:pt x="2105025" y="607974"/>
                  </a:moveTo>
                  <a:lnTo>
                    <a:pt x="2104567" y="606856"/>
                  </a:lnTo>
                  <a:lnTo>
                    <a:pt x="2102700" y="604989"/>
                  </a:lnTo>
                  <a:lnTo>
                    <a:pt x="2101583" y="604520"/>
                  </a:lnTo>
                  <a:lnTo>
                    <a:pt x="2098954" y="604520"/>
                  </a:lnTo>
                  <a:lnTo>
                    <a:pt x="2097836" y="604989"/>
                  </a:lnTo>
                  <a:lnTo>
                    <a:pt x="2095969" y="606856"/>
                  </a:lnTo>
                  <a:lnTo>
                    <a:pt x="2095500" y="607974"/>
                  </a:lnTo>
                  <a:lnTo>
                    <a:pt x="2095500" y="610603"/>
                  </a:lnTo>
                  <a:lnTo>
                    <a:pt x="2095969" y="611720"/>
                  </a:lnTo>
                  <a:lnTo>
                    <a:pt x="2097836" y="613587"/>
                  </a:lnTo>
                  <a:lnTo>
                    <a:pt x="2098954" y="614045"/>
                  </a:lnTo>
                  <a:lnTo>
                    <a:pt x="2101583" y="614045"/>
                  </a:lnTo>
                  <a:lnTo>
                    <a:pt x="2102700" y="613587"/>
                  </a:lnTo>
                  <a:lnTo>
                    <a:pt x="2104567" y="611720"/>
                  </a:lnTo>
                  <a:lnTo>
                    <a:pt x="2105025" y="610603"/>
                  </a:lnTo>
                  <a:lnTo>
                    <a:pt x="2105025" y="607974"/>
                  </a:lnTo>
                  <a:close/>
                </a:path>
                <a:path w="9153525" h="1219200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9153525" h="1219200">
                  <a:moveTo>
                    <a:pt x="2152650" y="1212494"/>
                  </a:moveTo>
                  <a:lnTo>
                    <a:pt x="2152192" y="1211376"/>
                  </a:lnTo>
                  <a:lnTo>
                    <a:pt x="2150326" y="1209509"/>
                  </a:lnTo>
                  <a:lnTo>
                    <a:pt x="2149208" y="1209052"/>
                  </a:lnTo>
                  <a:lnTo>
                    <a:pt x="2146579" y="1209052"/>
                  </a:lnTo>
                  <a:lnTo>
                    <a:pt x="2145461" y="1209509"/>
                  </a:lnTo>
                  <a:lnTo>
                    <a:pt x="2143595" y="1211376"/>
                  </a:lnTo>
                  <a:lnTo>
                    <a:pt x="2143125" y="1212494"/>
                  </a:lnTo>
                  <a:lnTo>
                    <a:pt x="2143125" y="1215123"/>
                  </a:lnTo>
                  <a:lnTo>
                    <a:pt x="2143595" y="1216240"/>
                  </a:lnTo>
                  <a:lnTo>
                    <a:pt x="2145461" y="1218107"/>
                  </a:lnTo>
                  <a:lnTo>
                    <a:pt x="2146579" y="1218577"/>
                  </a:lnTo>
                  <a:lnTo>
                    <a:pt x="2149208" y="1218577"/>
                  </a:lnTo>
                  <a:lnTo>
                    <a:pt x="2150326" y="1218107"/>
                  </a:lnTo>
                  <a:lnTo>
                    <a:pt x="2152192" y="1216240"/>
                  </a:lnTo>
                  <a:lnTo>
                    <a:pt x="2152650" y="1215123"/>
                  </a:lnTo>
                  <a:lnTo>
                    <a:pt x="2152650" y="1212494"/>
                  </a:lnTo>
                  <a:close/>
                </a:path>
                <a:path w="9153525" h="1219200">
                  <a:moveTo>
                    <a:pt x="2152650" y="607974"/>
                  </a:moveTo>
                  <a:lnTo>
                    <a:pt x="2152192" y="606856"/>
                  </a:lnTo>
                  <a:lnTo>
                    <a:pt x="2150326" y="604989"/>
                  </a:lnTo>
                  <a:lnTo>
                    <a:pt x="2149208" y="604520"/>
                  </a:lnTo>
                  <a:lnTo>
                    <a:pt x="2146579" y="604520"/>
                  </a:lnTo>
                  <a:lnTo>
                    <a:pt x="2145461" y="604989"/>
                  </a:lnTo>
                  <a:lnTo>
                    <a:pt x="2143595" y="606856"/>
                  </a:lnTo>
                  <a:lnTo>
                    <a:pt x="2143125" y="607974"/>
                  </a:lnTo>
                  <a:lnTo>
                    <a:pt x="2143125" y="610603"/>
                  </a:lnTo>
                  <a:lnTo>
                    <a:pt x="2143595" y="611720"/>
                  </a:lnTo>
                  <a:lnTo>
                    <a:pt x="2145461" y="613587"/>
                  </a:lnTo>
                  <a:lnTo>
                    <a:pt x="2146579" y="614045"/>
                  </a:lnTo>
                  <a:lnTo>
                    <a:pt x="2149208" y="614045"/>
                  </a:lnTo>
                  <a:lnTo>
                    <a:pt x="2150326" y="613587"/>
                  </a:lnTo>
                  <a:lnTo>
                    <a:pt x="2152192" y="611720"/>
                  </a:lnTo>
                  <a:lnTo>
                    <a:pt x="2152650" y="610603"/>
                  </a:lnTo>
                  <a:lnTo>
                    <a:pt x="2152650" y="607974"/>
                  </a:lnTo>
                  <a:close/>
                </a:path>
                <a:path w="9153525" h="1219200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9153525" h="1219200">
                  <a:moveTo>
                    <a:pt x="2200275" y="1212494"/>
                  </a:moveTo>
                  <a:lnTo>
                    <a:pt x="2199817" y="1211376"/>
                  </a:lnTo>
                  <a:lnTo>
                    <a:pt x="2197951" y="1209509"/>
                  </a:lnTo>
                  <a:lnTo>
                    <a:pt x="2196833" y="1209052"/>
                  </a:lnTo>
                  <a:lnTo>
                    <a:pt x="2194204" y="1209052"/>
                  </a:lnTo>
                  <a:lnTo>
                    <a:pt x="2193086" y="1209509"/>
                  </a:lnTo>
                  <a:lnTo>
                    <a:pt x="2191220" y="1211376"/>
                  </a:lnTo>
                  <a:lnTo>
                    <a:pt x="2190750" y="1212494"/>
                  </a:lnTo>
                  <a:lnTo>
                    <a:pt x="2190750" y="1215123"/>
                  </a:lnTo>
                  <a:lnTo>
                    <a:pt x="2191220" y="1216240"/>
                  </a:lnTo>
                  <a:lnTo>
                    <a:pt x="2193086" y="1218107"/>
                  </a:lnTo>
                  <a:lnTo>
                    <a:pt x="2194204" y="1218577"/>
                  </a:lnTo>
                  <a:lnTo>
                    <a:pt x="2196833" y="1218577"/>
                  </a:lnTo>
                  <a:lnTo>
                    <a:pt x="2197951" y="1218107"/>
                  </a:lnTo>
                  <a:lnTo>
                    <a:pt x="2199817" y="1216240"/>
                  </a:lnTo>
                  <a:lnTo>
                    <a:pt x="2200275" y="1215123"/>
                  </a:lnTo>
                  <a:lnTo>
                    <a:pt x="2200275" y="1212494"/>
                  </a:lnTo>
                  <a:close/>
                </a:path>
                <a:path w="9153525" h="1219200">
                  <a:moveTo>
                    <a:pt x="2200275" y="607974"/>
                  </a:moveTo>
                  <a:lnTo>
                    <a:pt x="2199817" y="606856"/>
                  </a:lnTo>
                  <a:lnTo>
                    <a:pt x="2197951" y="604989"/>
                  </a:lnTo>
                  <a:lnTo>
                    <a:pt x="2196833" y="604520"/>
                  </a:lnTo>
                  <a:lnTo>
                    <a:pt x="2194204" y="604520"/>
                  </a:lnTo>
                  <a:lnTo>
                    <a:pt x="2193086" y="604989"/>
                  </a:lnTo>
                  <a:lnTo>
                    <a:pt x="2191220" y="606856"/>
                  </a:lnTo>
                  <a:lnTo>
                    <a:pt x="2190750" y="607974"/>
                  </a:lnTo>
                  <a:lnTo>
                    <a:pt x="2190750" y="610603"/>
                  </a:lnTo>
                  <a:lnTo>
                    <a:pt x="2191220" y="611720"/>
                  </a:lnTo>
                  <a:lnTo>
                    <a:pt x="2193086" y="613587"/>
                  </a:lnTo>
                  <a:lnTo>
                    <a:pt x="2194204" y="614045"/>
                  </a:lnTo>
                  <a:lnTo>
                    <a:pt x="2196833" y="614045"/>
                  </a:lnTo>
                  <a:lnTo>
                    <a:pt x="2197951" y="613587"/>
                  </a:lnTo>
                  <a:lnTo>
                    <a:pt x="2199817" y="611720"/>
                  </a:lnTo>
                  <a:lnTo>
                    <a:pt x="2200275" y="610603"/>
                  </a:lnTo>
                  <a:lnTo>
                    <a:pt x="2200275" y="607974"/>
                  </a:lnTo>
                  <a:close/>
                </a:path>
                <a:path w="9153525" h="1219200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9153525" h="1219200">
                  <a:moveTo>
                    <a:pt x="2247900" y="1212494"/>
                  </a:moveTo>
                  <a:lnTo>
                    <a:pt x="2247442" y="1211376"/>
                  </a:lnTo>
                  <a:lnTo>
                    <a:pt x="2245576" y="1209509"/>
                  </a:lnTo>
                  <a:lnTo>
                    <a:pt x="2244458" y="1209052"/>
                  </a:lnTo>
                  <a:lnTo>
                    <a:pt x="2241829" y="1209052"/>
                  </a:lnTo>
                  <a:lnTo>
                    <a:pt x="2240711" y="1209509"/>
                  </a:lnTo>
                  <a:lnTo>
                    <a:pt x="2238845" y="1211376"/>
                  </a:lnTo>
                  <a:lnTo>
                    <a:pt x="2238375" y="1212494"/>
                  </a:lnTo>
                  <a:lnTo>
                    <a:pt x="2238375" y="1215123"/>
                  </a:lnTo>
                  <a:lnTo>
                    <a:pt x="2238845" y="1216240"/>
                  </a:lnTo>
                  <a:lnTo>
                    <a:pt x="2240711" y="1218107"/>
                  </a:lnTo>
                  <a:lnTo>
                    <a:pt x="2241829" y="1218577"/>
                  </a:lnTo>
                  <a:lnTo>
                    <a:pt x="2244458" y="1218577"/>
                  </a:lnTo>
                  <a:lnTo>
                    <a:pt x="2245576" y="1218107"/>
                  </a:lnTo>
                  <a:lnTo>
                    <a:pt x="2247442" y="1216240"/>
                  </a:lnTo>
                  <a:lnTo>
                    <a:pt x="2247900" y="1215123"/>
                  </a:lnTo>
                  <a:lnTo>
                    <a:pt x="2247900" y="1212494"/>
                  </a:lnTo>
                  <a:close/>
                </a:path>
                <a:path w="9153525" h="1219200">
                  <a:moveTo>
                    <a:pt x="2247900" y="607974"/>
                  </a:moveTo>
                  <a:lnTo>
                    <a:pt x="2247442" y="606856"/>
                  </a:lnTo>
                  <a:lnTo>
                    <a:pt x="2245576" y="604989"/>
                  </a:lnTo>
                  <a:lnTo>
                    <a:pt x="2244458" y="604520"/>
                  </a:lnTo>
                  <a:lnTo>
                    <a:pt x="2241829" y="604520"/>
                  </a:lnTo>
                  <a:lnTo>
                    <a:pt x="2240711" y="604989"/>
                  </a:lnTo>
                  <a:lnTo>
                    <a:pt x="2238845" y="606856"/>
                  </a:lnTo>
                  <a:lnTo>
                    <a:pt x="2238375" y="607974"/>
                  </a:lnTo>
                  <a:lnTo>
                    <a:pt x="2238375" y="610603"/>
                  </a:lnTo>
                  <a:lnTo>
                    <a:pt x="2238845" y="611720"/>
                  </a:lnTo>
                  <a:lnTo>
                    <a:pt x="2240711" y="613587"/>
                  </a:lnTo>
                  <a:lnTo>
                    <a:pt x="2241829" y="614045"/>
                  </a:lnTo>
                  <a:lnTo>
                    <a:pt x="2244458" y="614045"/>
                  </a:lnTo>
                  <a:lnTo>
                    <a:pt x="2245576" y="613587"/>
                  </a:lnTo>
                  <a:lnTo>
                    <a:pt x="2247442" y="611720"/>
                  </a:lnTo>
                  <a:lnTo>
                    <a:pt x="2247900" y="610603"/>
                  </a:lnTo>
                  <a:lnTo>
                    <a:pt x="2247900" y="607974"/>
                  </a:lnTo>
                  <a:close/>
                </a:path>
                <a:path w="9153525" h="1219200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9153525" h="1219200">
                  <a:moveTo>
                    <a:pt x="2295525" y="1212494"/>
                  </a:moveTo>
                  <a:lnTo>
                    <a:pt x="2295067" y="1211376"/>
                  </a:lnTo>
                  <a:lnTo>
                    <a:pt x="2293201" y="1209509"/>
                  </a:lnTo>
                  <a:lnTo>
                    <a:pt x="2292083" y="1209052"/>
                  </a:lnTo>
                  <a:lnTo>
                    <a:pt x="2289454" y="1209052"/>
                  </a:lnTo>
                  <a:lnTo>
                    <a:pt x="2288336" y="1209509"/>
                  </a:lnTo>
                  <a:lnTo>
                    <a:pt x="2286470" y="1211376"/>
                  </a:lnTo>
                  <a:lnTo>
                    <a:pt x="2286000" y="1212494"/>
                  </a:lnTo>
                  <a:lnTo>
                    <a:pt x="2286000" y="1215123"/>
                  </a:lnTo>
                  <a:lnTo>
                    <a:pt x="2286470" y="1216240"/>
                  </a:lnTo>
                  <a:lnTo>
                    <a:pt x="2288336" y="1218107"/>
                  </a:lnTo>
                  <a:lnTo>
                    <a:pt x="2289454" y="1218577"/>
                  </a:lnTo>
                  <a:lnTo>
                    <a:pt x="2292083" y="1218577"/>
                  </a:lnTo>
                  <a:lnTo>
                    <a:pt x="2293201" y="1218107"/>
                  </a:lnTo>
                  <a:lnTo>
                    <a:pt x="2295067" y="1216240"/>
                  </a:lnTo>
                  <a:lnTo>
                    <a:pt x="2295525" y="1215123"/>
                  </a:lnTo>
                  <a:lnTo>
                    <a:pt x="2295525" y="1212494"/>
                  </a:lnTo>
                  <a:close/>
                </a:path>
                <a:path w="9153525" h="1219200">
                  <a:moveTo>
                    <a:pt x="2295525" y="607974"/>
                  </a:moveTo>
                  <a:lnTo>
                    <a:pt x="2295067" y="606856"/>
                  </a:lnTo>
                  <a:lnTo>
                    <a:pt x="2293201" y="604989"/>
                  </a:lnTo>
                  <a:lnTo>
                    <a:pt x="2292083" y="604520"/>
                  </a:lnTo>
                  <a:lnTo>
                    <a:pt x="2289454" y="604520"/>
                  </a:lnTo>
                  <a:lnTo>
                    <a:pt x="2288336" y="604989"/>
                  </a:lnTo>
                  <a:lnTo>
                    <a:pt x="2286470" y="606856"/>
                  </a:lnTo>
                  <a:lnTo>
                    <a:pt x="2286000" y="607974"/>
                  </a:lnTo>
                  <a:lnTo>
                    <a:pt x="2286000" y="610603"/>
                  </a:lnTo>
                  <a:lnTo>
                    <a:pt x="2286470" y="611720"/>
                  </a:lnTo>
                  <a:lnTo>
                    <a:pt x="2288336" y="613587"/>
                  </a:lnTo>
                  <a:lnTo>
                    <a:pt x="2289454" y="614045"/>
                  </a:lnTo>
                  <a:lnTo>
                    <a:pt x="2292083" y="614045"/>
                  </a:lnTo>
                  <a:lnTo>
                    <a:pt x="2293201" y="613587"/>
                  </a:lnTo>
                  <a:lnTo>
                    <a:pt x="2295067" y="611720"/>
                  </a:lnTo>
                  <a:lnTo>
                    <a:pt x="2295525" y="610603"/>
                  </a:lnTo>
                  <a:lnTo>
                    <a:pt x="2295525" y="607974"/>
                  </a:lnTo>
                  <a:close/>
                </a:path>
                <a:path w="9153525" h="1219200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9153525" h="1219200">
                  <a:moveTo>
                    <a:pt x="2343150" y="1212494"/>
                  </a:moveTo>
                  <a:lnTo>
                    <a:pt x="2342692" y="1211376"/>
                  </a:lnTo>
                  <a:lnTo>
                    <a:pt x="2340826" y="1209509"/>
                  </a:lnTo>
                  <a:lnTo>
                    <a:pt x="2339708" y="1209052"/>
                  </a:lnTo>
                  <a:lnTo>
                    <a:pt x="2337079" y="1209052"/>
                  </a:lnTo>
                  <a:lnTo>
                    <a:pt x="2335961" y="1209509"/>
                  </a:lnTo>
                  <a:lnTo>
                    <a:pt x="2334095" y="1211376"/>
                  </a:lnTo>
                  <a:lnTo>
                    <a:pt x="2333625" y="1212494"/>
                  </a:lnTo>
                  <a:lnTo>
                    <a:pt x="2333625" y="1215123"/>
                  </a:lnTo>
                  <a:lnTo>
                    <a:pt x="2334095" y="1216240"/>
                  </a:lnTo>
                  <a:lnTo>
                    <a:pt x="2335961" y="1218107"/>
                  </a:lnTo>
                  <a:lnTo>
                    <a:pt x="2337079" y="1218577"/>
                  </a:lnTo>
                  <a:lnTo>
                    <a:pt x="2339708" y="1218577"/>
                  </a:lnTo>
                  <a:lnTo>
                    <a:pt x="2340826" y="1218107"/>
                  </a:lnTo>
                  <a:lnTo>
                    <a:pt x="2342692" y="1216240"/>
                  </a:lnTo>
                  <a:lnTo>
                    <a:pt x="2343150" y="1215123"/>
                  </a:lnTo>
                  <a:lnTo>
                    <a:pt x="2343150" y="1212494"/>
                  </a:lnTo>
                  <a:close/>
                </a:path>
                <a:path w="9153525" h="1219200">
                  <a:moveTo>
                    <a:pt x="2343150" y="607974"/>
                  </a:moveTo>
                  <a:lnTo>
                    <a:pt x="2342692" y="606856"/>
                  </a:lnTo>
                  <a:lnTo>
                    <a:pt x="2340826" y="604989"/>
                  </a:lnTo>
                  <a:lnTo>
                    <a:pt x="2339708" y="604520"/>
                  </a:lnTo>
                  <a:lnTo>
                    <a:pt x="2337079" y="604520"/>
                  </a:lnTo>
                  <a:lnTo>
                    <a:pt x="2335961" y="604989"/>
                  </a:lnTo>
                  <a:lnTo>
                    <a:pt x="2334095" y="606856"/>
                  </a:lnTo>
                  <a:lnTo>
                    <a:pt x="2333625" y="607974"/>
                  </a:lnTo>
                  <a:lnTo>
                    <a:pt x="2333625" y="610603"/>
                  </a:lnTo>
                  <a:lnTo>
                    <a:pt x="2334095" y="611720"/>
                  </a:lnTo>
                  <a:lnTo>
                    <a:pt x="2335961" y="613587"/>
                  </a:lnTo>
                  <a:lnTo>
                    <a:pt x="2337079" y="614045"/>
                  </a:lnTo>
                  <a:lnTo>
                    <a:pt x="2339708" y="614045"/>
                  </a:lnTo>
                  <a:lnTo>
                    <a:pt x="2340826" y="613587"/>
                  </a:lnTo>
                  <a:lnTo>
                    <a:pt x="2342692" y="611720"/>
                  </a:lnTo>
                  <a:lnTo>
                    <a:pt x="2343150" y="610603"/>
                  </a:lnTo>
                  <a:lnTo>
                    <a:pt x="2343150" y="607974"/>
                  </a:lnTo>
                  <a:close/>
                </a:path>
                <a:path w="9153525" h="1219200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9153525" h="1219200">
                  <a:moveTo>
                    <a:pt x="2390775" y="1212494"/>
                  </a:moveTo>
                  <a:lnTo>
                    <a:pt x="2390317" y="1211376"/>
                  </a:lnTo>
                  <a:lnTo>
                    <a:pt x="2388451" y="1209509"/>
                  </a:lnTo>
                  <a:lnTo>
                    <a:pt x="2387333" y="1209052"/>
                  </a:lnTo>
                  <a:lnTo>
                    <a:pt x="2384704" y="1209052"/>
                  </a:lnTo>
                  <a:lnTo>
                    <a:pt x="2383586" y="1209509"/>
                  </a:lnTo>
                  <a:lnTo>
                    <a:pt x="2381720" y="1211376"/>
                  </a:lnTo>
                  <a:lnTo>
                    <a:pt x="2381250" y="1212494"/>
                  </a:lnTo>
                  <a:lnTo>
                    <a:pt x="2381250" y="1215123"/>
                  </a:lnTo>
                  <a:lnTo>
                    <a:pt x="2381720" y="1216240"/>
                  </a:lnTo>
                  <a:lnTo>
                    <a:pt x="2383586" y="1218107"/>
                  </a:lnTo>
                  <a:lnTo>
                    <a:pt x="2384704" y="1218577"/>
                  </a:lnTo>
                  <a:lnTo>
                    <a:pt x="2387333" y="1218577"/>
                  </a:lnTo>
                  <a:lnTo>
                    <a:pt x="2388451" y="1218107"/>
                  </a:lnTo>
                  <a:lnTo>
                    <a:pt x="2390317" y="1216240"/>
                  </a:lnTo>
                  <a:lnTo>
                    <a:pt x="2390775" y="1215123"/>
                  </a:lnTo>
                  <a:lnTo>
                    <a:pt x="2390775" y="1212494"/>
                  </a:lnTo>
                  <a:close/>
                </a:path>
                <a:path w="9153525" h="1219200">
                  <a:moveTo>
                    <a:pt x="2390775" y="607974"/>
                  </a:moveTo>
                  <a:lnTo>
                    <a:pt x="2390317" y="606856"/>
                  </a:lnTo>
                  <a:lnTo>
                    <a:pt x="2388451" y="604989"/>
                  </a:lnTo>
                  <a:lnTo>
                    <a:pt x="2387333" y="604520"/>
                  </a:lnTo>
                  <a:lnTo>
                    <a:pt x="2384704" y="604520"/>
                  </a:lnTo>
                  <a:lnTo>
                    <a:pt x="2383586" y="604989"/>
                  </a:lnTo>
                  <a:lnTo>
                    <a:pt x="2381720" y="606856"/>
                  </a:lnTo>
                  <a:lnTo>
                    <a:pt x="2381250" y="607974"/>
                  </a:lnTo>
                  <a:lnTo>
                    <a:pt x="2381250" y="610603"/>
                  </a:lnTo>
                  <a:lnTo>
                    <a:pt x="2381720" y="611720"/>
                  </a:lnTo>
                  <a:lnTo>
                    <a:pt x="2383586" y="613587"/>
                  </a:lnTo>
                  <a:lnTo>
                    <a:pt x="2384704" y="614045"/>
                  </a:lnTo>
                  <a:lnTo>
                    <a:pt x="2387333" y="614045"/>
                  </a:lnTo>
                  <a:lnTo>
                    <a:pt x="2388451" y="613587"/>
                  </a:lnTo>
                  <a:lnTo>
                    <a:pt x="2390317" y="611720"/>
                  </a:lnTo>
                  <a:lnTo>
                    <a:pt x="2390775" y="610603"/>
                  </a:lnTo>
                  <a:lnTo>
                    <a:pt x="2390775" y="607974"/>
                  </a:lnTo>
                  <a:close/>
                </a:path>
                <a:path w="9153525" h="1219200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9153525" h="1219200">
                  <a:moveTo>
                    <a:pt x="2438400" y="1212494"/>
                  </a:moveTo>
                  <a:lnTo>
                    <a:pt x="2437942" y="1211376"/>
                  </a:lnTo>
                  <a:lnTo>
                    <a:pt x="2436076" y="1209509"/>
                  </a:lnTo>
                  <a:lnTo>
                    <a:pt x="2434958" y="1209052"/>
                  </a:lnTo>
                  <a:lnTo>
                    <a:pt x="2432329" y="1209052"/>
                  </a:lnTo>
                  <a:lnTo>
                    <a:pt x="2431211" y="1209509"/>
                  </a:lnTo>
                  <a:lnTo>
                    <a:pt x="2429345" y="1211376"/>
                  </a:lnTo>
                  <a:lnTo>
                    <a:pt x="2428875" y="1212494"/>
                  </a:lnTo>
                  <a:lnTo>
                    <a:pt x="2428875" y="1215123"/>
                  </a:lnTo>
                  <a:lnTo>
                    <a:pt x="2429345" y="1216240"/>
                  </a:lnTo>
                  <a:lnTo>
                    <a:pt x="2431211" y="1218107"/>
                  </a:lnTo>
                  <a:lnTo>
                    <a:pt x="2432329" y="1218577"/>
                  </a:lnTo>
                  <a:lnTo>
                    <a:pt x="2434958" y="1218577"/>
                  </a:lnTo>
                  <a:lnTo>
                    <a:pt x="2436076" y="1218107"/>
                  </a:lnTo>
                  <a:lnTo>
                    <a:pt x="2437942" y="1216240"/>
                  </a:lnTo>
                  <a:lnTo>
                    <a:pt x="2438400" y="1215123"/>
                  </a:lnTo>
                  <a:lnTo>
                    <a:pt x="2438400" y="1212494"/>
                  </a:lnTo>
                  <a:close/>
                </a:path>
                <a:path w="9153525" h="1219200">
                  <a:moveTo>
                    <a:pt x="2438400" y="607974"/>
                  </a:moveTo>
                  <a:lnTo>
                    <a:pt x="2437942" y="606856"/>
                  </a:lnTo>
                  <a:lnTo>
                    <a:pt x="2436076" y="604989"/>
                  </a:lnTo>
                  <a:lnTo>
                    <a:pt x="2434958" y="604520"/>
                  </a:lnTo>
                  <a:lnTo>
                    <a:pt x="2432329" y="604520"/>
                  </a:lnTo>
                  <a:lnTo>
                    <a:pt x="2431211" y="604989"/>
                  </a:lnTo>
                  <a:lnTo>
                    <a:pt x="2429345" y="606856"/>
                  </a:lnTo>
                  <a:lnTo>
                    <a:pt x="2428875" y="607974"/>
                  </a:lnTo>
                  <a:lnTo>
                    <a:pt x="2428875" y="610603"/>
                  </a:lnTo>
                  <a:lnTo>
                    <a:pt x="2429345" y="611720"/>
                  </a:lnTo>
                  <a:lnTo>
                    <a:pt x="2431211" y="613587"/>
                  </a:lnTo>
                  <a:lnTo>
                    <a:pt x="2432329" y="614045"/>
                  </a:lnTo>
                  <a:lnTo>
                    <a:pt x="2434958" y="614045"/>
                  </a:lnTo>
                  <a:lnTo>
                    <a:pt x="2436076" y="613587"/>
                  </a:lnTo>
                  <a:lnTo>
                    <a:pt x="2437942" y="611720"/>
                  </a:lnTo>
                  <a:lnTo>
                    <a:pt x="2438400" y="610603"/>
                  </a:lnTo>
                  <a:lnTo>
                    <a:pt x="2438400" y="607974"/>
                  </a:lnTo>
                  <a:close/>
                </a:path>
                <a:path w="9153525" h="1219200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9153525" h="1219200">
                  <a:moveTo>
                    <a:pt x="2486025" y="1212494"/>
                  </a:moveTo>
                  <a:lnTo>
                    <a:pt x="2485567" y="1211376"/>
                  </a:lnTo>
                  <a:lnTo>
                    <a:pt x="2483701" y="1209509"/>
                  </a:lnTo>
                  <a:lnTo>
                    <a:pt x="2482583" y="1209052"/>
                  </a:lnTo>
                  <a:lnTo>
                    <a:pt x="2479954" y="1209052"/>
                  </a:lnTo>
                  <a:lnTo>
                    <a:pt x="2478836" y="1209509"/>
                  </a:lnTo>
                  <a:lnTo>
                    <a:pt x="2476970" y="1211376"/>
                  </a:lnTo>
                  <a:lnTo>
                    <a:pt x="2476500" y="1212494"/>
                  </a:lnTo>
                  <a:lnTo>
                    <a:pt x="2476500" y="1215123"/>
                  </a:lnTo>
                  <a:lnTo>
                    <a:pt x="2476970" y="1216240"/>
                  </a:lnTo>
                  <a:lnTo>
                    <a:pt x="2478836" y="1218107"/>
                  </a:lnTo>
                  <a:lnTo>
                    <a:pt x="2479954" y="1218577"/>
                  </a:lnTo>
                  <a:lnTo>
                    <a:pt x="2482583" y="1218577"/>
                  </a:lnTo>
                  <a:lnTo>
                    <a:pt x="2483701" y="1218107"/>
                  </a:lnTo>
                  <a:lnTo>
                    <a:pt x="2485567" y="1216240"/>
                  </a:lnTo>
                  <a:lnTo>
                    <a:pt x="2486025" y="1215123"/>
                  </a:lnTo>
                  <a:lnTo>
                    <a:pt x="2486025" y="1212494"/>
                  </a:lnTo>
                  <a:close/>
                </a:path>
                <a:path w="9153525" h="1219200">
                  <a:moveTo>
                    <a:pt x="2486025" y="607974"/>
                  </a:moveTo>
                  <a:lnTo>
                    <a:pt x="2485567" y="606856"/>
                  </a:lnTo>
                  <a:lnTo>
                    <a:pt x="2483701" y="604989"/>
                  </a:lnTo>
                  <a:lnTo>
                    <a:pt x="2482583" y="604520"/>
                  </a:lnTo>
                  <a:lnTo>
                    <a:pt x="2479954" y="604520"/>
                  </a:lnTo>
                  <a:lnTo>
                    <a:pt x="2478836" y="604989"/>
                  </a:lnTo>
                  <a:lnTo>
                    <a:pt x="2476970" y="606856"/>
                  </a:lnTo>
                  <a:lnTo>
                    <a:pt x="2476500" y="607974"/>
                  </a:lnTo>
                  <a:lnTo>
                    <a:pt x="2476500" y="610603"/>
                  </a:lnTo>
                  <a:lnTo>
                    <a:pt x="2476970" y="611720"/>
                  </a:lnTo>
                  <a:lnTo>
                    <a:pt x="2478836" y="613587"/>
                  </a:lnTo>
                  <a:lnTo>
                    <a:pt x="2479954" y="614045"/>
                  </a:lnTo>
                  <a:lnTo>
                    <a:pt x="2482583" y="614045"/>
                  </a:lnTo>
                  <a:lnTo>
                    <a:pt x="2483701" y="613587"/>
                  </a:lnTo>
                  <a:lnTo>
                    <a:pt x="2485567" y="611720"/>
                  </a:lnTo>
                  <a:lnTo>
                    <a:pt x="2486025" y="610603"/>
                  </a:lnTo>
                  <a:lnTo>
                    <a:pt x="2486025" y="607974"/>
                  </a:lnTo>
                  <a:close/>
                </a:path>
                <a:path w="9153525" h="1219200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9153525" h="1219200">
                  <a:moveTo>
                    <a:pt x="2533650" y="1212494"/>
                  </a:moveTo>
                  <a:lnTo>
                    <a:pt x="2533192" y="1211376"/>
                  </a:lnTo>
                  <a:lnTo>
                    <a:pt x="2531326" y="1209509"/>
                  </a:lnTo>
                  <a:lnTo>
                    <a:pt x="2530208" y="1209052"/>
                  </a:lnTo>
                  <a:lnTo>
                    <a:pt x="2527579" y="1209052"/>
                  </a:lnTo>
                  <a:lnTo>
                    <a:pt x="2526461" y="1209509"/>
                  </a:lnTo>
                  <a:lnTo>
                    <a:pt x="2524595" y="1211376"/>
                  </a:lnTo>
                  <a:lnTo>
                    <a:pt x="2524125" y="1212494"/>
                  </a:lnTo>
                  <a:lnTo>
                    <a:pt x="2524125" y="1215123"/>
                  </a:lnTo>
                  <a:lnTo>
                    <a:pt x="2524595" y="1216240"/>
                  </a:lnTo>
                  <a:lnTo>
                    <a:pt x="2526461" y="1218107"/>
                  </a:lnTo>
                  <a:lnTo>
                    <a:pt x="2527579" y="1218577"/>
                  </a:lnTo>
                  <a:lnTo>
                    <a:pt x="2530208" y="1218577"/>
                  </a:lnTo>
                  <a:lnTo>
                    <a:pt x="2531326" y="1218107"/>
                  </a:lnTo>
                  <a:lnTo>
                    <a:pt x="2533192" y="1216240"/>
                  </a:lnTo>
                  <a:lnTo>
                    <a:pt x="2533650" y="1215123"/>
                  </a:lnTo>
                  <a:lnTo>
                    <a:pt x="2533650" y="1212494"/>
                  </a:lnTo>
                  <a:close/>
                </a:path>
                <a:path w="9153525" h="1219200">
                  <a:moveTo>
                    <a:pt x="2533650" y="607974"/>
                  </a:moveTo>
                  <a:lnTo>
                    <a:pt x="2533192" y="606856"/>
                  </a:lnTo>
                  <a:lnTo>
                    <a:pt x="2531326" y="604989"/>
                  </a:lnTo>
                  <a:lnTo>
                    <a:pt x="2530208" y="604520"/>
                  </a:lnTo>
                  <a:lnTo>
                    <a:pt x="2527579" y="604520"/>
                  </a:lnTo>
                  <a:lnTo>
                    <a:pt x="2526461" y="604989"/>
                  </a:lnTo>
                  <a:lnTo>
                    <a:pt x="2524595" y="606856"/>
                  </a:lnTo>
                  <a:lnTo>
                    <a:pt x="2524125" y="607974"/>
                  </a:lnTo>
                  <a:lnTo>
                    <a:pt x="2524125" y="610603"/>
                  </a:lnTo>
                  <a:lnTo>
                    <a:pt x="2524595" y="611720"/>
                  </a:lnTo>
                  <a:lnTo>
                    <a:pt x="2526461" y="613587"/>
                  </a:lnTo>
                  <a:lnTo>
                    <a:pt x="2527579" y="614045"/>
                  </a:lnTo>
                  <a:lnTo>
                    <a:pt x="2530208" y="614045"/>
                  </a:lnTo>
                  <a:lnTo>
                    <a:pt x="2531326" y="613587"/>
                  </a:lnTo>
                  <a:lnTo>
                    <a:pt x="2533192" y="611720"/>
                  </a:lnTo>
                  <a:lnTo>
                    <a:pt x="2533650" y="610603"/>
                  </a:lnTo>
                  <a:lnTo>
                    <a:pt x="2533650" y="607974"/>
                  </a:lnTo>
                  <a:close/>
                </a:path>
                <a:path w="9153525" h="1219200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9153525" h="1219200">
                  <a:moveTo>
                    <a:pt x="2581275" y="1212494"/>
                  </a:moveTo>
                  <a:lnTo>
                    <a:pt x="2580817" y="1211376"/>
                  </a:lnTo>
                  <a:lnTo>
                    <a:pt x="2578951" y="1209509"/>
                  </a:lnTo>
                  <a:lnTo>
                    <a:pt x="2577833" y="1209052"/>
                  </a:lnTo>
                  <a:lnTo>
                    <a:pt x="2575204" y="1209052"/>
                  </a:lnTo>
                  <a:lnTo>
                    <a:pt x="2574086" y="1209509"/>
                  </a:lnTo>
                  <a:lnTo>
                    <a:pt x="2572220" y="1211376"/>
                  </a:lnTo>
                  <a:lnTo>
                    <a:pt x="2571750" y="1212494"/>
                  </a:lnTo>
                  <a:lnTo>
                    <a:pt x="2571750" y="1215123"/>
                  </a:lnTo>
                  <a:lnTo>
                    <a:pt x="2572220" y="1216240"/>
                  </a:lnTo>
                  <a:lnTo>
                    <a:pt x="2574086" y="1218107"/>
                  </a:lnTo>
                  <a:lnTo>
                    <a:pt x="2575204" y="1218577"/>
                  </a:lnTo>
                  <a:lnTo>
                    <a:pt x="2577833" y="1218577"/>
                  </a:lnTo>
                  <a:lnTo>
                    <a:pt x="2578951" y="1218107"/>
                  </a:lnTo>
                  <a:lnTo>
                    <a:pt x="2580817" y="1216240"/>
                  </a:lnTo>
                  <a:lnTo>
                    <a:pt x="2581275" y="1215123"/>
                  </a:lnTo>
                  <a:lnTo>
                    <a:pt x="2581275" y="1212494"/>
                  </a:lnTo>
                  <a:close/>
                </a:path>
                <a:path w="9153525" h="1219200">
                  <a:moveTo>
                    <a:pt x="2581275" y="607974"/>
                  </a:moveTo>
                  <a:lnTo>
                    <a:pt x="2580817" y="606856"/>
                  </a:lnTo>
                  <a:lnTo>
                    <a:pt x="2578951" y="604989"/>
                  </a:lnTo>
                  <a:lnTo>
                    <a:pt x="2577833" y="604520"/>
                  </a:lnTo>
                  <a:lnTo>
                    <a:pt x="2575204" y="604520"/>
                  </a:lnTo>
                  <a:lnTo>
                    <a:pt x="2574086" y="604989"/>
                  </a:lnTo>
                  <a:lnTo>
                    <a:pt x="2572220" y="606856"/>
                  </a:lnTo>
                  <a:lnTo>
                    <a:pt x="2571750" y="607974"/>
                  </a:lnTo>
                  <a:lnTo>
                    <a:pt x="2571750" y="610603"/>
                  </a:lnTo>
                  <a:lnTo>
                    <a:pt x="2572220" y="611720"/>
                  </a:lnTo>
                  <a:lnTo>
                    <a:pt x="2574086" y="613587"/>
                  </a:lnTo>
                  <a:lnTo>
                    <a:pt x="2575204" y="614045"/>
                  </a:lnTo>
                  <a:lnTo>
                    <a:pt x="2577833" y="614045"/>
                  </a:lnTo>
                  <a:lnTo>
                    <a:pt x="2578951" y="613587"/>
                  </a:lnTo>
                  <a:lnTo>
                    <a:pt x="2580817" y="611720"/>
                  </a:lnTo>
                  <a:lnTo>
                    <a:pt x="2581275" y="610603"/>
                  </a:lnTo>
                  <a:lnTo>
                    <a:pt x="2581275" y="607974"/>
                  </a:lnTo>
                  <a:close/>
                </a:path>
                <a:path w="9153525" h="1219200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9153525" h="1219200">
                  <a:moveTo>
                    <a:pt x="2628900" y="1212494"/>
                  </a:moveTo>
                  <a:lnTo>
                    <a:pt x="2628442" y="1211376"/>
                  </a:lnTo>
                  <a:lnTo>
                    <a:pt x="2626576" y="1209509"/>
                  </a:lnTo>
                  <a:lnTo>
                    <a:pt x="2625458" y="1209052"/>
                  </a:lnTo>
                  <a:lnTo>
                    <a:pt x="2622829" y="1209052"/>
                  </a:lnTo>
                  <a:lnTo>
                    <a:pt x="2621711" y="1209509"/>
                  </a:lnTo>
                  <a:lnTo>
                    <a:pt x="2619845" y="1211376"/>
                  </a:lnTo>
                  <a:lnTo>
                    <a:pt x="2619375" y="1212494"/>
                  </a:lnTo>
                  <a:lnTo>
                    <a:pt x="2619375" y="1215123"/>
                  </a:lnTo>
                  <a:lnTo>
                    <a:pt x="2619845" y="1216240"/>
                  </a:lnTo>
                  <a:lnTo>
                    <a:pt x="2621711" y="1218107"/>
                  </a:lnTo>
                  <a:lnTo>
                    <a:pt x="2622829" y="1218577"/>
                  </a:lnTo>
                  <a:lnTo>
                    <a:pt x="2625458" y="1218577"/>
                  </a:lnTo>
                  <a:lnTo>
                    <a:pt x="2626576" y="1218107"/>
                  </a:lnTo>
                  <a:lnTo>
                    <a:pt x="2628442" y="1216240"/>
                  </a:lnTo>
                  <a:lnTo>
                    <a:pt x="2628900" y="1215123"/>
                  </a:lnTo>
                  <a:lnTo>
                    <a:pt x="2628900" y="1212494"/>
                  </a:lnTo>
                  <a:close/>
                </a:path>
                <a:path w="9153525" h="1219200">
                  <a:moveTo>
                    <a:pt x="2628900" y="607974"/>
                  </a:moveTo>
                  <a:lnTo>
                    <a:pt x="2628442" y="606856"/>
                  </a:lnTo>
                  <a:lnTo>
                    <a:pt x="2626576" y="604989"/>
                  </a:lnTo>
                  <a:lnTo>
                    <a:pt x="2625458" y="604520"/>
                  </a:lnTo>
                  <a:lnTo>
                    <a:pt x="2622829" y="604520"/>
                  </a:lnTo>
                  <a:lnTo>
                    <a:pt x="2621711" y="604989"/>
                  </a:lnTo>
                  <a:lnTo>
                    <a:pt x="2619845" y="606856"/>
                  </a:lnTo>
                  <a:lnTo>
                    <a:pt x="2619375" y="607974"/>
                  </a:lnTo>
                  <a:lnTo>
                    <a:pt x="2619375" y="610603"/>
                  </a:lnTo>
                  <a:lnTo>
                    <a:pt x="2619845" y="611720"/>
                  </a:lnTo>
                  <a:lnTo>
                    <a:pt x="2621711" y="613587"/>
                  </a:lnTo>
                  <a:lnTo>
                    <a:pt x="2622829" y="614045"/>
                  </a:lnTo>
                  <a:lnTo>
                    <a:pt x="2625458" y="614045"/>
                  </a:lnTo>
                  <a:lnTo>
                    <a:pt x="2626576" y="613587"/>
                  </a:lnTo>
                  <a:lnTo>
                    <a:pt x="2628442" y="611720"/>
                  </a:lnTo>
                  <a:lnTo>
                    <a:pt x="2628900" y="610603"/>
                  </a:lnTo>
                  <a:lnTo>
                    <a:pt x="2628900" y="607974"/>
                  </a:lnTo>
                  <a:close/>
                </a:path>
                <a:path w="9153525" h="1219200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9153525" h="1219200">
                  <a:moveTo>
                    <a:pt x="2676525" y="1212494"/>
                  </a:moveTo>
                  <a:lnTo>
                    <a:pt x="2676067" y="1211376"/>
                  </a:lnTo>
                  <a:lnTo>
                    <a:pt x="2674201" y="1209509"/>
                  </a:lnTo>
                  <a:lnTo>
                    <a:pt x="2673083" y="1209052"/>
                  </a:lnTo>
                  <a:lnTo>
                    <a:pt x="2670454" y="1209052"/>
                  </a:lnTo>
                  <a:lnTo>
                    <a:pt x="2669336" y="1209509"/>
                  </a:lnTo>
                  <a:lnTo>
                    <a:pt x="2667470" y="1211376"/>
                  </a:lnTo>
                  <a:lnTo>
                    <a:pt x="2667000" y="1212494"/>
                  </a:lnTo>
                  <a:lnTo>
                    <a:pt x="2667000" y="1215123"/>
                  </a:lnTo>
                  <a:lnTo>
                    <a:pt x="2667470" y="1216240"/>
                  </a:lnTo>
                  <a:lnTo>
                    <a:pt x="2669336" y="1218107"/>
                  </a:lnTo>
                  <a:lnTo>
                    <a:pt x="2670454" y="1218577"/>
                  </a:lnTo>
                  <a:lnTo>
                    <a:pt x="2673083" y="1218577"/>
                  </a:lnTo>
                  <a:lnTo>
                    <a:pt x="2674201" y="1218107"/>
                  </a:lnTo>
                  <a:lnTo>
                    <a:pt x="2676067" y="1216240"/>
                  </a:lnTo>
                  <a:lnTo>
                    <a:pt x="2676525" y="1215123"/>
                  </a:lnTo>
                  <a:lnTo>
                    <a:pt x="2676525" y="1212494"/>
                  </a:lnTo>
                  <a:close/>
                </a:path>
                <a:path w="9153525" h="1219200">
                  <a:moveTo>
                    <a:pt x="2676525" y="607974"/>
                  </a:moveTo>
                  <a:lnTo>
                    <a:pt x="2676067" y="606856"/>
                  </a:lnTo>
                  <a:lnTo>
                    <a:pt x="2674201" y="604989"/>
                  </a:lnTo>
                  <a:lnTo>
                    <a:pt x="2673083" y="604520"/>
                  </a:lnTo>
                  <a:lnTo>
                    <a:pt x="2670454" y="604520"/>
                  </a:lnTo>
                  <a:lnTo>
                    <a:pt x="2669336" y="604989"/>
                  </a:lnTo>
                  <a:lnTo>
                    <a:pt x="2667470" y="606856"/>
                  </a:lnTo>
                  <a:lnTo>
                    <a:pt x="2667000" y="607974"/>
                  </a:lnTo>
                  <a:lnTo>
                    <a:pt x="2667000" y="610603"/>
                  </a:lnTo>
                  <a:lnTo>
                    <a:pt x="2667470" y="611720"/>
                  </a:lnTo>
                  <a:lnTo>
                    <a:pt x="2669336" y="613587"/>
                  </a:lnTo>
                  <a:lnTo>
                    <a:pt x="2670454" y="614045"/>
                  </a:lnTo>
                  <a:lnTo>
                    <a:pt x="2673083" y="614045"/>
                  </a:lnTo>
                  <a:lnTo>
                    <a:pt x="2674201" y="613587"/>
                  </a:lnTo>
                  <a:lnTo>
                    <a:pt x="2676067" y="611720"/>
                  </a:lnTo>
                  <a:lnTo>
                    <a:pt x="2676525" y="610603"/>
                  </a:lnTo>
                  <a:lnTo>
                    <a:pt x="2676525" y="607974"/>
                  </a:lnTo>
                  <a:close/>
                </a:path>
                <a:path w="9153525" h="1219200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9153525" h="1219200">
                  <a:moveTo>
                    <a:pt x="2724150" y="1212494"/>
                  </a:moveTo>
                  <a:lnTo>
                    <a:pt x="2723692" y="1211376"/>
                  </a:lnTo>
                  <a:lnTo>
                    <a:pt x="2721826" y="1209509"/>
                  </a:lnTo>
                  <a:lnTo>
                    <a:pt x="2720708" y="1209052"/>
                  </a:lnTo>
                  <a:lnTo>
                    <a:pt x="2718079" y="1209052"/>
                  </a:lnTo>
                  <a:lnTo>
                    <a:pt x="2716961" y="1209509"/>
                  </a:lnTo>
                  <a:lnTo>
                    <a:pt x="2715095" y="1211376"/>
                  </a:lnTo>
                  <a:lnTo>
                    <a:pt x="2714625" y="1212494"/>
                  </a:lnTo>
                  <a:lnTo>
                    <a:pt x="2714625" y="1215123"/>
                  </a:lnTo>
                  <a:lnTo>
                    <a:pt x="2715095" y="1216240"/>
                  </a:lnTo>
                  <a:lnTo>
                    <a:pt x="2716961" y="1218107"/>
                  </a:lnTo>
                  <a:lnTo>
                    <a:pt x="2718079" y="1218577"/>
                  </a:lnTo>
                  <a:lnTo>
                    <a:pt x="2720708" y="1218577"/>
                  </a:lnTo>
                  <a:lnTo>
                    <a:pt x="2721826" y="1218107"/>
                  </a:lnTo>
                  <a:lnTo>
                    <a:pt x="2723692" y="1216240"/>
                  </a:lnTo>
                  <a:lnTo>
                    <a:pt x="2724150" y="1215123"/>
                  </a:lnTo>
                  <a:lnTo>
                    <a:pt x="2724150" y="1212494"/>
                  </a:lnTo>
                  <a:close/>
                </a:path>
                <a:path w="9153525" h="1219200">
                  <a:moveTo>
                    <a:pt x="2724150" y="607974"/>
                  </a:moveTo>
                  <a:lnTo>
                    <a:pt x="2723692" y="606856"/>
                  </a:lnTo>
                  <a:lnTo>
                    <a:pt x="2721826" y="604989"/>
                  </a:lnTo>
                  <a:lnTo>
                    <a:pt x="2720708" y="604520"/>
                  </a:lnTo>
                  <a:lnTo>
                    <a:pt x="2718079" y="604520"/>
                  </a:lnTo>
                  <a:lnTo>
                    <a:pt x="2716961" y="604989"/>
                  </a:lnTo>
                  <a:lnTo>
                    <a:pt x="2715095" y="606856"/>
                  </a:lnTo>
                  <a:lnTo>
                    <a:pt x="2714625" y="607974"/>
                  </a:lnTo>
                  <a:lnTo>
                    <a:pt x="2714625" y="610603"/>
                  </a:lnTo>
                  <a:lnTo>
                    <a:pt x="2715095" y="611720"/>
                  </a:lnTo>
                  <a:lnTo>
                    <a:pt x="2716961" y="613587"/>
                  </a:lnTo>
                  <a:lnTo>
                    <a:pt x="2718079" y="614045"/>
                  </a:lnTo>
                  <a:lnTo>
                    <a:pt x="2720708" y="614045"/>
                  </a:lnTo>
                  <a:lnTo>
                    <a:pt x="2721826" y="613587"/>
                  </a:lnTo>
                  <a:lnTo>
                    <a:pt x="2723692" y="611720"/>
                  </a:lnTo>
                  <a:lnTo>
                    <a:pt x="2724150" y="610603"/>
                  </a:lnTo>
                  <a:lnTo>
                    <a:pt x="2724150" y="607974"/>
                  </a:lnTo>
                  <a:close/>
                </a:path>
                <a:path w="9153525" h="1219200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9153525" h="1219200">
                  <a:moveTo>
                    <a:pt x="2771775" y="1212494"/>
                  </a:moveTo>
                  <a:lnTo>
                    <a:pt x="2771317" y="1211376"/>
                  </a:lnTo>
                  <a:lnTo>
                    <a:pt x="2769451" y="1209509"/>
                  </a:lnTo>
                  <a:lnTo>
                    <a:pt x="2768333" y="1209052"/>
                  </a:lnTo>
                  <a:lnTo>
                    <a:pt x="2765704" y="1209052"/>
                  </a:lnTo>
                  <a:lnTo>
                    <a:pt x="2764586" y="1209509"/>
                  </a:lnTo>
                  <a:lnTo>
                    <a:pt x="2762720" y="1211376"/>
                  </a:lnTo>
                  <a:lnTo>
                    <a:pt x="2762250" y="1212494"/>
                  </a:lnTo>
                  <a:lnTo>
                    <a:pt x="2762250" y="1215123"/>
                  </a:lnTo>
                  <a:lnTo>
                    <a:pt x="2762720" y="1216240"/>
                  </a:lnTo>
                  <a:lnTo>
                    <a:pt x="2764586" y="1218107"/>
                  </a:lnTo>
                  <a:lnTo>
                    <a:pt x="2765704" y="1218577"/>
                  </a:lnTo>
                  <a:lnTo>
                    <a:pt x="2768333" y="1218577"/>
                  </a:lnTo>
                  <a:lnTo>
                    <a:pt x="2769451" y="1218107"/>
                  </a:lnTo>
                  <a:lnTo>
                    <a:pt x="2771317" y="1216240"/>
                  </a:lnTo>
                  <a:lnTo>
                    <a:pt x="2771775" y="1215123"/>
                  </a:lnTo>
                  <a:lnTo>
                    <a:pt x="2771775" y="1212494"/>
                  </a:lnTo>
                  <a:close/>
                </a:path>
                <a:path w="9153525" h="1219200">
                  <a:moveTo>
                    <a:pt x="2771775" y="607974"/>
                  </a:moveTo>
                  <a:lnTo>
                    <a:pt x="2771317" y="606856"/>
                  </a:lnTo>
                  <a:lnTo>
                    <a:pt x="2769451" y="604989"/>
                  </a:lnTo>
                  <a:lnTo>
                    <a:pt x="2768333" y="604520"/>
                  </a:lnTo>
                  <a:lnTo>
                    <a:pt x="2765704" y="604520"/>
                  </a:lnTo>
                  <a:lnTo>
                    <a:pt x="2764586" y="604989"/>
                  </a:lnTo>
                  <a:lnTo>
                    <a:pt x="2762720" y="606856"/>
                  </a:lnTo>
                  <a:lnTo>
                    <a:pt x="2762250" y="607974"/>
                  </a:lnTo>
                  <a:lnTo>
                    <a:pt x="2762250" y="610603"/>
                  </a:lnTo>
                  <a:lnTo>
                    <a:pt x="2762720" y="611720"/>
                  </a:lnTo>
                  <a:lnTo>
                    <a:pt x="2764586" y="613587"/>
                  </a:lnTo>
                  <a:lnTo>
                    <a:pt x="2765704" y="614045"/>
                  </a:lnTo>
                  <a:lnTo>
                    <a:pt x="2768333" y="614045"/>
                  </a:lnTo>
                  <a:lnTo>
                    <a:pt x="2769451" y="613587"/>
                  </a:lnTo>
                  <a:lnTo>
                    <a:pt x="2771317" y="611720"/>
                  </a:lnTo>
                  <a:lnTo>
                    <a:pt x="2771775" y="610603"/>
                  </a:lnTo>
                  <a:lnTo>
                    <a:pt x="2771775" y="607974"/>
                  </a:lnTo>
                  <a:close/>
                </a:path>
                <a:path w="9153525" h="1219200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9153525" h="1219200">
                  <a:moveTo>
                    <a:pt x="2819400" y="1212494"/>
                  </a:moveTo>
                  <a:lnTo>
                    <a:pt x="2818942" y="1211376"/>
                  </a:lnTo>
                  <a:lnTo>
                    <a:pt x="2817076" y="1209509"/>
                  </a:lnTo>
                  <a:lnTo>
                    <a:pt x="2815958" y="1209052"/>
                  </a:lnTo>
                  <a:lnTo>
                    <a:pt x="2813329" y="1209052"/>
                  </a:lnTo>
                  <a:lnTo>
                    <a:pt x="2812211" y="1209509"/>
                  </a:lnTo>
                  <a:lnTo>
                    <a:pt x="2810345" y="1211376"/>
                  </a:lnTo>
                  <a:lnTo>
                    <a:pt x="2809875" y="1212494"/>
                  </a:lnTo>
                  <a:lnTo>
                    <a:pt x="2809875" y="1215123"/>
                  </a:lnTo>
                  <a:lnTo>
                    <a:pt x="2810345" y="1216240"/>
                  </a:lnTo>
                  <a:lnTo>
                    <a:pt x="2812211" y="1218107"/>
                  </a:lnTo>
                  <a:lnTo>
                    <a:pt x="2813329" y="1218577"/>
                  </a:lnTo>
                  <a:lnTo>
                    <a:pt x="2815958" y="1218577"/>
                  </a:lnTo>
                  <a:lnTo>
                    <a:pt x="2817076" y="1218107"/>
                  </a:lnTo>
                  <a:lnTo>
                    <a:pt x="2818942" y="1216240"/>
                  </a:lnTo>
                  <a:lnTo>
                    <a:pt x="2819400" y="1215123"/>
                  </a:lnTo>
                  <a:lnTo>
                    <a:pt x="2819400" y="1212494"/>
                  </a:lnTo>
                  <a:close/>
                </a:path>
                <a:path w="9153525" h="1219200">
                  <a:moveTo>
                    <a:pt x="2819400" y="607974"/>
                  </a:moveTo>
                  <a:lnTo>
                    <a:pt x="2818942" y="606856"/>
                  </a:lnTo>
                  <a:lnTo>
                    <a:pt x="2817076" y="604989"/>
                  </a:lnTo>
                  <a:lnTo>
                    <a:pt x="2815958" y="604520"/>
                  </a:lnTo>
                  <a:lnTo>
                    <a:pt x="2813329" y="604520"/>
                  </a:lnTo>
                  <a:lnTo>
                    <a:pt x="2812211" y="604989"/>
                  </a:lnTo>
                  <a:lnTo>
                    <a:pt x="2810345" y="606856"/>
                  </a:lnTo>
                  <a:lnTo>
                    <a:pt x="2809875" y="607974"/>
                  </a:lnTo>
                  <a:lnTo>
                    <a:pt x="2809875" y="610603"/>
                  </a:lnTo>
                  <a:lnTo>
                    <a:pt x="2810345" y="611720"/>
                  </a:lnTo>
                  <a:lnTo>
                    <a:pt x="2812211" y="613587"/>
                  </a:lnTo>
                  <a:lnTo>
                    <a:pt x="2813329" y="614045"/>
                  </a:lnTo>
                  <a:lnTo>
                    <a:pt x="2815958" y="614045"/>
                  </a:lnTo>
                  <a:lnTo>
                    <a:pt x="2817076" y="613587"/>
                  </a:lnTo>
                  <a:lnTo>
                    <a:pt x="2818942" y="611720"/>
                  </a:lnTo>
                  <a:lnTo>
                    <a:pt x="2819400" y="610603"/>
                  </a:lnTo>
                  <a:lnTo>
                    <a:pt x="2819400" y="607974"/>
                  </a:lnTo>
                  <a:close/>
                </a:path>
                <a:path w="9153525" h="1219200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9153525" h="1219200">
                  <a:moveTo>
                    <a:pt x="2867025" y="1212494"/>
                  </a:moveTo>
                  <a:lnTo>
                    <a:pt x="2866567" y="1211376"/>
                  </a:lnTo>
                  <a:lnTo>
                    <a:pt x="2864701" y="1209509"/>
                  </a:lnTo>
                  <a:lnTo>
                    <a:pt x="2863583" y="1209052"/>
                  </a:lnTo>
                  <a:lnTo>
                    <a:pt x="2860954" y="1209052"/>
                  </a:lnTo>
                  <a:lnTo>
                    <a:pt x="2859836" y="1209509"/>
                  </a:lnTo>
                  <a:lnTo>
                    <a:pt x="2857970" y="1211376"/>
                  </a:lnTo>
                  <a:lnTo>
                    <a:pt x="2857500" y="1212494"/>
                  </a:lnTo>
                  <a:lnTo>
                    <a:pt x="2857500" y="1215123"/>
                  </a:lnTo>
                  <a:lnTo>
                    <a:pt x="2857970" y="1216240"/>
                  </a:lnTo>
                  <a:lnTo>
                    <a:pt x="2859836" y="1218107"/>
                  </a:lnTo>
                  <a:lnTo>
                    <a:pt x="2860954" y="1218577"/>
                  </a:lnTo>
                  <a:lnTo>
                    <a:pt x="2863583" y="1218577"/>
                  </a:lnTo>
                  <a:lnTo>
                    <a:pt x="2864701" y="1218107"/>
                  </a:lnTo>
                  <a:lnTo>
                    <a:pt x="2866567" y="1216240"/>
                  </a:lnTo>
                  <a:lnTo>
                    <a:pt x="2867025" y="1215123"/>
                  </a:lnTo>
                  <a:lnTo>
                    <a:pt x="2867025" y="1212494"/>
                  </a:lnTo>
                  <a:close/>
                </a:path>
                <a:path w="9153525" h="1219200">
                  <a:moveTo>
                    <a:pt x="2867025" y="607974"/>
                  </a:moveTo>
                  <a:lnTo>
                    <a:pt x="2866567" y="606856"/>
                  </a:lnTo>
                  <a:lnTo>
                    <a:pt x="2864701" y="604989"/>
                  </a:lnTo>
                  <a:lnTo>
                    <a:pt x="2863583" y="604520"/>
                  </a:lnTo>
                  <a:lnTo>
                    <a:pt x="2860954" y="604520"/>
                  </a:lnTo>
                  <a:lnTo>
                    <a:pt x="2859836" y="604989"/>
                  </a:lnTo>
                  <a:lnTo>
                    <a:pt x="2857970" y="606856"/>
                  </a:lnTo>
                  <a:lnTo>
                    <a:pt x="2857500" y="607974"/>
                  </a:lnTo>
                  <a:lnTo>
                    <a:pt x="2857500" y="610603"/>
                  </a:lnTo>
                  <a:lnTo>
                    <a:pt x="2857970" y="611720"/>
                  </a:lnTo>
                  <a:lnTo>
                    <a:pt x="2859836" y="613587"/>
                  </a:lnTo>
                  <a:lnTo>
                    <a:pt x="2860954" y="614045"/>
                  </a:lnTo>
                  <a:lnTo>
                    <a:pt x="2863583" y="614045"/>
                  </a:lnTo>
                  <a:lnTo>
                    <a:pt x="2864701" y="613587"/>
                  </a:lnTo>
                  <a:lnTo>
                    <a:pt x="2866567" y="611720"/>
                  </a:lnTo>
                  <a:lnTo>
                    <a:pt x="2867025" y="610603"/>
                  </a:lnTo>
                  <a:lnTo>
                    <a:pt x="2867025" y="607974"/>
                  </a:lnTo>
                  <a:close/>
                </a:path>
                <a:path w="9153525" h="1219200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9153525" h="1219200">
                  <a:moveTo>
                    <a:pt x="2914650" y="1212494"/>
                  </a:moveTo>
                  <a:lnTo>
                    <a:pt x="2914192" y="1211376"/>
                  </a:lnTo>
                  <a:lnTo>
                    <a:pt x="2912326" y="1209509"/>
                  </a:lnTo>
                  <a:lnTo>
                    <a:pt x="2911208" y="1209052"/>
                  </a:lnTo>
                  <a:lnTo>
                    <a:pt x="2908579" y="1209052"/>
                  </a:lnTo>
                  <a:lnTo>
                    <a:pt x="2907461" y="1209509"/>
                  </a:lnTo>
                  <a:lnTo>
                    <a:pt x="2905595" y="1211376"/>
                  </a:lnTo>
                  <a:lnTo>
                    <a:pt x="2905125" y="1212494"/>
                  </a:lnTo>
                  <a:lnTo>
                    <a:pt x="2905125" y="1215123"/>
                  </a:lnTo>
                  <a:lnTo>
                    <a:pt x="2905595" y="1216240"/>
                  </a:lnTo>
                  <a:lnTo>
                    <a:pt x="2907461" y="1218107"/>
                  </a:lnTo>
                  <a:lnTo>
                    <a:pt x="2908579" y="1218577"/>
                  </a:lnTo>
                  <a:lnTo>
                    <a:pt x="2911208" y="1218577"/>
                  </a:lnTo>
                  <a:lnTo>
                    <a:pt x="2912326" y="1218107"/>
                  </a:lnTo>
                  <a:lnTo>
                    <a:pt x="2914192" y="1216240"/>
                  </a:lnTo>
                  <a:lnTo>
                    <a:pt x="2914650" y="1215123"/>
                  </a:lnTo>
                  <a:lnTo>
                    <a:pt x="2914650" y="1212494"/>
                  </a:lnTo>
                  <a:close/>
                </a:path>
                <a:path w="9153525" h="1219200">
                  <a:moveTo>
                    <a:pt x="2914650" y="607974"/>
                  </a:moveTo>
                  <a:lnTo>
                    <a:pt x="2914192" y="606856"/>
                  </a:lnTo>
                  <a:lnTo>
                    <a:pt x="2912326" y="604989"/>
                  </a:lnTo>
                  <a:lnTo>
                    <a:pt x="2911208" y="604520"/>
                  </a:lnTo>
                  <a:lnTo>
                    <a:pt x="2908579" y="604520"/>
                  </a:lnTo>
                  <a:lnTo>
                    <a:pt x="2907461" y="604989"/>
                  </a:lnTo>
                  <a:lnTo>
                    <a:pt x="2905595" y="606856"/>
                  </a:lnTo>
                  <a:lnTo>
                    <a:pt x="2905125" y="607974"/>
                  </a:lnTo>
                  <a:lnTo>
                    <a:pt x="2905125" y="610603"/>
                  </a:lnTo>
                  <a:lnTo>
                    <a:pt x="2905595" y="611720"/>
                  </a:lnTo>
                  <a:lnTo>
                    <a:pt x="2907461" y="613587"/>
                  </a:lnTo>
                  <a:lnTo>
                    <a:pt x="2908579" y="614045"/>
                  </a:lnTo>
                  <a:lnTo>
                    <a:pt x="2911208" y="614045"/>
                  </a:lnTo>
                  <a:lnTo>
                    <a:pt x="2912326" y="613587"/>
                  </a:lnTo>
                  <a:lnTo>
                    <a:pt x="2914192" y="611720"/>
                  </a:lnTo>
                  <a:lnTo>
                    <a:pt x="2914650" y="610603"/>
                  </a:lnTo>
                  <a:lnTo>
                    <a:pt x="2914650" y="607974"/>
                  </a:lnTo>
                  <a:close/>
                </a:path>
                <a:path w="9153525" h="1219200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9153525" h="1219200">
                  <a:moveTo>
                    <a:pt x="2962275" y="1212494"/>
                  </a:moveTo>
                  <a:lnTo>
                    <a:pt x="2961817" y="1211376"/>
                  </a:lnTo>
                  <a:lnTo>
                    <a:pt x="2959951" y="1209509"/>
                  </a:lnTo>
                  <a:lnTo>
                    <a:pt x="2958833" y="1209052"/>
                  </a:lnTo>
                  <a:lnTo>
                    <a:pt x="2956204" y="1209052"/>
                  </a:lnTo>
                  <a:lnTo>
                    <a:pt x="2955086" y="1209509"/>
                  </a:lnTo>
                  <a:lnTo>
                    <a:pt x="2953220" y="1211376"/>
                  </a:lnTo>
                  <a:lnTo>
                    <a:pt x="2952750" y="1212494"/>
                  </a:lnTo>
                  <a:lnTo>
                    <a:pt x="2952750" y="1215123"/>
                  </a:lnTo>
                  <a:lnTo>
                    <a:pt x="2953220" y="1216240"/>
                  </a:lnTo>
                  <a:lnTo>
                    <a:pt x="2955086" y="1218107"/>
                  </a:lnTo>
                  <a:lnTo>
                    <a:pt x="2956204" y="1218577"/>
                  </a:lnTo>
                  <a:lnTo>
                    <a:pt x="2958833" y="1218577"/>
                  </a:lnTo>
                  <a:lnTo>
                    <a:pt x="2959951" y="1218107"/>
                  </a:lnTo>
                  <a:lnTo>
                    <a:pt x="2961817" y="1216240"/>
                  </a:lnTo>
                  <a:lnTo>
                    <a:pt x="2962275" y="1215123"/>
                  </a:lnTo>
                  <a:lnTo>
                    <a:pt x="2962275" y="1212494"/>
                  </a:lnTo>
                  <a:close/>
                </a:path>
                <a:path w="9153525" h="1219200">
                  <a:moveTo>
                    <a:pt x="2962275" y="607974"/>
                  </a:moveTo>
                  <a:lnTo>
                    <a:pt x="2961817" y="606856"/>
                  </a:lnTo>
                  <a:lnTo>
                    <a:pt x="2959951" y="604989"/>
                  </a:lnTo>
                  <a:lnTo>
                    <a:pt x="2958833" y="604520"/>
                  </a:lnTo>
                  <a:lnTo>
                    <a:pt x="2956204" y="604520"/>
                  </a:lnTo>
                  <a:lnTo>
                    <a:pt x="2955086" y="604989"/>
                  </a:lnTo>
                  <a:lnTo>
                    <a:pt x="2953220" y="606856"/>
                  </a:lnTo>
                  <a:lnTo>
                    <a:pt x="2952750" y="607974"/>
                  </a:lnTo>
                  <a:lnTo>
                    <a:pt x="2952750" y="610603"/>
                  </a:lnTo>
                  <a:lnTo>
                    <a:pt x="2953220" y="611720"/>
                  </a:lnTo>
                  <a:lnTo>
                    <a:pt x="2955086" y="613587"/>
                  </a:lnTo>
                  <a:lnTo>
                    <a:pt x="2956204" y="614045"/>
                  </a:lnTo>
                  <a:lnTo>
                    <a:pt x="2958833" y="614045"/>
                  </a:lnTo>
                  <a:lnTo>
                    <a:pt x="2959951" y="613587"/>
                  </a:lnTo>
                  <a:lnTo>
                    <a:pt x="2961817" y="611720"/>
                  </a:lnTo>
                  <a:lnTo>
                    <a:pt x="2962275" y="610603"/>
                  </a:lnTo>
                  <a:lnTo>
                    <a:pt x="2962275" y="607974"/>
                  </a:lnTo>
                  <a:close/>
                </a:path>
                <a:path w="9153525" h="1219200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9153525" h="1219200">
                  <a:moveTo>
                    <a:pt x="3009900" y="1212494"/>
                  </a:moveTo>
                  <a:lnTo>
                    <a:pt x="3009442" y="1211376"/>
                  </a:lnTo>
                  <a:lnTo>
                    <a:pt x="3007576" y="1209509"/>
                  </a:lnTo>
                  <a:lnTo>
                    <a:pt x="3006458" y="1209052"/>
                  </a:lnTo>
                  <a:lnTo>
                    <a:pt x="3003829" y="1209052"/>
                  </a:lnTo>
                  <a:lnTo>
                    <a:pt x="3002711" y="1209509"/>
                  </a:lnTo>
                  <a:lnTo>
                    <a:pt x="3000845" y="1211376"/>
                  </a:lnTo>
                  <a:lnTo>
                    <a:pt x="3000375" y="1212494"/>
                  </a:lnTo>
                  <a:lnTo>
                    <a:pt x="3000375" y="1215123"/>
                  </a:lnTo>
                  <a:lnTo>
                    <a:pt x="3000845" y="1216240"/>
                  </a:lnTo>
                  <a:lnTo>
                    <a:pt x="3002711" y="1218107"/>
                  </a:lnTo>
                  <a:lnTo>
                    <a:pt x="3003829" y="1218577"/>
                  </a:lnTo>
                  <a:lnTo>
                    <a:pt x="3006458" y="1218577"/>
                  </a:lnTo>
                  <a:lnTo>
                    <a:pt x="3007576" y="1218107"/>
                  </a:lnTo>
                  <a:lnTo>
                    <a:pt x="3009442" y="1216240"/>
                  </a:lnTo>
                  <a:lnTo>
                    <a:pt x="3009900" y="1215123"/>
                  </a:lnTo>
                  <a:lnTo>
                    <a:pt x="3009900" y="1212494"/>
                  </a:lnTo>
                  <a:close/>
                </a:path>
                <a:path w="9153525" h="1219200">
                  <a:moveTo>
                    <a:pt x="3009900" y="607974"/>
                  </a:moveTo>
                  <a:lnTo>
                    <a:pt x="3009442" y="606856"/>
                  </a:lnTo>
                  <a:lnTo>
                    <a:pt x="3007576" y="604989"/>
                  </a:lnTo>
                  <a:lnTo>
                    <a:pt x="3006458" y="604520"/>
                  </a:lnTo>
                  <a:lnTo>
                    <a:pt x="3003829" y="604520"/>
                  </a:lnTo>
                  <a:lnTo>
                    <a:pt x="3002711" y="604989"/>
                  </a:lnTo>
                  <a:lnTo>
                    <a:pt x="3000845" y="606856"/>
                  </a:lnTo>
                  <a:lnTo>
                    <a:pt x="3000375" y="607974"/>
                  </a:lnTo>
                  <a:lnTo>
                    <a:pt x="3000375" y="610603"/>
                  </a:lnTo>
                  <a:lnTo>
                    <a:pt x="3000845" y="611720"/>
                  </a:lnTo>
                  <a:lnTo>
                    <a:pt x="3002711" y="613587"/>
                  </a:lnTo>
                  <a:lnTo>
                    <a:pt x="3003829" y="614045"/>
                  </a:lnTo>
                  <a:lnTo>
                    <a:pt x="3006458" y="614045"/>
                  </a:lnTo>
                  <a:lnTo>
                    <a:pt x="3007576" y="613587"/>
                  </a:lnTo>
                  <a:lnTo>
                    <a:pt x="3009442" y="611720"/>
                  </a:lnTo>
                  <a:lnTo>
                    <a:pt x="3009900" y="610603"/>
                  </a:lnTo>
                  <a:lnTo>
                    <a:pt x="3009900" y="607974"/>
                  </a:lnTo>
                  <a:close/>
                </a:path>
                <a:path w="9153525" h="1219200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9153525" h="1219200">
                  <a:moveTo>
                    <a:pt x="3057525" y="1212494"/>
                  </a:moveTo>
                  <a:lnTo>
                    <a:pt x="3057067" y="1211376"/>
                  </a:lnTo>
                  <a:lnTo>
                    <a:pt x="3055201" y="1209509"/>
                  </a:lnTo>
                  <a:lnTo>
                    <a:pt x="3054083" y="1209052"/>
                  </a:lnTo>
                  <a:lnTo>
                    <a:pt x="3051454" y="1209052"/>
                  </a:lnTo>
                  <a:lnTo>
                    <a:pt x="3050336" y="1209509"/>
                  </a:lnTo>
                  <a:lnTo>
                    <a:pt x="3048470" y="1211376"/>
                  </a:lnTo>
                  <a:lnTo>
                    <a:pt x="3048000" y="1212494"/>
                  </a:lnTo>
                  <a:lnTo>
                    <a:pt x="3048000" y="1215123"/>
                  </a:lnTo>
                  <a:lnTo>
                    <a:pt x="3048470" y="1216240"/>
                  </a:lnTo>
                  <a:lnTo>
                    <a:pt x="3050336" y="1218107"/>
                  </a:lnTo>
                  <a:lnTo>
                    <a:pt x="3051454" y="1218577"/>
                  </a:lnTo>
                  <a:lnTo>
                    <a:pt x="3054083" y="1218577"/>
                  </a:lnTo>
                  <a:lnTo>
                    <a:pt x="3055201" y="1218107"/>
                  </a:lnTo>
                  <a:lnTo>
                    <a:pt x="3057067" y="1216240"/>
                  </a:lnTo>
                  <a:lnTo>
                    <a:pt x="3057525" y="1215123"/>
                  </a:lnTo>
                  <a:lnTo>
                    <a:pt x="3057525" y="1212494"/>
                  </a:lnTo>
                  <a:close/>
                </a:path>
                <a:path w="9153525" h="1219200">
                  <a:moveTo>
                    <a:pt x="3057525" y="607974"/>
                  </a:moveTo>
                  <a:lnTo>
                    <a:pt x="3057067" y="606856"/>
                  </a:lnTo>
                  <a:lnTo>
                    <a:pt x="3055201" y="604989"/>
                  </a:lnTo>
                  <a:lnTo>
                    <a:pt x="3054083" y="604520"/>
                  </a:lnTo>
                  <a:lnTo>
                    <a:pt x="3051454" y="604520"/>
                  </a:lnTo>
                  <a:lnTo>
                    <a:pt x="3050336" y="604989"/>
                  </a:lnTo>
                  <a:lnTo>
                    <a:pt x="3048470" y="606856"/>
                  </a:lnTo>
                  <a:lnTo>
                    <a:pt x="3048000" y="607974"/>
                  </a:lnTo>
                  <a:lnTo>
                    <a:pt x="3048000" y="610603"/>
                  </a:lnTo>
                  <a:lnTo>
                    <a:pt x="3048470" y="611720"/>
                  </a:lnTo>
                  <a:lnTo>
                    <a:pt x="3050336" y="613587"/>
                  </a:lnTo>
                  <a:lnTo>
                    <a:pt x="3051454" y="614045"/>
                  </a:lnTo>
                  <a:lnTo>
                    <a:pt x="3054083" y="614045"/>
                  </a:lnTo>
                  <a:lnTo>
                    <a:pt x="3055201" y="613587"/>
                  </a:lnTo>
                  <a:lnTo>
                    <a:pt x="3057067" y="611720"/>
                  </a:lnTo>
                  <a:lnTo>
                    <a:pt x="3057525" y="610603"/>
                  </a:lnTo>
                  <a:lnTo>
                    <a:pt x="3057525" y="607974"/>
                  </a:lnTo>
                  <a:close/>
                </a:path>
                <a:path w="9153525" h="1219200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9153525" h="1219200">
                  <a:moveTo>
                    <a:pt x="3105150" y="1212494"/>
                  </a:moveTo>
                  <a:lnTo>
                    <a:pt x="3104692" y="1211376"/>
                  </a:lnTo>
                  <a:lnTo>
                    <a:pt x="3102826" y="1209509"/>
                  </a:lnTo>
                  <a:lnTo>
                    <a:pt x="3101708" y="1209052"/>
                  </a:lnTo>
                  <a:lnTo>
                    <a:pt x="3099079" y="1209052"/>
                  </a:lnTo>
                  <a:lnTo>
                    <a:pt x="3097961" y="1209509"/>
                  </a:lnTo>
                  <a:lnTo>
                    <a:pt x="3096095" y="1211376"/>
                  </a:lnTo>
                  <a:lnTo>
                    <a:pt x="3095625" y="1212494"/>
                  </a:lnTo>
                  <a:lnTo>
                    <a:pt x="3095625" y="1215123"/>
                  </a:lnTo>
                  <a:lnTo>
                    <a:pt x="3096095" y="1216240"/>
                  </a:lnTo>
                  <a:lnTo>
                    <a:pt x="3097961" y="1218107"/>
                  </a:lnTo>
                  <a:lnTo>
                    <a:pt x="3099079" y="1218577"/>
                  </a:lnTo>
                  <a:lnTo>
                    <a:pt x="3101708" y="1218577"/>
                  </a:lnTo>
                  <a:lnTo>
                    <a:pt x="3102826" y="1218107"/>
                  </a:lnTo>
                  <a:lnTo>
                    <a:pt x="3104692" y="1216240"/>
                  </a:lnTo>
                  <a:lnTo>
                    <a:pt x="3105150" y="1215123"/>
                  </a:lnTo>
                  <a:lnTo>
                    <a:pt x="3105150" y="1212494"/>
                  </a:lnTo>
                  <a:close/>
                </a:path>
                <a:path w="9153525" h="1219200">
                  <a:moveTo>
                    <a:pt x="3105150" y="607974"/>
                  </a:moveTo>
                  <a:lnTo>
                    <a:pt x="3104692" y="606856"/>
                  </a:lnTo>
                  <a:lnTo>
                    <a:pt x="3102826" y="604989"/>
                  </a:lnTo>
                  <a:lnTo>
                    <a:pt x="3101708" y="604520"/>
                  </a:lnTo>
                  <a:lnTo>
                    <a:pt x="3099079" y="604520"/>
                  </a:lnTo>
                  <a:lnTo>
                    <a:pt x="3097961" y="604989"/>
                  </a:lnTo>
                  <a:lnTo>
                    <a:pt x="3096095" y="606856"/>
                  </a:lnTo>
                  <a:lnTo>
                    <a:pt x="3095625" y="607974"/>
                  </a:lnTo>
                  <a:lnTo>
                    <a:pt x="3095625" y="610603"/>
                  </a:lnTo>
                  <a:lnTo>
                    <a:pt x="3096095" y="611720"/>
                  </a:lnTo>
                  <a:lnTo>
                    <a:pt x="3097961" y="613587"/>
                  </a:lnTo>
                  <a:lnTo>
                    <a:pt x="3099079" y="614045"/>
                  </a:lnTo>
                  <a:lnTo>
                    <a:pt x="3101708" y="614045"/>
                  </a:lnTo>
                  <a:lnTo>
                    <a:pt x="3102826" y="613587"/>
                  </a:lnTo>
                  <a:lnTo>
                    <a:pt x="3104692" y="611720"/>
                  </a:lnTo>
                  <a:lnTo>
                    <a:pt x="3105150" y="610603"/>
                  </a:lnTo>
                  <a:lnTo>
                    <a:pt x="3105150" y="607974"/>
                  </a:lnTo>
                  <a:close/>
                </a:path>
                <a:path w="9153525" h="1219200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9153525" h="1219200">
                  <a:moveTo>
                    <a:pt x="3152775" y="1212494"/>
                  </a:moveTo>
                  <a:lnTo>
                    <a:pt x="3152317" y="1211376"/>
                  </a:lnTo>
                  <a:lnTo>
                    <a:pt x="3150451" y="1209509"/>
                  </a:lnTo>
                  <a:lnTo>
                    <a:pt x="3149333" y="1209052"/>
                  </a:lnTo>
                  <a:lnTo>
                    <a:pt x="3146704" y="1209052"/>
                  </a:lnTo>
                  <a:lnTo>
                    <a:pt x="3145586" y="1209509"/>
                  </a:lnTo>
                  <a:lnTo>
                    <a:pt x="3143720" y="1211376"/>
                  </a:lnTo>
                  <a:lnTo>
                    <a:pt x="3143250" y="1212494"/>
                  </a:lnTo>
                  <a:lnTo>
                    <a:pt x="3143250" y="1215123"/>
                  </a:lnTo>
                  <a:lnTo>
                    <a:pt x="3143720" y="1216240"/>
                  </a:lnTo>
                  <a:lnTo>
                    <a:pt x="3145586" y="1218107"/>
                  </a:lnTo>
                  <a:lnTo>
                    <a:pt x="3146704" y="1218577"/>
                  </a:lnTo>
                  <a:lnTo>
                    <a:pt x="3149333" y="1218577"/>
                  </a:lnTo>
                  <a:lnTo>
                    <a:pt x="3150451" y="1218107"/>
                  </a:lnTo>
                  <a:lnTo>
                    <a:pt x="3152317" y="1216240"/>
                  </a:lnTo>
                  <a:lnTo>
                    <a:pt x="3152775" y="1215123"/>
                  </a:lnTo>
                  <a:lnTo>
                    <a:pt x="3152775" y="1212494"/>
                  </a:lnTo>
                  <a:close/>
                </a:path>
                <a:path w="9153525" h="1219200">
                  <a:moveTo>
                    <a:pt x="3152775" y="607974"/>
                  </a:moveTo>
                  <a:lnTo>
                    <a:pt x="3152317" y="606856"/>
                  </a:lnTo>
                  <a:lnTo>
                    <a:pt x="3150451" y="604989"/>
                  </a:lnTo>
                  <a:lnTo>
                    <a:pt x="3149333" y="604520"/>
                  </a:lnTo>
                  <a:lnTo>
                    <a:pt x="3146704" y="604520"/>
                  </a:lnTo>
                  <a:lnTo>
                    <a:pt x="3145586" y="604989"/>
                  </a:lnTo>
                  <a:lnTo>
                    <a:pt x="3143720" y="606856"/>
                  </a:lnTo>
                  <a:lnTo>
                    <a:pt x="3143250" y="607974"/>
                  </a:lnTo>
                  <a:lnTo>
                    <a:pt x="3143250" y="610603"/>
                  </a:lnTo>
                  <a:lnTo>
                    <a:pt x="3143720" y="611720"/>
                  </a:lnTo>
                  <a:lnTo>
                    <a:pt x="3145586" y="613587"/>
                  </a:lnTo>
                  <a:lnTo>
                    <a:pt x="3146704" y="614045"/>
                  </a:lnTo>
                  <a:lnTo>
                    <a:pt x="3149333" y="614045"/>
                  </a:lnTo>
                  <a:lnTo>
                    <a:pt x="3150451" y="613587"/>
                  </a:lnTo>
                  <a:lnTo>
                    <a:pt x="3152317" y="611720"/>
                  </a:lnTo>
                  <a:lnTo>
                    <a:pt x="3152775" y="610603"/>
                  </a:lnTo>
                  <a:lnTo>
                    <a:pt x="3152775" y="607974"/>
                  </a:lnTo>
                  <a:close/>
                </a:path>
                <a:path w="9153525" h="1219200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9153525" h="1219200">
                  <a:moveTo>
                    <a:pt x="3200400" y="1212494"/>
                  </a:moveTo>
                  <a:lnTo>
                    <a:pt x="3199942" y="1211376"/>
                  </a:lnTo>
                  <a:lnTo>
                    <a:pt x="3198076" y="1209509"/>
                  </a:lnTo>
                  <a:lnTo>
                    <a:pt x="3196958" y="1209052"/>
                  </a:lnTo>
                  <a:lnTo>
                    <a:pt x="3194329" y="1209052"/>
                  </a:lnTo>
                  <a:lnTo>
                    <a:pt x="3193211" y="1209509"/>
                  </a:lnTo>
                  <a:lnTo>
                    <a:pt x="3191345" y="1211376"/>
                  </a:lnTo>
                  <a:lnTo>
                    <a:pt x="3190875" y="1212494"/>
                  </a:lnTo>
                  <a:lnTo>
                    <a:pt x="3190875" y="1215123"/>
                  </a:lnTo>
                  <a:lnTo>
                    <a:pt x="3191345" y="1216240"/>
                  </a:lnTo>
                  <a:lnTo>
                    <a:pt x="3193211" y="1218107"/>
                  </a:lnTo>
                  <a:lnTo>
                    <a:pt x="3194329" y="1218577"/>
                  </a:lnTo>
                  <a:lnTo>
                    <a:pt x="3196958" y="1218577"/>
                  </a:lnTo>
                  <a:lnTo>
                    <a:pt x="3198076" y="1218107"/>
                  </a:lnTo>
                  <a:lnTo>
                    <a:pt x="3199942" y="1216240"/>
                  </a:lnTo>
                  <a:lnTo>
                    <a:pt x="3200400" y="1215123"/>
                  </a:lnTo>
                  <a:lnTo>
                    <a:pt x="3200400" y="1212494"/>
                  </a:lnTo>
                  <a:close/>
                </a:path>
                <a:path w="9153525" h="1219200">
                  <a:moveTo>
                    <a:pt x="3200400" y="607974"/>
                  </a:moveTo>
                  <a:lnTo>
                    <a:pt x="3199942" y="606856"/>
                  </a:lnTo>
                  <a:lnTo>
                    <a:pt x="3198076" y="604989"/>
                  </a:lnTo>
                  <a:lnTo>
                    <a:pt x="3196958" y="604520"/>
                  </a:lnTo>
                  <a:lnTo>
                    <a:pt x="3194329" y="604520"/>
                  </a:lnTo>
                  <a:lnTo>
                    <a:pt x="3193211" y="604989"/>
                  </a:lnTo>
                  <a:lnTo>
                    <a:pt x="3191345" y="606856"/>
                  </a:lnTo>
                  <a:lnTo>
                    <a:pt x="3190875" y="607974"/>
                  </a:lnTo>
                  <a:lnTo>
                    <a:pt x="3190875" y="610603"/>
                  </a:lnTo>
                  <a:lnTo>
                    <a:pt x="3191345" y="611720"/>
                  </a:lnTo>
                  <a:lnTo>
                    <a:pt x="3193211" y="613587"/>
                  </a:lnTo>
                  <a:lnTo>
                    <a:pt x="3194329" y="614045"/>
                  </a:lnTo>
                  <a:lnTo>
                    <a:pt x="3196958" y="614045"/>
                  </a:lnTo>
                  <a:lnTo>
                    <a:pt x="3198076" y="613587"/>
                  </a:lnTo>
                  <a:lnTo>
                    <a:pt x="3199942" y="611720"/>
                  </a:lnTo>
                  <a:lnTo>
                    <a:pt x="3200400" y="610603"/>
                  </a:lnTo>
                  <a:lnTo>
                    <a:pt x="3200400" y="607974"/>
                  </a:lnTo>
                  <a:close/>
                </a:path>
                <a:path w="9153525" h="1219200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9153525" h="1219200">
                  <a:moveTo>
                    <a:pt x="3248025" y="1212494"/>
                  </a:moveTo>
                  <a:lnTo>
                    <a:pt x="3247567" y="1211376"/>
                  </a:lnTo>
                  <a:lnTo>
                    <a:pt x="3245701" y="1209509"/>
                  </a:lnTo>
                  <a:lnTo>
                    <a:pt x="3244583" y="1209052"/>
                  </a:lnTo>
                  <a:lnTo>
                    <a:pt x="3241954" y="1209052"/>
                  </a:lnTo>
                  <a:lnTo>
                    <a:pt x="3240836" y="1209509"/>
                  </a:lnTo>
                  <a:lnTo>
                    <a:pt x="3238970" y="1211376"/>
                  </a:lnTo>
                  <a:lnTo>
                    <a:pt x="3238500" y="1212494"/>
                  </a:lnTo>
                  <a:lnTo>
                    <a:pt x="3238500" y="1215123"/>
                  </a:lnTo>
                  <a:lnTo>
                    <a:pt x="3238970" y="1216240"/>
                  </a:lnTo>
                  <a:lnTo>
                    <a:pt x="3240836" y="1218107"/>
                  </a:lnTo>
                  <a:lnTo>
                    <a:pt x="3241954" y="1218577"/>
                  </a:lnTo>
                  <a:lnTo>
                    <a:pt x="3244583" y="1218577"/>
                  </a:lnTo>
                  <a:lnTo>
                    <a:pt x="3245701" y="1218107"/>
                  </a:lnTo>
                  <a:lnTo>
                    <a:pt x="3247567" y="1216240"/>
                  </a:lnTo>
                  <a:lnTo>
                    <a:pt x="3248025" y="1215123"/>
                  </a:lnTo>
                  <a:lnTo>
                    <a:pt x="3248025" y="1212494"/>
                  </a:lnTo>
                  <a:close/>
                </a:path>
                <a:path w="9153525" h="1219200">
                  <a:moveTo>
                    <a:pt x="3248025" y="607974"/>
                  </a:moveTo>
                  <a:lnTo>
                    <a:pt x="3247567" y="606856"/>
                  </a:lnTo>
                  <a:lnTo>
                    <a:pt x="3245701" y="604989"/>
                  </a:lnTo>
                  <a:lnTo>
                    <a:pt x="3244583" y="604520"/>
                  </a:lnTo>
                  <a:lnTo>
                    <a:pt x="3241954" y="604520"/>
                  </a:lnTo>
                  <a:lnTo>
                    <a:pt x="3240836" y="604989"/>
                  </a:lnTo>
                  <a:lnTo>
                    <a:pt x="3238970" y="606856"/>
                  </a:lnTo>
                  <a:lnTo>
                    <a:pt x="3238500" y="607974"/>
                  </a:lnTo>
                  <a:lnTo>
                    <a:pt x="3238500" y="610603"/>
                  </a:lnTo>
                  <a:lnTo>
                    <a:pt x="3238970" y="611720"/>
                  </a:lnTo>
                  <a:lnTo>
                    <a:pt x="3240836" y="613587"/>
                  </a:lnTo>
                  <a:lnTo>
                    <a:pt x="3241954" y="614045"/>
                  </a:lnTo>
                  <a:lnTo>
                    <a:pt x="3244583" y="614045"/>
                  </a:lnTo>
                  <a:lnTo>
                    <a:pt x="3245701" y="613587"/>
                  </a:lnTo>
                  <a:lnTo>
                    <a:pt x="3247567" y="611720"/>
                  </a:lnTo>
                  <a:lnTo>
                    <a:pt x="3248025" y="610603"/>
                  </a:lnTo>
                  <a:lnTo>
                    <a:pt x="3248025" y="607974"/>
                  </a:lnTo>
                  <a:close/>
                </a:path>
                <a:path w="9153525" h="1219200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9153525" h="1219200">
                  <a:moveTo>
                    <a:pt x="3295650" y="1212494"/>
                  </a:moveTo>
                  <a:lnTo>
                    <a:pt x="3295192" y="1211376"/>
                  </a:lnTo>
                  <a:lnTo>
                    <a:pt x="3293326" y="1209509"/>
                  </a:lnTo>
                  <a:lnTo>
                    <a:pt x="3292208" y="1209052"/>
                  </a:lnTo>
                  <a:lnTo>
                    <a:pt x="3289579" y="1209052"/>
                  </a:lnTo>
                  <a:lnTo>
                    <a:pt x="3288461" y="1209509"/>
                  </a:lnTo>
                  <a:lnTo>
                    <a:pt x="3286595" y="1211376"/>
                  </a:lnTo>
                  <a:lnTo>
                    <a:pt x="3286125" y="1212494"/>
                  </a:lnTo>
                  <a:lnTo>
                    <a:pt x="3286125" y="1215123"/>
                  </a:lnTo>
                  <a:lnTo>
                    <a:pt x="3286595" y="1216240"/>
                  </a:lnTo>
                  <a:lnTo>
                    <a:pt x="3288461" y="1218107"/>
                  </a:lnTo>
                  <a:lnTo>
                    <a:pt x="3289579" y="1218577"/>
                  </a:lnTo>
                  <a:lnTo>
                    <a:pt x="3292208" y="1218577"/>
                  </a:lnTo>
                  <a:lnTo>
                    <a:pt x="3293326" y="1218107"/>
                  </a:lnTo>
                  <a:lnTo>
                    <a:pt x="3295192" y="1216240"/>
                  </a:lnTo>
                  <a:lnTo>
                    <a:pt x="3295650" y="1215123"/>
                  </a:lnTo>
                  <a:lnTo>
                    <a:pt x="3295650" y="1212494"/>
                  </a:lnTo>
                  <a:close/>
                </a:path>
                <a:path w="9153525" h="1219200">
                  <a:moveTo>
                    <a:pt x="3295650" y="607974"/>
                  </a:moveTo>
                  <a:lnTo>
                    <a:pt x="3295192" y="606856"/>
                  </a:lnTo>
                  <a:lnTo>
                    <a:pt x="3293326" y="604989"/>
                  </a:lnTo>
                  <a:lnTo>
                    <a:pt x="3292208" y="604520"/>
                  </a:lnTo>
                  <a:lnTo>
                    <a:pt x="3289579" y="604520"/>
                  </a:lnTo>
                  <a:lnTo>
                    <a:pt x="3288461" y="604989"/>
                  </a:lnTo>
                  <a:lnTo>
                    <a:pt x="3286595" y="606856"/>
                  </a:lnTo>
                  <a:lnTo>
                    <a:pt x="3286125" y="607974"/>
                  </a:lnTo>
                  <a:lnTo>
                    <a:pt x="3286125" y="610603"/>
                  </a:lnTo>
                  <a:lnTo>
                    <a:pt x="3286595" y="611720"/>
                  </a:lnTo>
                  <a:lnTo>
                    <a:pt x="3288461" y="613587"/>
                  </a:lnTo>
                  <a:lnTo>
                    <a:pt x="3289579" y="614045"/>
                  </a:lnTo>
                  <a:lnTo>
                    <a:pt x="3292208" y="614045"/>
                  </a:lnTo>
                  <a:lnTo>
                    <a:pt x="3293326" y="613587"/>
                  </a:lnTo>
                  <a:lnTo>
                    <a:pt x="3295192" y="611720"/>
                  </a:lnTo>
                  <a:lnTo>
                    <a:pt x="3295650" y="610603"/>
                  </a:lnTo>
                  <a:lnTo>
                    <a:pt x="3295650" y="607974"/>
                  </a:lnTo>
                  <a:close/>
                </a:path>
                <a:path w="9153525" h="1219200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9153525" h="1219200">
                  <a:moveTo>
                    <a:pt x="3343275" y="1212494"/>
                  </a:moveTo>
                  <a:lnTo>
                    <a:pt x="3342817" y="1211376"/>
                  </a:lnTo>
                  <a:lnTo>
                    <a:pt x="3340951" y="1209509"/>
                  </a:lnTo>
                  <a:lnTo>
                    <a:pt x="3339833" y="1209052"/>
                  </a:lnTo>
                  <a:lnTo>
                    <a:pt x="3337204" y="1209052"/>
                  </a:lnTo>
                  <a:lnTo>
                    <a:pt x="3336074" y="1209509"/>
                  </a:lnTo>
                  <a:lnTo>
                    <a:pt x="3334220" y="1211376"/>
                  </a:lnTo>
                  <a:lnTo>
                    <a:pt x="3333750" y="1212494"/>
                  </a:lnTo>
                  <a:lnTo>
                    <a:pt x="3333750" y="1215123"/>
                  </a:lnTo>
                  <a:lnTo>
                    <a:pt x="3334220" y="1216240"/>
                  </a:lnTo>
                  <a:lnTo>
                    <a:pt x="3336074" y="1218107"/>
                  </a:lnTo>
                  <a:lnTo>
                    <a:pt x="3337204" y="1218577"/>
                  </a:lnTo>
                  <a:lnTo>
                    <a:pt x="3339833" y="1218577"/>
                  </a:lnTo>
                  <a:lnTo>
                    <a:pt x="3340951" y="1218107"/>
                  </a:lnTo>
                  <a:lnTo>
                    <a:pt x="3342817" y="1216240"/>
                  </a:lnTo>
                  <a:lnTo>
                    <a:pt x="3343275" y="1215123"/>
                  </a:lnTo>
                  <a:lnTo>
                    <a:pt x="3343275" y="1212494"/>
                  </a:lnTo>
                  <a:close/>
                </a:path>
                <a:path w="9153525" h="1219200">
                  <a:moveTo>
                    <a:pt x="3343275" y="607974"/>
                  </a:moveTo>
                  <a:lnTo>
                    <a:pt x="3342817" y="606856"/>
                  </a:lnTo>
                  <a:lnTo>
                    <a:pt x="3340951" y="604989"/>
                  </a:lnTo>
                  <a:lnTo>
                    <a:pt x="3339833" y="604520"/>
                  </a:lnTo>
                  <a:lnTo>
                    <a:pt x="3337204" y="604520"/>
                  </a:lnTo>
                  <a:lnTo>
                    <a:pt x="3336074" y="604989"/>
                  </a:lnTo>
                  <a:lnTo>
                    <a:pt x="3334220" y="606856"/>
                  </a:lnTo>
                  <a:lnTo>
                    <a:pt x="3333750" y="607974"/>
                  </a:lnTo>
                  <a:lnTo>
                    <a:pt x="3333750" y="610603"/>
                  </a:lnTo>
                  <a:lnTo>
                    <a:pt x="3334220" y="611720"/>
                  </a:lnTo>
                  <a:lnTo>
                    <a:pt x="3336074" y="613587"/>
                  </a:lnTo>
                  <a:lnTo>
                    <a:pt x="3337204" y="614045"/>
                  </a:lnTo>
                  <a:lnTo>
                    <a:pt x="3339833" y="614045"/>
                  </a:lnTo>
                  <a:lnTo>
                    <a:pt x="3340951" y="613587"/>
                  </a:lnTo>
                  <a:lnTo>
                    <a:pt x="3342817" y="611720"/>
                  </a:lnTo>
                  <a:lnTo>
                    <a:pt x="3343275" y="610603"/>
                  </a:lnTo>
                  <a:lnTo>
                    <a:pt x="3343275" y="607974"/>
                  </a:lnTo>
                  <a:close/>
                </a:path>
                <a:path w="9153525" h="1219200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9153525" h="1219200">
                  <a:moveTo>
                    <a:pt x="3390900" y="1212494"/>
                  </a:moveTo>
                  <a:lnTo>
                    <a:pt x="3390442" y="1211376"/>
                  </a:lnTo>
                  <a:lnTo>
                    <a:pt x="3388576" y="1209509"/>
                  </a:lnTo>
                  <a:lnTo>
                    <a:pt x="3387458" y="1209052"/>
                  </a:lnTo>
                  <a:lnTo>
                    <a:pt x="3384829" y="1209052"/>
                  </a:lnTo>
                  <a:lnTo>
                    <a:pt x="3383699" y="1209509"/>
                  </a:lnTo>
                  <a:lnTo>
                    <a:pt x="3381845" y="1211376"/>
                  </a:lnTo>
                  <a:lnTo>
                    <a:pt x="3381375" y="1212494"/>
                  </a:lnTo>
                  <a:lnTo>
                    <a:pt x="3381375" y="1215123"/>
                  </a:lnTo>
                  <a:lnTo>
                    <a:pt x="3381845" y="1216240"/>
                  </a:lnTo>
                  <a:lnTo>
                    <a:pt x="3383699" y="1218107"/>
                  </a:lnTo>
                  <a:lnTo>
                    <a:pt x="3384829" y="1218577"/>
                  </a:lnTo>
                  <a:lnTo>
                    <a:pt x="3387458" y="1218577"/>
                  </a:lnTo>
                  <a:lnTo>
                    <a:pt x="3388576" y="1218107"/>
                  </a:lnTo>
                  <a:lnTo>
                    <a:pt x="3390442" y="1216240"/>
                  </a:lnTo>
                  <a:lnTo>
                    <a:pt x="3390900" y="1215123"/>
                  </a:lnTo>
                  <a:lnTo>
                    <a:pt x="3390900" y="1212494"/>
                  </a:lnTo>
                  <a:close/>
                </a:path>
                <a:path w="9153525" h="1219200">
                  <a:moveTo>
                    <a:pt x="3390900" y="607974"/>
                  </a:moveTo>
                  <a:lnTo>
                    <a:pt x="3390442" y="606856"/>
                  </a:lnTo>
                  <a:lnTo>
                    <a:pt x="3388576" y="604989"/>
                  </a:lnTo>
                  <a:lnTo>
                    <a:pt x="3387458" y="604520"/>
                  </a:lnTo>
                  <a:lnTo>
                    <a:pt x="3384829" y="604520"/>
                  </a:lnTo>
                  <a:lnTo>
                    <a:pt x="3383699" y="604989"/>
                  </a:lnTo>
                  <a:lnTo>
                    <a:pt x="3381845" y="606856"/>
                  </a:lnTo>
                  <a:lnTo>
                    <a:pt x="3381375" y="607974"/>
                  </a:lnTo>
                  <a:lnTo>
                    <a:pt x="3381375" y="610603"/>
                  </a:lnTo>
                  <a:lnTo>
                    <a:pt x="3381845" y="611720"/>
                  </a:lnTo>
                  <a:lnTo>
                    <a:pt x="3383699" y="613587"/>
                  </a:lnTo>
                  <a:lnTo>
                    <a:pt x="3384829" y="614045"/>
                  </a:lnTo>
                  <a:lnTo>
                    <a:pt x="3387458" y="614045"/>
                  </a:lnTo>
                  <a:lnTo>
                    <a:pt x="3388576" y="613587"/>
                  </a:lnTo>
                  <a:lnTo>
                    <a:pt x="3390442" y="611720"/>
                  </a:lnTo>
                  <a:lnTo>
                    <a:pt x="3390900" y="610603"/>
                  </a:lnTo>
                  <a:lnTo>
                    <a:pt x="3390900" y="607974"/>
                  </a:lnTo>
                  <a:close/>
                </a:path>
                <a:path w="9153525" h="1219200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9153525" h="1219200">
                  <a:moveTo>
                    <a:pt x="3438525" y="1212494"/>
                  </a:moveTo>
                  <a:lnTo>
                    <a:pt x="3438067" y="1211376"/>
                  </a:lnTo>
                  <a:lnTo>
                    <a:pt x="3436201" y="1209509"/>
                  </a:lnTo>
                  <a:lnTo>
                    <a:pt x="3435083" y="1209052"/>
                  </a:lnTo>
                  <a:lnTo>
                    <a:pt x="3432454" y="1209052"/>
                  </a:lnTo>
                  <a:lnTo>
                    <a:pt x="3431336" y="1209509"/>
                  </a:lnTo>
                  <a:lnTo>
                    <a:pt x="3429470" y="1211376"/>
                  </a:lnTo>
                  <a:lnTo>
                    <a:pt x="3429000" y="1212494"/>
                  </a:lnTo>
                  <a:lnTo>
                    <a:pt x="3429000" y="1215123"/>
                  </a:lnTo>
                  <a:lnTo>
                    <a:pt x="3429470" y="1216240"/>
                  </a:lnTo>
                  <a:lnTo>
                    <a:pt x="3431336" y="1218107"/>
                  </a:lnTo>
                  <a:lnTo>
                    <a:pt x="3432454" y="1218577"/>
                  </a:lnTo>
                  <a:lnTo>
                    <a:pt x="3435083" y="1218577"/>
                  </a:lnTo>
                  <a:lnTo>
                    <a:pt x="3436201" y="1218107"/>
                  </a:lnTo>
                  <a:lnTo>
                    <a:pt x="3438067" y="1216240"/>
                  </a:lnTo>
                  <a:lnTo>
                    <a:pt x="3438525" y="1215123"/>
                  </a:lnTo>
                  <a:lnTo>
                    <a:pt x="3438525" y="1212494"/>
                  </a:lnTo>
                  <a:close/>
                </a:path>
                <a:path w="9153525" h="1219200">
                  <a:moveTo>
                    <a:pt x="3438525" y="607974"/>
                  </a:moveTo>
                  <a:lnTo>
                    <a:pt x="3438067" y="606856"/>
                  </a:lnTo>
                  <a:lnTo>
                    <a:pt x="3436201" y="604989"/>
                  </a:lnTo>
                  <a:lnTo>
                    <a:pt x="3435083" y="604520"/>
                  </a:lnTo>
                  <a:lnTo>
                    <a:pt x="3432454" y="604520"/>
                  </a:lnTo>
                  <a:lnTo>
                    <a:pt x="3431336" y="604989"/>
                  </a:lnTo>
                  <a:lnTo>
                    <a:pt x="3429470" y="606856"/>
                  </a:lnTo>
                  <a:lnTo>
                    <a:pt x="3429000" y="607974"/>
                  </a:lnTo>
                  <a:lnTo>
                    <a:pt x="3429000" y="610603"/>
                  </a:lnTo>
                  <a:lnTo>
                    <a:pt x="3429470" y="611720"/>
                  </a:lnTo>
                  <a:lnTo>
                    <a:pt x="3431336" y="613587"/>
                  </a:lnTo>
                  <a:lnTo>
                    <a:pt x="3432454" y="614045"/>
                  </a:lnTo>
                  <a:lnTo>
                    <a:pt x="3435083" y="614045"/>
                  </a:lnTo>
                  <a:lnTo>
                    <a:pt x="3436201" y="613587"/>
                  </a:lnTo>
                  <a:lnTo>
                    <a:pt x="3438067" y="611720"/>
                  </a:lnTo>
                  <a:lnTo>
                    <a:pt x="3438525" y="610603"/>
                  </a:lnTo>
                  <a:lnTo>
                    <a:pt x="3438525" y="607974"/>
                  </a:lnTo>
                  <a:close/>
                </a:path>
                <a:path w="9153525" h="1219200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9153525" h="1219200">
                  <a:moveTo>
                    <a:pt x="3486150" y="1212494"/>
                  </a:moveTo>
                  <a:lnTo>
                    <a:pt x="3485692" y="1211376"/>
                  </a:lnTo>
                  <a:lnTo>
                    <a:pt x="3483826" y="1209509"/>
                  </a:lnTo>
                  <a:lnTo>
                    <a:pt x="3482708" y="1209052"/>
                  </a:lnTo>
                  <a:lnTo>
                    <a:pt x="3480079" y="1209052"/>
                  </a:lnTo>
                  <a:lnTo>
                    <a:pt x="3478961" y="1209509"/>
                  </a:lnTo>
                  <a:lnTo>
                    <a:pt x="3477095" y="1211376"/>
                  </a:lnTo>
                  <a:lnTo>
                    <a:pt x="3476625" y="1212494"/>
                  </a:lnTo>
                  <a:lnTo>
                    <a:pt x="3476625" y="1215123"/>
                  </a:lnTo>
                  <a:lnTo>
                    <a:pt x="3477095" y="1216240"/>
                  </a:lnTo>
                  <a:lnTo>
                    <a:pt x="3478961" y="1218107"/>
                  </a:lnTo>
                  <a:lnTo>
                    <a:pt x="3480079" y="1218577"/>
                  </a:lnTo>
                  <a:lnTo>
                    <a:pt x="3482708" y="1218577"/>
                  </a:lnTo>
                  <a:lnTo>
                    <a:pt x="3483826" y="1218107"/>
                  </a:lnTo>
                  <a:lnTo>
                    <a:pt x="3485692" y="1216240"/>
                  </a:lnTo>
                  <a:lnTo>
                    <a:pt x="3486150" y="1215123"/>
                  </a:lnTo>
                  <a:lnTo>
                    <a:pt x="3486150" y="1212494"/>
                  </a:lnTo>
                  <a:close/>
                </a:path>
                <a:path w="9153525" h="1219200">
                  <a:moveTo>
                    <a:pt x="3486150" y="607974"/>
                  </a:moveTo>
                  <a:lnTo>
                    <a:pt x="3485692" y="606856"/>
                  </a:lnTo>
                  <a:lnTo>
                    <a:pt x="3483826" y="604989"/>
                  </a:lnTo>
                  <a:lnTo>
                    <a:pt x="3482708" y="604520"/>
                  </a:lnTo>
                  <a:lnTo>
                    <a:pt x="3480079" y="604520"/>
                  </a:lnTo>
                  <a:lnTo>
                    <a:pt x="3478961" y="604989"/>
                  </a:lnTo>
                  <a:lnTo>
                    <a:pt x="3477095" y="606856"/>
                  </a:lnTo>
                  <a:lnTo>
                    <a:pt x="3476625" y="607974"/>
                  </a:lnTo>
                  <a:lnTo>
                    <a:pt x="3476625" y="610603"/>
                  </a:lnTo>
                  <a:lnTo>
                    <a:pt x="3477095" y="611720"/>
                  </a:lnTo>
                  <a:lnTo>
                    <a:pt x="3478961" y="613587"/>
                  </a:lnTo>
                  <a:lnTo>
                    <a:pt x="3480079" y="614045"/>
                  </a:lnTo>
                  <a:lnTo>
                    <a:pt x="3482708" y="614045"/>
                  </a:lnTo>
                  <a:lnTo>
                    <a:pt x="3483826" y="613587"/>
                  </a:lnTo>
                  <a:lnTo>
                    <a:pt x="3485692" y="611720"/>
                  </a:lnTo>
                  <a:lnTo>
                    <a:pt x="3486150" y="610603"/>
                  </a:lnTo>
                  <a:lnTo>
                    <a:pt x="3486150" y="607974"/>
                  </a:lnTo>
                  <a:close/>
                </a:path>
                <a:path w="9153525" h="1219200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9153525" h="1219200">
                  <a:moveTo>
                    <a:pt x="3533775" y="1212494"/>
                  </a:moveTo>
                  <a:lnTo>
                    <a:pt x="3533317" y="1211376"/>
                  </a:lnTo>
                  <a:lnTo>
                    <a:pt x="3531451" y="1209509"/>
                  </a:lnTo>
                  <a:lnTo>
                    <a:pt x="3530333" y="1209052"/>
                  </a:lnTo>
                  <a:lnTo>
                    <a:pt x="3527704" y="1209052"/>
                  </a:lnTo>
                  <a:lnTo>
                    <a:pt x="3526586" y="1209509"/>
                  </a:lnTo>
                  <a:lnTo>
                    <a:pt x="3524720" y="1211376"/>
                  </a:lnTo>
                  <a:lnTo>
                    <a:pt x="3524250" y="1212494"/>
                  </a:lnTo>
                  <a:lnTo>
                    <a:pt x="3524250" y="1215123"/>
                  </a:lnTo>
                  <a:lnTo>
                    <a:pt x="3524720" y="1216240"/>
                  </a:lnTo>
                  <a:lnTo>
                    <a:pt x="3526586" y="1218107"/>
                  </a:lnTo>
                  <a:lnTo>
                    <a:pt x="3527704" y="1218577"/>
                  </a:lnTo>
                  <a:lnTo>
                    <a:pt x="3530333" y="1218577"/>
                  </a:lnTo>
                  <a:lnTo>
                    <a:pt x="3531451" y="1218107"/>
                  </a:lnTo>
                  <a:lnTo>
                    <a:pt x="3533317" y="1216240"/>
                  </a:lnTo>
                  <a:lnTo>
                    <a:pt x="3533775" y="1215123"/>
                  </a:lnTo>
                  <a:lnTo>
                    <a:pt x="3533775" y="1212494"/>
                  </a:lnTo>
                  <a:close/>
                </a:path>
                <a:path w="9153525" h="1219200">
                  <a:moveTo>
                    <a:pt x="3533775" y="607974"/>
                  </a:moveTo>
                  <a:lnTo>
                    <a:pt x="3533317" y="606856"/>
                  </a:lnTo>
                  <a:lnTo>
                    <a:pt x="3531451" y="604989"/>
                  </a:lnTo>
                  <a:lnTo>
                    <a:pt x="3530333" y="604520"/>
                  </a:lnTo>
                  <a:lnTo>
                    <a:pt x="3527704" y="604520"/>
                  </a:lnTo>
                  <a:lnTo>
                    <a:pt x="3526586" y="604989"/>
                  </a:lnTo>
                  <a:lnTo>
                    <a:pt x="3524720" y="606856"/>
                  </a:lnTo>
                  <a:lnTo>
                    <a:pt x="3524250" y="607974"/>
                  </a:lnTo>
                  <a:lnTo>
                    <a:pt x="3524250" y="610603"/>
                  </a:lnTo>
                  <a:lnTo>
                    <a:pt x="3524720" y="611720"/>
                  </a:lnTo>
                  <a:lnTo>
                    <a:pt x="3526586" y="613587"/>
                  </a:lnTo>
                  <a:lnTo>
                    <a:pt x="3527704" y="614045"/>
                  </a:lnTo>
                  <a:lnTo>
                    <a:pt x="3530333" y="614045"/>
                  </a:lnTo>
                  <a:lnTo>
                    <a:pt x="3531451" y="613587"/>
                  </a:lnTo>
                  <a:lnTo>
                    <a:pt x="3533317" y="611720"/>
                  </a:lnTo>
                  <a:lnTo>
                    <a:pt x="3533775" y="610603"/>
                  </a:lnTo>
                  <a:lnTo>
                    <a:pt x="3533775" y="607974"/>
                  </a:lnTo>
                  <a:close/>
                </a:path>
                <a:path w="9153525" h="1219200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9153525" h="1219200">
                  <a:moveTo>
                    <a:pt x="3581400" y="1212494"/>
                  </a:moveTo>
                  <a:lnTo>
                    <a:pt x="3580942" y="1211376"/>
                  </a:lnTo>
                  <a:lnTo>
                    <a:pt x="3579076" y="1209509"/>
                  </a:lnTo>
                  <a:lnTo>
                    <a:pt x="3577958" y="1209052"/>
                  </a:lnTo>
                  <a:lnTo>
                    <a:pt x="3575329" y="1209052"/>
                  </a:lnTo>
                  <a:lnTo>
                    <a:pt x="3574211" y="1209509"/>
                  </a:lnTo>
                  <a:lnTo>
                    <a:pt x="3572345" y="1211376"/>
                  </a:lnTo>
                  <a:lnTo>
                    <a:pt x="3571875" y="1212494"/>
                  </a:lnTo>
                  <a:lnTo>
                    <a:pt x="3571875" y="1215123"/>
                  </a:lnTo>
                  <a:lnTo>
                    <a:pt x="3572345" y="1216240"/>
                  </a:lnTo>
                  <a:lnTo>
                    <a:pt x="3574211" y="1218107"/>
                  </a:lnTo>
                  <a:lnTo>
                    <a:pt x="3575329" y="1218577"/>
                  </a:lnTo>
                  <a:lnTo>
                    <a:pt x="3577958" y="1218577"/>
                  </a:lnTo>
                  <a:lnTo>
                    <a:pt x="3579076" y="1218107"/>
                  </a:lnTo>
                  <a:lnTo>
                    <a:pt x="3580942" y="1216240"/>
                  </a:lnTo>
                  <a:lnTo>
                    <a:pt x="3581400" y="1215123"/>
                  </a:lnTo>
                  <a:lnTo>
                    <a:pt x="3581400" y="1212494"/>
                  </a:lnTo>
                  <a:close/>
                </a:path>
                <a:path w="9153525" h="1219200">
                  <a:moveTo>
                    <a:pt x="3581400" y="607974"/>
                  </a:moveTo>
                  <a:lnTo>
                    <a:pt x="3580942" y="606856"/>
                  </a:lnTo>
                  <a:lnTo>
                    <a:pt x="3579076" y="604989"/>
                  </a:lnTo>
                  <a:lnTo>
                    <a:pt x="3577958" y="604520"/>
                  </a:lnTo>
                  <a:lnTo>
                    <a:pt x="3575329" y="604520"/>
                  </a:lnTo>
                  <a:lnTo>
                    <a:pt x="3574211" y="604989"/>
                  </a:lnTo>
                  <a:lnTo>
                    <a:pt x="3572345" y="606856"/>
                  </a:lnTo>
                  <a:lnTo>
                    <a:pt x="3571875" y="607974"/>
                  </a:lnTo>
                  <a:lnTo>
                    <a:pt x="3571875" y="610603"/>
                  </a:lnTo>
                  <a:lnTo>
                    <a:pt x="3572345" y="611720"/>
                  </a:lnTo>
                  <a:lnTo>
                    <a:pt x="3574211" y="613587"/>
                  </a:lnTo>
                  <a:lnTo>
                    <a:pt x="3575329" y="614045"/>
                  </a:lnTo>
                  <a:lnTo>
                    <a:pt x="3577958" y="614045"/>
                  </a:lnTo>
                  <a:lnTo>
                    <a:pt x="3579076" y="613587"/>
                  </a:lnTo>
                  <a:lnTo>
                    <a:pt x="3580942" y="611720"/>
                  </a:lnTo>
                  <a:lnTo>
                    <a:pt x="3581400" y="610603"/>
                  </a:lnTo>
                  <a:lnTo>
                    <a:pt x="3581400" y="607974"/>
                  </a:lnTo>
                  <a:close/>
                </a:path>
                <a:path w="9153525" h="1219200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9153525" h="1219200">
                  <a:moveTo>
                    <a:pt x="3629025" y="1212494"/>
                  </a:moveTo>
                  <a:lnTo>
                    <a:pt x="3628567" y="1211376"/>
                  </a:lnTo>
                  <a:lnTo>
                    <a:pt x="3626701" y="1209509"/>
                  </a:lnTo>
                  <a:lnTo>
                    <a:pt x="3625583" y="1209052"/>
                  </a:lnTo>
                  <a:lnTo>
                    <a:pt x="3622954" y="1209052"/>
                  </a:lnTo>
                  <a:lnTo>
                    <a:pt x="3621836" y="1209509"/>
                  </a:lnTo>
                  <a:lnTo>
                    <a:pt x="3619970" y="1211376"/>
                  </a:lnTo>
                  <a:lnTo>
                    <a:pt x="3619500" y="1212494"/>
                  </a:lnTo>
                  <a:lnTo>
                    <a:pt x="3619500" y="1215123"/>
                  </a:lnTo>
                  <a:lnTo>
                    <a:pt x="3619970" y="1216240"/>
                  </a:lnTo>
                  <a:lnTo>
                    <a:pt x="3621836" y="1218107"/>
                  </a:lnTo>
                  <a:lnTo>
                    <a:pt x="3622954" y="1218577"/>
                  </a:lnTo>
                  <a:lnTo>
                    <a:pt x="3625583" y="1218577"/>
                  </a:lnTo>
                  <a:lnTo>
                    <a:pt x="3626701" y="1218107"/>
                  </a:lnTo>
                  <a:lnTo>
                    <a:pt x="3628567" y="1216240"/>
                  </a:lnTo>
                  <a:lnTo>
                    <a:pt x="3629025" y="1215123"/>
                  </a:lnTo>
                  <a:lnTo>
                    <a:pt x="3629025" y="1212494"/>
                  </a:lnTo>
                  <a:close/>
                </a:path>
                <a:path w="9153525" h="1219200">
                  <a:moveTo>
                    <a:pt x="3629025" y="607974"/>
                  </a:moveTo>
                  <a:lnTo>
                    <a:pt x="3628567" y="606856"/>
                  </a:lnTo>
                  <a:lnTo>
                    <a:pt x="3626701" y="604989"/>
                  </a:lnTo>
                  <a:lnTo>
                    <a:pt x="3625583" y="604520"/>
                  </a:lnTo>
                  <a:lnTo>
                    <a:pt x="3622954" y="604520"/>
                  </a:lnTo>
                  <a:lnTo>
                    <a:pt x="3621836" y="604989"/>
                  </a:lnTo>
                  <a:lnTo>
                    <a:pt x="3619970" y="606856"/>
                  </a:lnTo>
                  <a:lnTo>
                    <a:pt x="3619500" y="607974"/>
                  </a:lnTo>
                  <a:lnTo>
                    <a:pt x="3619500" y="610603"/>
                  </a:lnTo>
                  <a:lnTo>
                    <a:pt x="3619970" y="611720"/>
                  </a:lnTo>
                  <a:lnTo>
                    <a:pt x="3621836" y="613587"/>
                  </a:lnTo>
                  <a:lnTo>
                    <a:pt x="3622954" y="614045"/>
                  </a:lnTo>
                  <a:lnTo>
                    <a:pt x="3625583" y="614045"/>
                  </a:lnTo>
                  <a:lnTo>
                    <a:pt x="3626701" y="613587"/>
                  </a:lnTo>
                  <a:lnTo>
                    <a:pt x="3628567" y="611720"/>
                  </a:lnTo>
                  <a:lnTo>
                    <a:pt x="3629025" y="610603"/>
                  </a:lnTo>
                  <a:lnTo>
                    <a:pt x="3629025" y="607974"/>
                  </a:lnTo>
                  <a:close/>
                </a:path>
                <a:path w="9153525" h="1219200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9153525" h="1219200">
                  <a:moveTo>
                    <a:pt x="3676650" y="1212494"/>
                  </a:moveTo>
                  <a:lnTo>
                    <a:pt x="3676192" y="1211376"/>
                  </a:lnTo>
                  <a:lnTo>
                    <a:pt x="3674326" y="1209509"/>
                  </a:lnTo>
                  <a:lnTo>
                    <a:pt x="3673208" y="1209052"/>
                  </a:lnTo>
                  <a:lnTo>
                    <a:pt x="3670579" y="1209052"/>
                  </a:lnTo>
                  <a:lnTo>
                    <a:pt x="3669461" y="1209509"/>
                  </a:lnTo>
                  <a:lnTo>
                    <a:pt x="3667595" y="1211376"/>
                  </a:lnTo>
                  <a:lnTo>
                    <a:pt x="3667125" y="1212494"/>
                  </a:lnTo>
                  <a:lnTo>
                    <a:pt x="3667125" y="1215123"/>
                  </a:lnTo>
                  <a:lnTo>
                    <a:pt x="3667595" y="1216240"/>
                  </a:lnTo>
                  <a:lnTo>
                    <a:pt x="3669461" y="1218107"/>
                  </a:lnTo>
                  <a:lnTo>
                    <a:pt x="3670579" y="1218577"/>
                  </a:lnTo>
                  <a:lnTo>
                    <a:pt x="3673208" y="1218577"/>
                  </a:lnTo>
                  <a:lnTo>
                    <a:pt x="3674326" y="1218107"/>
                  </a:lnTo>
                  <a:lnTo>
                    <a:pt x="3676192" y="1216240"/>
                  </a:lnTo>
                  <a:lnTo>
                    <a:pt x="3676650" y="1215123"/>
                  </a:lnTo>
                  <a:lnTo>
                    <a:pt x="3676650" y="1212494"/>
                  </a:lnTo>
                  <a:close/>
                </a:path>
                <a:path w="9153525" h="1219200">
                  <a:moveTo>
                    <a:pt x="3676650" y="607974"/>
                  </a:moveTo>
                  <a:lnTo>
                    <a:pt x="3676192" y="606856"/>
                  </a:lnTo>
                  <a:lnTo>
                    <a:pt x="3674326" y="604989"/>
                  </a:lnTo>
                  <a:lnTo>
                    <a:pt x="3673208" y="604520"/>
                  </a:lnTo>
                  <a:lnTo>
                    <a:pt x="3670579" y="604520"/>
                  </a:lnTo>
                  <a:lnTo>
                    <a:pt x="3669461" y="604989"/>
                  </a:lnTo>
                  <a:lnTo>
                    <a:pt x="3667595" y="606856"/>
                  </a:lnTo>
                  <a:lnTo>
                    <a:pt x="3667125" y="607974"/>
                  </a:lnTo>
                  <a:lnTo>
                    <a:pt x="3667125" y="610603"/>
                  </a:lnTo>
                  <a:lnTo>
                    <a:pt x="3667595" y="611720"/>
                  </a:lnTo>
                  <a:lnTo>
                    <a:pt x="3669461" y="613587"/>
                  </a:lnTo>
                  <a:lnTo>
                    <a:pt x="3670579" y="614045"/>
                  </a:lnTo>
                  <a:lnTo>
                    <a:pt x="3673208" y="614045"/>
                  </a:lnTo>
                  <a:lnTo>
                    <a:pt x="3674326" y="613587"/>
                  </a:lnTo>
                  <a:lnTo>
                    <a:pt x="3676192" y="611720"/>
                  </a:lnTo>
                  <a:lnTo>
                    <a:pt x="3676650" y="610603"/>
                  </a:lnTo>
                  <a:lnTo>
                    <a:pt x="3676650" y="607974"/>
                  </a:lnTo>
                  <a:close/>
                </a:path>
                <a:path w="9153525" h="1219200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9153525" h="1219200">
                  <a:moveTo>
                    <a:pt x="3724275" y="1212494"/>
                  </a:moveTo>
                  <a:lnTo>
                    <a:pt x="3723817" y="1211376"/>
                  </a:lnTo>
                  <a:lnTo>
                    <a:pt x="3721951" y="1209509"/>
                  </a:lnTo>
                  <a:lnTo>
                    <a:pt x="3720833" y="1209052"/>
                  </a:lnTo>
                  <a:lnTo>
                    <a:pt x="3718204" y="1209052"/>
                  </a:lnTo>
                  <a:lnTo>
                    <a:pt x="3717086" y="1209509"/>
                  </a:lnTo>
                  <a:lnTo>
                    <a:pt x="3715220" y="1211376"/>
                  </a:lnTo>
                  <a:lnTo>
                    <a:pt x="3714750" y="1212494"/>
                  </a:lnTo>
                  <a:lnTo>
                    <a:pt x="3714750" y="1215123"/>
                  </a:lnTo>
                  <a:lnTo>
                    <a:pt x="3715220" y="1216240"/>
                  </a:lnTo>
                  <a:lnTo>
                    <a:pt x="3717086" y="1218107"/>
                  </a:lnTo>
                  <a:lnTo>
                    <a:pt x="3718204" y="1218577"/>
                  </a:lnTo>
                  <a:lnTo>
                    <a:pt x="3720833" y="1218577"/>
                  </a:lnTo>
                  <a:lnTo>
                    <a:pt x="3721951" y="1218107"/>
                  </a:lnTo>
                  <a:lnTo>
                    <a:pt x="3723817" y="1216240"/>
                  </a:lnTo>
                  <a:lnTo>
                    <a:pt x="3724275" y="1215123"/>
                  </a:lnTo>
                  <a:lnTo>
                    <a:pt x="3724275" y="1212494"/>
                  </a:lnTo>
                  <a:close/>
                </a:path>
                <a:path w="9153525" h="1219200">
                  <a:moveTo>
                    <a:pt x="3724275" y="607974"/>
                  </a:moveTo>
                  <a:lnTo>
                    <a:pt x="3723817" y="606856"/>
                  </a:lnTo>
                  <a:lnTo>
                    <a:pt x="3721951" y="604989"/>
                  </a:lnTo>
                  <a:lnTo>
                    <a:pt x="3720833" y="604520"/>
                  </a:lnTo>
                  <a:lnTo>
                    <a:pt x="3718204" y="604520"/>
                  </a:lnTo>
                  <a:lnTo>
                    <a:pt x="3717086" y="604989"/>
                  </a:lnTo>
                  <a:lnTo>
                    <a:pt x="3715220" y="606856"/>
                  </a:lnTo>
                  <a:lnTo>
                    <a:pt x="3714750" y="607974"/>
                  </a:lnTo>
                  <a:lnTo>
                    <a:pt x="3714750" y="610603"/>
                  </a:lnTo>
                  <a:lnTo>
                    <a:pt x="3715220" y="611720"/>
                  </a:lnTo>
                  <a:lnTo>
                    <a:pt x="3717086" y="613587"/>
                  </a:lnTo>
                  <a:lnTo>
                    <a:pt x="3718204" y="614045"/>
                  </a:lnTo>
                  <a:lnTo>
                    <a:pt x="3720833" y="614045"/>
                  </a:lnTo>
                  <a:lnTo>
                    <a:pt x="3721951" y="613587"/>
                  </a:lnTo>
                  <a:lnTo>
                    <a:pt x="3723817" y="611720"/>
                  </a:lnTo>
                  <a:lnTo>
                    <a:pt x="3724275" y="610603"/>
                  </a:lnTo>
                  <a:lnTo>
                    <a:pt x="3724275" y="607974"/>
                  </a:lnTo>
                  <a:close/>
                </a:path>
                <a:path w="9153525" h="1219200">
                  <a:moveTo>
                    <a:pt x="3724275" y="3454"/>
                  </a:moveTo>
                  <a:lnTo>
                    <a:pt x="3723817" y="2336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36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67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67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9153525" h="1219200">
                  <a:moveTo>
                    <a:pt x="3771900" y="1212494"/>
                  </a:moveTo>
                  <a:lnTo>
                    <a:pt x="3771442" y="1211376"/>
                  </a:lnTo>
                  <a:lnTo>
                    <a:pt x="3769576" y="1209509"/>
                  </a:lnTo>
                  <a:lnTo>
                    <a:pt x="3768458" y="1209052"/>
                  </a:lnTo>
                  <a:lnTo>
                    <a:pt x="3765829" y="1209052"/>
                  </a:lnTo>
                  <a:lnTo>
                    <a:pt x="3764711" y="1209509"/>
                  </a:lnTo>
                  <a:lnTo>
                    <a:pt x="3762845" y="1211376"/>
                  </a:lnTo>
                  <a:lnTo>
                    <a:pt x="3762375" y="1212494"/>
                  </a:lnTo>
                  <a:lnTo>
                    <a:pt x="3762375" y="1215123"/>
                  </a:lnTo>
                  <a:lnTo>
                    <a:pt x="3762845" y="1216240"/>
                  </a:lnTo>
                  <a:lnTo>
                    <a:pt x="3764711" y="1218107"/>
                  </a:lnTo>
                  <a:lnTo>
                    <a:pt x="3765829" y="1218577"/>
                  </a:lnTo>
                  <a:lnTo>
                    <a:pt x="3768458" y="1218577"/>
                  </a:lnTo>
                  <a:lnTo>
                    <a:pt x="3769576" y="1218107"/>
                  </a:lnTo>
                  <a:lnTo>
                    <a:pt x="3771442" y="1216240"/>
                  </a:lnTo>
                  <a:lnTo>
                    <a:pt x="3771900" y="1215123"/>
                  </a:lnTo>
                  <a:lnTo>
                    <a:pt x="3771900" y="1212494"/>
                  </a:lnTo>
                  <a:close/>
                </a:path>
                <a:path w="9153525" h="1219200">
                  <a:moveTo>
                    <a:pt x="3771900" y="607974"/>
                  </a:moveTo>
                  <a:lnTo>
                    <a:pt x="3771442" y="606856"/>
                  </a:lnTo>
                  <a:lnTo>
                    <a:pt x="3769576" y="604989"/>
                  </a:lnTo>
                  <a:lnTo>
                    <a:pt x="3768458" y="604520"/>
                  </a:lnTo>
                  <a:lnTo>
                    <a:pt x="3765829" y="604520"/>
                  </a:lnTo>
                  <a:lnTo>
                    <a:pt x="3764711" y="604989"/>
                  </a:lnTo>
                  <a:lnTo>
                    <a:pt x="3762845" y="606856"/>
                  </a:lnTo>
                  <a:lnTo>
                    <a:pt x="3762375" y="607974"/>
                  </a:lnTo>
                  <a:lnTo>
                    <a:pt x="3762375" y="610603"/>
                  </a:lnTo>
                  <a:lnTo>
                    <a:pt x="3762845" y="611720"/>
                  </a:lnTo>
                  <a:lnTo>
                    <a:pt x="3764711" y="613587"/>
                  </a:lnTo>
                  <a:lnTo>
                    <a:pt x="3765829" y="614045"/>
                  </a:lnTo>
                  <a:lnTo>
                    <a:pt x="3768458" y="614045"/>
                  </a:lnTo>
                  <a:lnTo>
                    <a:pt x="3769576" y="613587"/>
                  </a:lnTo>
                  <a:lnTo>
                    <a:pt x="3771442" y="611720"/>
                  </a:lnTo>
                  <a:lnTo>
                    <a:pt x="3771900" y="610603"/>
                  </a:lnTo>
                  <a:lnTo>
                    <a:pt x="3771900" y="607974"/>
                  </a:lnTo>
                  <a:close/>
                </a:path>
                <a:path w="9153525" h="1219200">
                  <a:moveTo>
                    <a:pt x="3771900" y="3454"/>
                  </a:moveTo>
                  <a:lnTo>
                    <a:pt x="3771442" y="2336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36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67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67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9153525" h="1219200">
                  <a:moveTo>
                    <a:pt x="3819525" y="1212494"/>
                  </a:moveTo>
                  <a:lnTo>
                    <a:pt x="3819067" y="1211376"/>
                  </a:lnTo>
                  <a:lnTo>
                    <a:pt x="3817201" y="1209509"/>
                  </a:lnTo>
                  <a:lnTo>
                    <a:pt x="3816083" y="1209052"/>
                  </a:lnTo>
                  <a:lnTo>
                    <a:pt x="3813454" y="1209052"/>
                  </a:lnTo>
                  <a:lnTo>
                    <a:pt x="3812336" y="1209509"/>
                  </a:lnTo>
                  <a:lnTo>
                    <a:pt x="3810470" y="1211376"/>
                  </a:lnTo>
                  <a:lnTo>
                    <a:pt x="3810000" y="1212494"/>
                  </a:lnTo>
                  <a:lnTo>
                    <a:pt x="3810000" y="1215123"/>
                  </a:lnTo>
                  <a:lnTo>
                    <a:pt x="3810470" y="1216240"/>
                  </a:lnTo>
                  <a:lnTo>
                    <a:pt x="3812336" y="1218107"/>
                  </a:lnTo>
                  <a:lnTo>
                    <a:pt x="3813454" y="1218577"/>
                  </a:lnTo>
                  <a:lnTo>
                    <a:pt x="3816083" y="1218577"/>
                  </a:lnTo>
                  <a:lnTo>
                    <a:pt x="3817201" y="1218107"/>
                  </a:lnTo>
                  <a:lnTo>
                    <a:pt x="3819067" y="1216240"/>
                  </a:lnTo>
                  <a:lnTo>
                    <a:pt x="3819525" y="1215123"/>
                  </a:lnTo>
                  <a:lnTo>
                    <a:pt x="3819525" y="1212494"/>
                  </a:lnTo>
                  <a:close/>
                </a:path>
                <a:path w="9153525" h="1219200">
                  <a:moveTo>
                    <a:pt x="3819525" y="607974"/>
                  </a:moveTo>
                  <a:lnTo>
                    <a:pt x="3819067" y="606856"/>
                  </a:lnTo>
                  <a:lnTo>
                    <a:pt x="3817201" y="604989"/>
                  </a:lnTo>
                  <a:lnTo>
                    <a:pt x="3816083" y="604520"/>
                  </a:lnTo>
                  <a:lnTo>
                    <a:pt x="3813454" y="604520"/>
                  </a:lnTo>
                  <a:lnTo>
                    <a:pt x="3812336" y="604989"/>
                  </a:lnTo>
                  <a:lnTo>
                    <a:pt x="3810470" y="606856"/>
                  </a:lnTo>
                  <a:lnTo>
                    <a:pt x="3810000" y="607974"/>
                  </a:lnTo>
                  <a:lnTo>
                    <a:pt x="3810000" y="610603"/>
                  </a:lnTo>
                  <a:lnTo>
                    <a:pt x="3810470" y="611720"/>
                  </a:lnTo>
                  <a:lnTo>
                    <a:pt x="3812336" y="613587"/>
                  </a:lnTo>
                  <a:lnTo>
                    <a:pt x="3813454" y="614045"/>
                  </a:lnTo>
                  <a:lnTo>
                    <a:pt x="3816083" y="614045"/>
                  </a:lnTo>
                  <a:lnTo>
                    <a:pt x="3817201" y="613587"/>
                  </a:lnTo>
                  <a:lnTo>
                    <a:pt x="3819067" y="611720"/>
                  </a:lnTo>
                  <a:lnTo>
                    <a:pt x="3819525" y="610603"/>
                  </a:lnTo>
                  <a:lnTo>
                    <a:pt x="3819525" y="607974"/>
                  </a:lnTo>
                  <a:close/>
                </a:path>
                <a:path w="9153525" h="1219200">
                  <a:moveTo>
                    <a:pt x="3819525" y="3454"/>
                  </a:moveTo>
                  <a:lnTo>
                    <a:pt x="3819067" y="2336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36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67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67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  <a:path w="9153525" h="1219200">
                  <a:moveTo>
                    <a:pt x="3867150" y="1212494"/>
                  </a:moveTo>
                  <a:lnTo>
                    <a:pt x="3866692" y="1211376"/>
                  </a:lnTo>
                  <a:lnTo>
                    <a:pt x="3864826" y="1209509"/>
                  </a:lnTo>
                  <a:lnTo>
                    <a:pt x="3863708" y="1209052"/>
                  </a:lnTo>
                  <a:lnTo>
                    <a:pt x="3861079" y="1209052"/>
                  </a:lnTo>
                  <a:lnTo>
                    <a:pt x="3859949" y="1209509"/>
                  </a:lnTo>
                  <a:lnTo>
                    <a:pt x="3858095" y="1211376"/>
                  </a:lnTo>
                  <a:lnTo>
                    <a:pt x="3857625" y="1212494"/>
                  </a:lnTo>
                  <a:lnTo>
                    <a:pt x="3857625" y="1215123"/>
                  </a:lnTo>
                  <a:lnTo>
                    <a:pt x="3858095" y="1216240"/>
                  </a:lnTo>
                  <a:lnTo>
                    <a:pt x="3859949" y="1218107"/>
                  </a:lnTo>
                  <a:lnTo>
                    <a:pt x="3861079" y="1218577"/>
                  </a:lnTo>
                  <a:lnTo>
                    <a:pt x="3863708" y="1218577"/>
                  </a:lnTo>
                  <a:lnTo>
                    <a:pt x="3864826" y="1218107"/>
                  </a:lnTo>
                  <a:lnTo>
                    <a:pt x="3866692" y="1216240"/>
                  </a:lnTo>
                  <a:lnTo>
                    <a:pt x="3867150" y="1215123"/>
                  </a:lnTo>
                  <a:lnTo>
                    <a:pt x="3867150" y="1212494"/>
                  </a:lnTo>
                  <a:close/>
                </a:path>
                <a:path w="9153525" h="1219200">
                  <a:moveTo>
                    <a:pt x="3867150" y="607974"/>
                  </a:moveTo>
                  <a:lnTo>
                    <a:pt x="3866692" y="606856"/>
                  </a:lnTo>
                  <a:lnTo>
                    <a:pt x="3864826" y="604989"/>
                  </a:lnTo>
                  <a:lnTo>
                    <a:pt x="3863708" y="604520"/>
                  </a:lnTo>
                  <a:lnTo>
                    <a:pt x="3861079" y="604520"/>
                  </a:lnTo>
                  <a:lnTo>
                    <a:pt x="3859949" y="604989"/>
                  </a:lnTo>
                  <a:lnTo>
                    <a:pt x="3858095" y="606856"/>
                  </a:lnTo>
                  <a:lnTo>
                    <a:pt x="3857625" y="607974"/>
                  </a:lnTo>
                  <a:lnTo>
                    <a:pt x="3857625" y="610603"/>
                  </a:lnTo>
                  <a:lnTo>
                    <a:pt x="3858095" y="611720"/>
                  </a:lnTo>
                  <a:lnTo>
                    <a:pt x="3859949" y="613587"/>
                  </a:lnTo>
                  <a:lnTo>
                    <a:pt x="3861079" y="614045"/>
                  </a:lnTo>
                  <a:lnTo>
                    <a:pt x="3863708" y="614045"/>
                  </a:lnTo>
                  <a:lnTo>
                    <a:pt x="3864826" y="613587"/>
                  </a:lnTo>
                  <a:lnTo>
                    <a:pt x="3866692" y="611720"/>
                  </a:lnTo>
                  <a:lnTo>
                    <a:pt x="3867150" y="610603"/>
                  </a:lnTo>
                  <a:lnTo>
                    <a:pt x="3867150" y="607974"/>
                  </a:lnTo>
                  <a:close/>
                </a:path>
                <a:path w="9153525" h="1219200">
                  <a:moveTo>
                    <a:pt x="3867150" y="3454"/>
                  </a:moveTo>
                  <a:lnTo>
                    <a:pt x="3866692" y="2336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36"/>
                  </a:lnTo>
                  <a:lnTo>
                    <a:pt x="3857625" y="3454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67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67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54"/>
                  </a:lnTo>
                  <a:close/>
                </a:path>
                <a:path w="9153525" h="1219200">
                  <a:moveTo>
                    <a:pt x="3914775" y="1212494"/>
                  </a:moveTo>
                  <a:lnTo>
                    <a:pt x="3914317" y="1211376"/>
                  </a:lnTo>
                  <a:lnTo>
                    <a:pt x="3912451" y="1209509"/>
                  </a:lnTo>
                  <a:lnTo>
                    <a:pt x="3911333" y="1209052"/>
                  </a:lnTo>
                  <a:lnTo>
                    <a:pt x="3908704" y="1209052"/>
                  </a:lnTo>
                  <a:lnTo>
                    <a:pt x="3907574" y="1209509"/>
                  </a:lnTo>
                  <a:lnTo>
                    <a:pt x="3905720" y="1211376"/>
                  </a:lnTo>
                  <a:lnTo>
                    <a:pt x="3905250" y="1212494"/>
                  </a:lnTo>
                  <a:lnTo>
                    <a:pt x="3905250" y="1215123"/>
                  </a:lnTo>
                  <a:lnTo>
                    <a:pt x="3905720" y="1216240"/>
                  </a:lnTo>
                  <a:lnTo>
                    <a:pt x="3907574" y="1218107"/>
                  </a:lnTo>
                  <a:lnTo>
                    <a:pt x="3908704" y="1218577"/>
                  </a:lnTo>
                  <a:lnTo>
                    <a:pt x="3911333" y="1218577"/>
                  </a:lnTo>
                  <a:lnTo>
                    <a:pt x="3912451" y="1218107"/>
                  </a:lnTo>
                  <a:lnTo>
                    <a:pt x="3914317" y="1216240"/>
                  </a:lnTo>
                  <a:lnTo>
                    <a:pt x="3914775" y="1215123"/>
                  </a:lnTo>
                  <a:lnTo>
                    <a:pt x="3914775" y="1212494"/>
                  </a:lnTo>
                  <a:close/>
                </a:path>
                <a:path w="9153525" h="1219200">
                  <a:moveTo>
                    <a:pt x="3914775" y="607974"/>
                  </a:moveTo>
                  <a:lnTo>
                    <a:pt x="3914317" y="606856"/>
                  </a:lnTo>
                  <a:lnTo>
                    <a:pt x="3912451" y="604989"/>
                  </a:lnTo>
                  <a:lnTo>
                    <a:pt x="3911333" y="604520"/>
                  </a:lnTo>
                  <a:lnTo>
                    <a:pt x="3908704" y="604520"/>
                  </a:lnTo>
                  <a:lnTo>
                    <a:pt x="3907574" y="604989"/>
                  </a:lnTo>
                  <a:lnTo>
                    <a:pt x="3905720" y="606856"/>
                  </a:lnTo>
                  <a:lnTo>
                    <a:pt x="3905250" y="607974"/>
                  </a:lnTo>
                  <a:lnTo>
                    <a:pt x="3905250" y="610603"/>
                  </a:lnTo>
                  <a:lnTo>
                    <a:pt x="3905720" y="611720"/>
                  </a:lnTo>
                  <a:lnTo>
                    <a:pt x="3907574" y="613587"/>
                  </a:lnTo>
                  <a:lnTo>
                    <a:pt x="3908704" y="614045"/>
                  </a:lnTo>
                  <a:lnTo>
                    <a:pt x="3911333" y="614045"/>
                  </a:lnTo>
                  <a:lnTo>
                    <a:pt x="3912451" y="613587"/>
                  </a:lnTo>
                  <a:lnTo>
                    <a:pt x="3914317" y="611720"/>
                  </a:lnTo>
                  <a:lnTo>
                    <a:pt x="3914775" y="610603"/>
                  </a:lnTo>
                  <a:lnTo>
                    <a:pt x="3914775" y="607974"/>
                  </a:lnTo>
                  <a:close/>
                </a:path>
                <a:path w="9153525" h="1219200">
                  <a:moveTo>
                    <a:pt x="3914775" y="3454"/>
                  </a:moveTo>
                  <a:lnTo>
                    <a:pt x="3914317" y="2336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36"/>
                  </a:lnTo>
                  <a:lnTo>
                    <a:pt x="3905250" y="3454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67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67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54"/>
                  </a:lnTo>
                  <a:close/>
                </a:path>
                <a:path w="9153525" h="1219200">
                  <a:moveTo>
                    <a:pt x="3962400" y="1212494"/>
                  </a:moveTo>
                  <a:lnTo>
                    <a:pt x="3961942" y="1211376"/>
                  </a:lnTo>
                  <a:lnTo>
                    <a:pt x="3960076" y="1209509"/>
                  </a:lnTo>
                  <a:lnTo>
                    <a:pt x="3958958" y="1209052"/>
                  </a:lnTo>
                  <a:lnTo>
                    <a:pt x="3956329" y="1209052"/>
                  </a:lnTo>
                  <a:lnTo>
                    <a:pt x="3955211" y="1209509"/>
                  </a:lnTo>
                  <a:lnTo>
                    <a:pt x="3953345" y="1211376"/>
                  </a:lnTo>
                  <a:lnTo>
                    <a:pt x="3952875" y="1212494"/>
                  </a:lnTo>
                  <a:lnTo>
                    <a:pt x="3952875" y="1215123"/>
                  </a:lnTo>
                  <a:lnTo>
                    <a:pt x="3953345" y="1216240"/>
                  </a:lnTo>
                  <a:lnTo>
                    <a:pt x="3955211" y="1218107"/>
                  </a:lnTo>
                  <a:lnTo>
                    <a:pt x="3956329" y="1218577"/>
                  </a:lnTo>
                  <a:lnTo>
                    <a:pt x="3958958" y="1218577"/>
                  </a:lnTo>
                  <a:lnTo>
                    <a:pt x="3960076" y="1218107"/>
                  </a:lnTo>
                  <a:lnTo>
                    <a:pt x="3961942" y="1216240"/>
                  </a:lnTo>
                  <a:lnTo>
                    <a:pt x="3962400" y="1215123"/>
                  </a:lnTo>
                  <a:lnTo>
                    <a:pt x="3962400" y="1212494"/>
                  </a:lnTo>
                  <a:close/>
                </a:path>
                <a:path w="9153525" h="1219200">
                  <a:moveTo>
                    <a:pt x="3962400" y="607974"/>
                  </a:moveTo>
                  <a:lnTo>
                    <a:pt x="3961942" y="606856"/>
                  </a:lnTo>
                  <a:lnTo>
                    <a:pt x="3960076" y="604989"/>
                  </a:lnTo>
                  <a:lnTo>
                    <a:pt x="3958958" y="604520"/>
                  </a:lnTo>
                  <a:lnTo>
                    <a:pt x="3956329" y="604520"/>
                  </a:lnTo>
                  <a:lnTo>
                    <a:pt x="3955211" y="604989"/>
                  </a:lnTo>
                  <a:lnTo>
                    <a:pt x="3953345" y="606856"/>
                  </a:lnTo>
                  <a:lnTo>
                    <a:pt x="3952875" y="607974"/>
                  </a:lnTo>
                  <a:lnTo>
                    <a:pt x="3952875" y="610603"/>
                  </a:lnTo>
                  <a:lnTo>
                    <a:pt x="3953345" y="611720"/>
                  </a:lnTo>
                  <a:lnTo>
                    <a:pt x="3955211" y="613587"/>
                  </a:lnTo>
                  <a:lnTo>
                    <a:pt x="3956329" y="614045"/>
                  </a:lnTo>
                  <a:lnTo>
                    <a:pt x="3958958" y="614045"/>
                  </a:lnTo>
                  <a:lnTo>
                    <a:pt x="3960076" y="613587"/>
                  </a:lnTo>
                  <a:lnTo>
                    <a:pt x="3961942" y="611720"/>
                  </a:lnTo>
                  <a:lnTo>
                    <a:pt x="3962400" y="610603"/>
                  </a:lnTo>
                  <a:lnTo>
                    <a:pt x="3962400" y="607974"/>
                  </a:lnTo>
                  <a:close/>
                </a:path>
                <a:path w="9153525" h="1219200">
                  <a:moveTo>
                    <a:pt x="3962400" y="3454"/>
                  </a:moveTo>
                  <a:lnTo>
                    <a:pt x="3961942" y="2336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36"/>
                  </a:lnTo>
                  <a:lnTo>
                    <a:pt x="3952875" y="3454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67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67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54"/>
                  </a:lnTo>
                  <a:close/>
                </a:path>
                <a:path w="9153525" h="1219200">
                  <a:moveTo>
                    <a:pt x="4010025" y="1212494"/>
                  </a:moveTo>
                  <a:lnTo>
                    <a:pt x="4009567" y="1211376"/>
                  </a:lnTo>
                  <a:lnTo>
                    <a:pt x="4007701" y="1209509"/>
                  </a:lnTo>
                  <a:lnTo>
                    <a:pt x="4006583" y="1209052"/>
                  </a:lnTo>
                  <a:lnTo>
                    <a:pt x="4003954" y="1209052"/>
                  </a:lnTo>
                  <a:lnTo>
                    <a:pt x="4002836" y="1209509"/>
                  </a:lnTo>
                  <a:lnTo>
                    <a:pt x="4000970" y="1211376"/>
                  </a:lnTo>
                  <a:lnTo>
                    <a:pt x="4000500" y="1212494"/>
                  </a:lnTo>
                  <a:lnTo>
                    <a:pt x="4000500" y="1215123"/>
                  </a:lnTo>
                  <a:lnTo>
                    <a:pt x="4000970" y="1216240"/>
                  </a:lnTo>
                  <a:lnTo>
                    <a:pt x="4002836" y="1218107"/>
                  </a:lnTo>
                  <a:lnTo>
                    <a:pt x="4003954" y="1218577"/>
                  </a:lnTo>
                  <a:lnTo>
                    <a:pt x="4006583" y="1218577"/>
                  </a:lnTo>
                  <a:lnTo>
                    <a:pt x="4007701" y="1218107"/>
                  </a:lnTo>
                  <a:lnTo>
                    <a:pt x="4009567" y="1216240"/>
                  </a:lnTo>
                  <a:lnTo>
                    <a:pt x="4010025" y="1215123"/>
                  </a:lnTo>
                  <a:lnTo>
                    <a:pt x="4010025" y="1212494"/>
                  </a:lnTo>
                  <a:close/>
                </a:path>
                <a:path w="9153525" h="1219200">
                  <a:moveTo>
                    <a:pt x="4010025" y="607974"/>
                  </a:moveTo>
                  <a:lnTo>
                    <a:pt x="4009567" y="606856"/>
                  </a:lnTo>
                  <a:lnTo>
                    <a:pt x="4007701" y="604989"/>
                  </a:lnTo>
                  <a:lnTo>
                    <a:pt x="4006583" y="604520"/>
                  </a:lnTo>
                  <a:lnTo>
                    <a:pt x="4003954" y="604520"/>
                  </a:lnTo>
                  <a:lnTo>
                    <a:pt x="4002836" y="604989"/>
                  </a:lnTo>
                  <a:lnTo>
                    <a:pt x="4000970" y="606856"/>
                  </a:lnTo>
                  <a:lnTo>
                    <a:pt x="4000500" y="607974"/>
                  </a:lnTo>
                  <a:lnTo>
                    <a:pt x="4000500" y="610603"/>
                  </a:lnTo>
                  <a:lnTo>
                    <a:pt x="4000970" y="611720"/>
                  </a:lnTo>
                  <a:lnTo>
                    <a:pt x="4002836" y="613587"/>
                  </a:lnTo>
                  <a:lnTo>
                    <a:pt x="4003954" y="614045"/>
                  </a:lnTo>
                  <a:lnTo>
                    <a:pt x="4006583" y="614045"/>
                  </a:lnTo>
                  <a:lnTo>
                    <a:pt x="4007701" y="613587"/>
                  </a:lnTo>
                  <a:lnTo>
                    <a:pt x="4009567" y="611720"/>
                  </a:lnTo>
                  <a:lnTo>
                    <a:pt x="4010025" y="610603"/>
                  </a:lnTo>
                  <a:lnTo>
                    <a:pt x="4010025" y="607974"/>
                  </a:lnTo>
                  <a:close/>
                </a:path>
                <a:path w="9153525" h="1219200">
                  <a:moveTo>
                    <a:pt x="4010025" y="3454"/>
                  </a:moveTo>
                  <a:lnTo>
                    <a:pt x="4009567" y="2336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36"/>
                  </a:lnTo>
                  <a:lnTo>
                    <a:pt x="4000500" y="3454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67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67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54"/>
                  </a:lnTo>
                  <a:close/>
                </a:path>
                <a:path w="9153525" h="1219200">
                  <a:moveTo>
                    <a:pt x="4057650" y="1212494"/>
                  </a:moveTo>
                  <a:lnTo>
                    <a:pt x="4057192" y="1211376"/>
                  </a:lnTo>
                  <a:lnTo>
                    <a:pt x="4055326" y="1209509"/>
                  </a:lnTo>
                  <a:lnTo>
                    <a:pt x="4054208" y="1209052"/>
                  </a:lnTo>
                  <a:lnTo>
                    <a:pt x="4051579" y="1209052"/>
                  </a:lnTo>
                  <a:lnTo>
                    <a:pt x="4050461" y="1209509"/>
                  </a:lnTo>
                  <a:lnTo>
                    <a:pt x="4048595" y="1211376"/>
                  </a:lnTo>
                  <a:lnTo>
                    <a:pt x="4048125" y="1212494"/>
                  </a:lnTo>
                  <a:lnTo>
                    <a:pt x="4048125" y="1215123"/>
                  </a:lnTo>
                  <a:lnTo>
                    <a:pt x="4048595" y="1216240"/>
                  </a:lnTo>
                  <a:lnTo>
                    <a:pt x="4050461" y="1218107"/>
                  </a:lnTo>
                  <a:lnTo>
                    <a:pt x="4051579" y="1218577"/>
                  </a:lnTo>
                  <a:lnTo>
                    <a:pt x="4054208" y="1218577"/>
                  </a:lnTo>
                  <a:lnTo>
                    <a:pt x="4055326" y="1218107"/>
                  </a:lnTo>
                  <a:lnTo>
                    <a:pt x="4057192" y="1216240"/>
                  </a:lnTo>
                  <a:lnTo>
                    <a:pt x="4057650" y="1215123"/>
                  </a:lnTo>
                  <a:lnTo>
                    <a:pt x="4057650" y="1212494"/>
                  </a:lnTo>
                  <a:close/>
                </a:path>
                <a:path w="9153525" h="1219200">
                  <a:moveTo>
                    <a:pt x="4057650" y="607974"/>
                  </a:moveTo>
                  <a:lnTo>
                    <a:pt x="4057192" y="606856"/>
                  </a:lnTo>
                  <a:lnTo>
                    <a:pt x="4055326" y="604989"/>
                  </a:lnTo>
                  <a:lnTo>
                    <a:pt x="4054208" y="604520"/>
                  </a:lnTo>
                  <a:lnTo>
                    <a:pt x="4051579" y="604520"/>
                  </a:lnTo>
                  <a:lnTo>
                    <a:pt x="4050461" y="604989"/>
                  </a:lnTo>
                  <a:lnTo>
                    <a:pt x="4048595" y="606856"/>
                  </a:lnTo>
                  <a:lnTo>
                    <a:pt x="4048125" y="607974"/>
                  </a:lnTo>
                  <a:lnTo>
                    <a:pt x="4048125" y="610603"/>
                  </a:lnTo>
                  <a:lnTo>
                    <a:pt x="4048595" y="611720"/>
                  </a:lnTo>
                  <a:lnTo>
                    <a:pt x="4050461" y="613587"/>
                  </a:lnTo>
                  <a:lnTo>
                    <a:pt x="4051579" y="614045"/>
                  </a:lnTo>
                  <a:lnTo>
                    <a:pt x="4054208" y="614045"/>
                  </a:lnTo>
                  <a:lnTo>
                    <a:pt x="4055326" y="613587"/>
                  </a:lnTo>
                  <a:lnTo>
                    <a:pt x="4057192" y="611720"/>
                  </a:lnTo>
                  <a:lnTo>
                    <a:pt x="4057650" y="610603"/>
                  </a:lnTo>
                  <a:lnTo>
                    <a:pt x="4057650" y="607974"/>
                  </a:lnTo>
                  <a:close/>
                </a:path>
                <a:path w="9153525" h="1219200">
                  <a:moveTo>
                    <a:pt x="4057650" y="3454"/>
                  </a:moveTo>
                  <a:lnTo>
                    <a:pt x="4057192" y="2336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69"/>
                  </a:lnTo>
                  <a:lnTo>
                    <a:pt x="4048595" y="2336"/>
                  </a:lnTo>
                  <a:lnTo>
                    <a:pt x="4048125" y="3454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61" y="9067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67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54"/>
                  </a:lnTo>
                  <a:close/>
                </a:path>
                <a:path w="9153525" h="1219200">
                  <a:moveTo>
                    <a:pt x="4105275" y="1212494"/>
                  </a:moveTo>
                  <a:lnTo>
                    <a:pt x="4104817" y="1211376"/>
                  </a:lnTo>
                  <a:lnTo>
                    <a:pt x="4102951" y="1209509"/>
                  </a:lnTo>
                  <a:lnTo>
                    <a:pt x="4101833" y="1209052"/>
                  </a:lnTo>
                  <a:lnTo>
                    <a:pt x="4099204" y="1209052"/>
                  </a:lnTo>
                  <a:lnTo>
                    <a:pt x="4098086" y="1209509"/>
                  </a:lnTo>
                  <a:lnTo>
                    <a:pt x="4096220" y="1211376"/>
                  </a:lnTo>
                  <a:lnTo>
                    <a:pt x="4095750" y="1212494"/>
                  </a:lnTo>
                  <a:lnTo>
                    <a:pt x="4095750" y="1215123"/>
                  </a:lnTo>
                  <a:lnTo>
                    <a:pt x="4096220" y="1216240"/>
                  </a:lnTo>
                  <a:lnTo>
                    <a:pt x="4098086" y="1218107"/>
                  </a:lnTo>
                  <a:lnTo>
                    <a:pt x="4099204" y="1218577"/>
                  </a:lnTo>
                  <a:lnTo>
                    <a:pt x="4101833" y="1218577"/>
                  </a:lnTo>
                  <a:lnTo>
                    <a:pt x="4102951" y="1218107"/>
                  </a:lnTo>
                  <a:lnTo>
                    <a:pt x="4104817" y="1216240"/>
                  </a:lnTo>
                  <a:lnTo>
                    <a:pt x="4105275" y="1215123"/>
                  </a:lnTo>
                  <a:lnTo>
                    <a:pt x="4105275" y="1212494"/>
                  </a:lnTo>
                  <a:close/>
                </a:path>
                <a:path w="9153525" h="1219200">
                  <a:moveTo>
                    <a:pt x="4105275" y="607974"/>
                  </a:moveTo>
                  <a:lnTo>
                    <a:pt x="4104817" y="606856"/>
                  </a:lnTo>
                  <a:lnTo>
                    <a:pt x="4102951" y="604989"/>
                  </a:lnTo>
                  <a:lnTo>
                    <a:pt x="4101833" y="604520"/>
                  </a:lnTo>
                  <a:lnTo>
                    <a:pt x="4099204" y="604520"/>
                  </a:lnTo>
                  <a:lnTo>
                    <a:pt x="4098086" y="604989"/>
                  </a:lnTo>
                  <a:lnTo>
                    <a:pt x="4096220" y="606856"/>
                  </a:lnTo>
                  <a:lnTo>
                    <a:pt x="4095750" y="607974"/>
                  </a:lnTo>
                  <a:lnTo>
                    <a:pt x="4095750" y="610603"/>
                  </a:lnTo>
                  <a:lnTo>
                    <a:pt x="4096220" y="611720"/>
                  </a:lnTo>
                  <a:lnTo>
                    <a:pt x="4098086" y="613587"/>
                  </a:lnTo>
                  <a:lnTo>
                    <a:pt x="4099204" y="614045"/>
                  </a:lnTo>
                  <a:lnTo>
                    <a:pt x="4101833" y="614045"/>
                  </a:lnTo>
                  <a:lnTo>
                    <a:pt x="4102951" y="613587"/>
                  </a:lnTo>
                  <a:lnTo>
                    <a:pt x="4104817" y="611720"/>
                  </a:lnTo>
                  <a:lnTo>
                    <a:pt x="4105275" y="610603"/>
                  </a:lnTo>
                  <a:lnTo>
                    <a:pt x="4105275" y="607974"/>
                  </a:lnTo>
                  <a:close/>
                </a:path>
                <a:path w="9153525" h="1219200">
                  <a:moveTo>
                    <a:pt x="4105275" y="3454"/>
                  </a:moveTo>
                  <a:lnTo>
                    <a:pt x="4104817" y="2336"/>
                  </a:lnTo>
                  <a:lnTo>
                    <a:pt x="4102951" y="469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69"/>
                  </a:lnTo>
                  <a:lnTo>
                    <a:pt x="4096220" y="2336"/>
                  </a:lnTo>
                  <a:lnTo>
                    <a:pt x="4095750" y="3454"/>
                  </a:lnTo>
                  <a:lnTo>
                    <a:pt x="4095750" y="6083"/>
                  </a:lnTo>
                  <a:lnTo>
                    <a:pt x="4096220" y="7200"/>
                  </a:lnTo>
                  <a:lnTo>
                    <a:pt x="4098086" y="9067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67"/>
                  </a:lnTo>
                  <a:lnTo>
                    <a:pt x="4104817" y="7200"/>
                  </a:lnTo>
                  <a:lnTo>
                    <a:pt x="4105275" y="6083"/>
                  </a:lnTo>
                  <a:lnTo>
                    <a:pt x="4105275" y="3454"/>
                  </a:lnTo>
                  <a:close/>
                </a:path>
                <a:path w="9153525" h="1219200">
                  <a:moveTo>
                    <a:pt x="4152900" y="1212494"/>
                  </a:moveTo>
                  <a:lnTo>
                    <a:pt x="4152442" y="1211376"/>
                  </a:lnTo>
                  <a:lnTo>
                    <a:pt x="4150576" y="1209509"/>
                  </a:lnTo>
                  <a:lnTo>
                    <a:pt x="4149458" y="1209052"/>
                  </a:lnTo>
                  <a:lnTo>
                    <a:pt x="4146829" y="1209052"/>
                  </a:lnTo>
                  <a:lnTo>
                    <a:pt x="4145711" y="1209509"/>
                  </a:lnTo>
                  <a:lnTo>
                    <a:pt x="4143845" y="1211376"/>
                  </a:lnTo>
                  <a:lnTo>
                    <a:pt x="4143375" y="1212494"/>
                  </a:lnTo>
                  <a:lnTo>
                    <a:pt x="4143375" y="1215123"/>
                  </a:lnTo>
                  <a:lnTo>
                    <a:pt x="4143845" y="1216240"/>
                  </a:lnTo>
                  <a:lnTo>
                    <a:pt x="4145711" y="1218107"/>
                  </a:lnTo>
                  <a:lnTo>
                    <a:pt x="4146829" y="1218577"/>
                  </a:lnTo>
                  <a:lnTo>
                    <a:pt x="4149458" y="1218577"/>
                  </a:lnTo>
                  <a:lnTo>
                    <a:pt x="4150576" y="1218107"/>
                  </a:lnTo>
                  <a:lnTo>
                    <a:pt x="4152442" y="1216240"/>
                  </a:lnTo>
                  <a:lnTo>
                    <a:pt x="4152900" y="1215123"/>
                  </a:lnTo>
                  <a:lnTo>
                    <a:pt x="4152900" y="1212494"/>
                  </a:lnTo>
                  <a:close/>
                </a:path>
                <a:path w="9153525" h="1219200">
                  <a:moveTo>
                    <a:pt x="4152900" y="607974"/>
                  </a:moveTo>
                  <a:lnTo>
                    <a:pt x="4152442" y="606856"/>
                  </a:lnTo>
                  <a:lnTo>
                    <a:pt x="4150576" y="604989"/>
                  </a:lnTo>
                  <a:lnTo>
                    <a:pt x="4149458" y="604520"/>
                  </a:lnTo>
                  <a:lnTo>
                    <a:pt x="4146829" y="604520"/>
                  </a:lnTo>
                  <a:lnTo>
                    <a:pt x="4145711" y="604989"/>
                  </a:lnTo>
                  <a:lnTo>
                    <a:pt x="4143845" y="606856"/>
                  </a:lnTo>
                  <a:lnTo>
                    <a:pt x="4143375" y="607974"/>
                  </a:lnTo>
                  <a:lnTo>
                    <a:pt x="4143375" y="610603"/>
                  </a:lnTo>
                  <a:lnTo>
                    <a:pt x="4143845" y="611720"/>
                  </a:lnTo>
                  <a:lnTo>
                    <a:pt x="4145711" y="613587"/>
                  </a:lnTo>
                  <a:lnTo>
                    <a:pt x="4146829" y="614045"/>
                  </a:lnTo>
                  <a:lnTo>
                    <a:pt x="4149458" y="614045"/>
                  </a:lnTo>
                  <a:lnTo>
                    <a:pt x="4150576" y="613587"/>
                  </a:lnTo>
                  <a:lnTo>
                    <a:pt x="4152442" y="611720"/>
                  </a:lnTo>
                  <a:lnTo>
                    <a:pt x="4152900" y="610603"/>
                  </a:lnTo>
                  <a:lnTo>
                    <a:pt x="4152900" y="607974"/>
                  </a:lnTo>
                  <a:close/>
                </a:path>
                <a:path w="9153525" h="1219200">
                  <a:moveTo>
                    <a:pt x="4152900" y="3454"/>
                  </a:moveTo>
                  <a:lnTo>
                    <a:pt x="4152442" y="2336"/>
                  </a:lnTo>
                  <a:lnTo>
                    <a:pt x="4150576" y="469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69"/>
                  </a:lnTo>
                  <a:lnTo>
                    <a:pt x="4143845" y="2336"/>
                  </a:lnTo>
                  <a:lnTo>
                    <a:pt x="4143375" y="3454"/>
                  </a:lnTo>
                  <a:lnTo>
                    <a:pt x="4143375" y="6083"/>
                  </a:lnTo>
                  <a:lnTo>
                    <a:pt x="4143845" y="7200"/>
                  </a:lnTo>
                  <a:lnTo>
                    <a:pt x="4145711" y="9067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67"/>
                  </a:lnTo>
                  <a:lnTo>
                    <a:pt x="4152442" y="7200"/>
                  </a:lnTo>
                  <a:lnTo>
                    <a:pt x="4152900" y="6083"/>
                  </a:lnTo>
                  <a:lnTo>
                    <a:pt x="4152900" y="3454"/>
                  </a:lnTo>
                  <a:close/>
                </a:path>
                <a:path w="9153525" h="1219200">
                  <a:moveTo>
                    <a:pt x="4200525" y="1212494"/>
                  </a:moveTo>
                  <a:lnTo>
                    <a:pt x="4200067" y="1211376"/>
                  </a:lnTo>
                  <a:lnTo>
                    <a:pt x="4198201" y="1209509"/>
                  </a:lnTo>
                  <a:lnTo>
                    <a:pt x="4197083" y="1209052"/>
                  </a:lnTo>
                  <a:lnTo>
                    <a:pt x="4194454" y="1209052"/>
                  </a:lnTo>
                  <a:lnTo>
                    <a:pt x="4193336" y="1209509"/>
                  </a:lnTo>
                  <a:lnTo>
                    <a:pt x="4191470" y="1211376"/>
                  </a:lnTo>
                  <a:lnTo>
                    <a:pt x="4191000" y="1212494"/>
                  </a:lnTo>
                  <a:lnTo>
                    <a:pt x="4191000" y="1215123"/>
                  </a:lnTo>
                  <a:lnTo>
                    <a:pt x="4191470" y="1216240"/>
                  </a:lnTo>
                  <a:lnTo>
                    <a:pt x="4193336" y="1218107"/>
                  </a:lnTo>
                  <a:lnTo>
                    <a:pt x="4194454" y="1218577"/>
                  </a:lnTo>
                  <a:lnTo>
                    <a:pt x="4197083" y="1218577"/>
                  </a:lnTo>
                  <a:lnTo>
                    <a:pt x="4198201" y="1218107"/>
                  </a:lnTo>
                  <a:lnTo>
                    <a:pt x="4200067" y="1216240"/>
                  </a:lnTo>
                  <a:lnTo>
                    <a:pt x="4200525" y="1215123"/>
                  </a:lnTo>
                  <a:lnTo>
                    <a:pt x="4200525" y="1212494"/>
                  </a:lnTo>
                  <a:close/>
                </a:path>
                <a:path w="9153525" h="1219200">
                  <a:moveTo>
                    <a:pt x="4200525" y="607974"/>
                  </a:moveTo>
                  <a:lnTo>
                    <a:pt x="4200067" y="606856"/>
                  </a:lnTo>
                  <a:lnTo>
                    <a:pt x="4198201" y="604989"/>
                  </a:lnTo>
                  <a:lnTo>
                    <a:pt x="4197083" y="604520"/>
                  </a:lnTo>
                  <a:lnTo>
                    <a:pt x="4194454" y="604520"/>
                  </a:lnTo>
                  <a:lnTo>
                    <a:pt x="4193336" y="604989"/>
                  </a:lnTo>
                  <a:lnTo>
                    <a:pt x="4191470" y="606856"/>
                  </a:lnTo>
                  <a:lnTo>
                    <a:pt x="4191000" y="607974"/>
                  </a:lnTo>
                  <a:lnTo>
                    <a:pt x="4191000" y="610603"/>
                  </a:lnTo>
                  <a:lnTo>
                    <a:pt x="4191470" y="611720"/>
                  </a:lnTo>
                  <a:lnTo>
                    <a:pt x="4193336" y="613587"/>
                  </a:lnTo>
                  <a:lnTo>
                    <a:pt x="4194454" y="614045"/>
                  </a:lnTo>
                  <a:lnTo>
                    <a:pt x="4197083" y="614045"/>
                  </a:lnTo>
                  <a:lnTo>
                    <a:pt x="4198201" y="613587"/>
                  </a:lnTo>
                  <a:lnTo>
                    <a:pt x="4200067" y="611720"/>
                  </a:lnTo>
                  <a:lnTo>
                    <a:pt x="4200525" y="610603"/>
                  </a:lnTo>
                  <a:lnTo>
                    <a:pt x="4200525" y="607974"/>
                  </a:lnTo>
                  <a:close/>
                </a:path>
                <a:path w="9153525" h="1219200">
                  <a:moveTo>
                    <a:pt x="4200525" y="3454"/>
                  </a:moveTo>
                  <a:lnTo>
                    <a:pt x="4200067" y="2336"/>
                  </a:lnTo>
                  <a:lnTo>
                    <a:pt x="4198201" y="469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69"/>
                  </a:lnTo>
                  <a:lnTo>
                    <a:pt x="4191470" y="2336"/>
                  </a:lnTo>
                  <a:lnTo>
                    <a:pt x="4191000" y="3454"/>
                  </a:lnTo>
                  <a:lnTo>
                    <a:pt x="4191000" y="6083"/>
                  </a:lnTo>
                  <a:lnTo>
                    <a:pt x="4191470" y="7200"/>
                  </a:lnTo>
                  <a:lnTo>
                    <a:pt x="4193336" y="9067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67"/>
                  </a:lnTo>
                  <a:lnTo>
                    <a:pt x="4200067" y="7200"/>
                  </a:lnTo>
                  <a:lnTo>
                    <a:pt x="4200525" y="6083"/>
                  </a:lnTo>
                  <a:lnTo>
                    <a:pt x="4200525" y="3454"/>
                  </a:lnTo>
                  <a:close/>
                </a:path>
                <a:path w="9153525" h="1219200">
                  <a:moveTo>
                    <a:pt x="4248150" y="1212494"/>
                  </a:moveTo>
                  <a:lnTo>
                    <a:pt x="4247693" y="1211376"/>
                  </a:lnTo>
                  <a:lnTo>
                    <a:pt x="4245826" y="1209509"/>
                  </a:lnTo>
                  <a:lnTo>
                    <a:pt x="4244708" y="1209052"/>
                  </a:lnTo>
                  <a:lnTo>
                    <a:pt x="4242079" y="1209052"/>
                  </a:lnTo>
                  <a:lnTo>
                    <a:pt x="4240962" y="1209509"/>
                  </a:lnTo>
                  <a:lnTo>
                    <a:pt x="4239095" y="1211376"/>
                  </a:lnTo>
                  <a:lnTo>
                    <a:pt x="4238625" y="1212494"/>
                  </a:lnTo>
                  <a:lnTo>
                    <a:pt x="4238625" y="1215123"/>
                  </a:lnTo>
                  <a:lnTo>
                    <a:pt x="4239095" y="1216240"/>
                  </a:lnTo>
                  <a:lnTo>
                    <a:pt x="4240962" y="1218107"/>
                  </a:lnTo>
                  <a:lnTo>
                    <a:pt x="4242079" y="1218577"/>
                  </a:lnTo>
                  <a:lnTo>
                    <a:pt x="4244708" y="1218577"/>
                  </a:lnTo>
                  <a:lnTo>
                    <a:pt x="4245826" y="1218107"/>
                  </a:lnTo>
                  <a:lnTo>
                    <a:pt x="4247693" y="1216240"/>
                  </a:lnTo>
                  <a:lnTo>
                    <a:pt x="4248150" y="1215123"/>
                  </a:lnTo>
                  <a:lnTo>
                    <a:pt x="4248150" y="1212494"/>
                  </a:lnTo>
                  <a:close/>
                </a:path>
                <a:path w="9153525" h="1219200">
                  <a:moveTo>
                    <a:pt x="4248150" y="607974"/>
                  </a:moveTo>
                  <a:lnTo>
                    <a:pt x="4247693" y="606856"/>
                  </a:lnTo>
                  <a:lnTo>
                    <a:pt x="4245826" y="604989"/>
                  </a:lnTo>
                  <a:lnTo>
                    <a:pt x="4244708" y="604520"/>
                  </a:lnTo>
                  <a:lnTo>
                    <a:pt x="4242079" y="604520"/>
                  </a:lnTo>
                  <a:lnTo>
                    <a:pt x="4240962" y="604989"/>
                  </a:lnTo>
                  <a:lnTo>
                    <a:pt x="4239095" y="606856"/>
                  </a:lnTo>
                  <a:lnTo>
                    <a:pt x="4238625" y="607974"/>
                  </a:lnTo>
                  <a:lnTo>
                    <a:pt x="4238625" y="610603"/>
                  </a:lnTo>
                  <a:lnTo>
                    <a:pt x="4239095" y="611720"/>
                  </a:lnTo>
                  <a:lnTo>
                    <a:pt x="4240962" y="613587"/>
                  </a:lnTo>
                  <a:lnTo>
                    <a:pt x="4242079" y="614045"/>
                  </a:lnTo>
                  <a:lnTo>
                    <a:pt x="4244708" y="614045"/>
                  </a:lnTo>
                  <a:lnTo>
                    <a:pt x="4245826" y="613587"/>
                  </a:lnTo>
                  <a:lnTo>
                    <a:pt x="4247693" y="611720"/>
                  </a:lnTo>
                  <a:lnTo>
                    <a:pt x="4248150" y="610603"/>
                  </a:lnTo>
                  <a:lnTo>
                    <a:pt x="4248150" y="607974"/>
                  </a:lnTo>
                  <a:close/>
                </a:path>
                <a:path w="9153525" h="1219200">
                  <a:moveTo>
                    <a:pt x="4248150" y="3454"/>
                  </a:moveTo>
                  <a:lnTo>
                    <a:pt x="4247693" y="2336"/>
                  </a:lnTo>
                  <a:lnTo>
                    <a:pt x="4245826" y="469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69"/>
                  </a:lnTo>
                  <a:lnTo>
                    <a:pt x="4239095" y="2336"/>
                  </a:lnTo>
                  <a:lnTo>
                    <a:pt x="4238625" y="3454"/>
                  </a:lnTo>
                  <a:lnTo>
                    <a:pt x="4238625" y="6083"/>
                  </a:lnTo>
                  <a:lnTo>
                    <a:pt x="4239095" y="7200"/>
                  </a:lnTo>
                  <a:lnTo>
                    <a:pt x="4240962" y="9067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67"/>
                  </a:lnTo>
                  <a:lnTo>
                    <a:pt x="4247693" y="7200"/>
                  </a:lnTo>
                  <a:lnTo>
                    <a:pt x="4248150" y="6083"/>
                  </a:lnTo>
                  <a:lnTo>
                    <a:pt x="4248150" y="3454"/>
                  </a:lnTo>
                  <a:close/>
                </a:path>
                <a:path w="9153525" h="1219200">
                  <a:moveTo>
                    <a:pt x="4295775" y="1212494"/>
                  </a:moveTo>
                  <a:lnTo>
                    <a:pt x="4295318" y="1211376"/>
                  </a:lnTo>
                  <a:lnTo>
                    <a:pt x="4293451" y="1209509"/>
                  </a:lnTo>
                  <a:lnTo>
                    <a:pt x="4292333" y="1209052"/>
                  </a:lnTo>
                  <a:lnTo>
                    <a:pt x="4289704" y="1209052"/>
                  </a:lnTo>
                  <a:lnTo>
                    <a:pt x="4288587" y="1209509"/>
                  </a:lnTo>
                  <a:lnTo>
                    <a:pt x="4286720" y="1211376"/>
                  </a:lnTo>
                  <a:lnTo>
                    <a:pt x="4286250" y="1212494"/>
                  </a:lnTo>
                  <a:lnTo>
                    <a:pt x="4286250" y="1215123"/>
                  </a:lnTo>
                  <a:lnTo>
                    <a:pt x="4286720" y="1216240"/>
                  </a:lnTo>
                  <a:lnTo>
                    <a:pt x="4288587" y="1218107"/>
                  </a:lnTo>
                  <a:lnTo>
                    <a:pt x="4289704" y="1218577"/>
                  </a:lnTo>
                  <a:lnTo>
                    <a:pt x="4292333" y="1218577"/>
                  </a:lnTo>
                  <a:lnTo>
                    <a:pt x="4293451" y="1218107"/>
                  </a:lnTo>
                  <a:lnTo>
                    <a:pt x="4295318" y="1216240"/>
                  </a:lnTo>
                  <a:lnTo>
                    <a:pt x="4295775" y="1215123"/>
                  </a:lnTo>
                  <a:lnTo>
                    <a:pt x="4295775" y="1212494"/>
                  </a:lnTo>
                  <a:close/>
                </a:path>
                <a:path w="9153525" h="1219200">
                  <a:moveTo>
                    <a:pt x="4295775" y="607974"/>
                  </a:moveTo>
                  <a:lnTo>
                    <a:pt x="4295318" y="606856"/>
                  </a:lnTo>
                  <a:lnTo>
                    <a:pt x="4293451" y="604989"/>
                  </a:lnTo>
                  <a:lnTo>
                    <a:pt x="4292333" y="604520"/>
                  </a:lnTo>
                  <a:lnTo>
                    <a:pt x="4289704" y="604520"/>
                  </a:lnTo>
                  <a:lnTo>
                    <a:pt x="4288587" y="604989"/>
                  </a:lnTo>
                  <a:lnTo>
                    <a:pt x="4286720" y="606856"/>
                  </a:lnTo>
                  <a:lnTo>
                    <a:pt x="4286250" y="607974"/>
                  </a:lnTo>
                  <a:lnTo>
                    <a:pt x="4286250" y="610603"/>
                  </a:lnTo>
                  <a:lnTo>
                    <a:pt x="4286720" y="611720"/>
                  </a:lnTo>
                  <a:lnTo>
                    <a:pt x="4288587" y="613587"/>
                  </a:lnTo>
                  <a:lnTo>
                    <a:pt x="4289704" y="614045"/>
                  </a:lnTo>
                  <a:lnTo>
                    <a:pt x="4292333" y="614045"/>
                  </a:lnTo>
                  <a:lnTo>
                    <a:pt x="4293451" y="613587"/>
                  </a:lnTo>
                  <a:lnTo>
                    <a:pt x="4295318" y="611720"/>
                  </a:lnTo>
                  <a:lnTo>
                    <a:pt x="4295775" y="610603"/>
                  </a:lnTo>
                  <a:lnTo>
                    <a:pt x="4295775" y="607974"/>
                  </a:lnTo>
                  <a:close/>
                </a:path>
                <a:path w="9153525" h="1219200">
                  <a:moveTo>
                    <a:pt x="4295775" y="3454"/>
                  </a:moveTo>
                  <a:lnTo>
                    <a:pt x="4295318" y="2336"/>
                  </a:lnTo>
                  <a:lnTo>
                    <a:pt x="4293451" y="469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69"/>
                  </a:lnTo>
                  <a:lnTo>
                    <a:pt x="4286720" y="2336"/>
                  </a:lnTo>
                  <a:lnTo>
                    <a:pt x="4286250" y="3454"/>
                  </a:lnTo>
                  <a:lnTo>
                    <a:pt x="4286250" y="6083"/>
                  </a:lnTo>
                  <a:lnTo>
                    <a:pt x="4286720" y="7200"/>
                  </a:lnTo>
                  <a:lnTo>
                    <a:pt x="4288587" y="9067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67"/>
                  </a:lnTo>
                  <a:lnTo>
                    <a:pt x="4295318" y="7200"/>
                  </a:lnTo>
                  <a:lnTo>
                    <a:pt x="4295775" y="6083"/>
                  </a:lnTo>
                  <a:lnTo>
                    <a:pt x="4295775" y="3454"/>
                  </a:lnTo>
                  <a:close/>
                </a:path>
                <a:path w="9153525" h="1219200">
                  <a:moveTo>
                    <a:pt x="4343400" y="1212494"/>
                  </a:moveTo>
                  <a:lnTo>
                    <a:pt x="4342943" y="1211376"/>
                  </a:lnTo>
                  <a:lnTo>
                    <a:pt x="4341076" y="1209509"/>
                  </a:lnTo>
                  <a:lnTo>
                    <a:pt x="4339958" y="1209052"/>
                  </a:lnTo>
                  <a:lnTo>
                    <a:pt x="4337329" y="1209052"/>
                  </a:lnTo>
                  <a:lnTo>
                    <a:pt x="4336199" y="1209509"/>
                  </a:lnTo>
                  <a:lnTo>
                    <a:pt x="4334345" y="1211376"/>
                  </a:lnTo>
                  <a:lnTo>
                    <a:pt x="4333875" y="1212494"/>
                  </a:lnTo>
                  <a:lnTo>
                    <a:pt x="4333875" y="1215123"/>
                  </a:lnTo>
                  <a:lnTo>
                    <a:pt x="4334345" y="1216240"/>
                  </a:lnTo>
                  <a:lnTo>
                    <a:pt x="4336199" y="1218107"/>
                  </a:lnTo>
                  <a:lnTo>
                    <a:pt x="4337329" y="1218577"/>
                  </a:lnTo>
                  <a:lnTo>
                    <a:pt x="4339958" y="1218577"/>
                  </a:lnTo>
                  <a:lnTo>
                    <a:pt x="4341076" y="1218107"/>
                  </a:lnTo>
                  <a:lnTo>
                    <a:pt x="4342943" y="1216240"/>
                  </a:lnTo>
                  <a:lnTo>
                    <a:pt x="4343400" y="1215123"/>
                  </a:lnTo>
                  <a:lnTo>
                    <a:pt x="4343400" y="1212494"/>
                  </a:lnTo>
                  <a:close/>
                </a:path>
                <a:path w="9153525" h="1219200">
                  <a:moveTo>
                    <a:pt x="4343400" y="607974"/>
                  </a:moveTo>
                  <a:lnTo>
                    <a:pt x="4342943" y="606856"/>
                  </a:lnTo>
                  <a:lnTo>
                    <a:pt x="4341076" y="604989"/>
                  </a:lnTo>
                  <a:lnTo>
                    <a:pt x="4339958" y="604520"/>
                  </a:lnTo>
                  <a:lnTo>
                    <a:pt x="4337329" y="604520"/>
                  </a:lnTo>
                  <a:lnTo>
                    <a:pt x="4336199" y="604989"/>
                  </a:lnTo>
                  <a:lnTo>
                    <a:pt x="4334345" y="606856"/>
                  </a:lnTo>
                  <a:lnTo>
                    <a:pt x="4333875" y="607974"/>
                  </a:lnTo>
                  <a:lnTo>
                    <a:pt x="4333875" y="610603"/>
                  </a:lnTo>
                  <a:lnTo>
                    <a:pt x="4334345" y="611720"/>
                  </a:lnTo>
                  <a:lnTo>
                    <a:pt x="4336199" y="613587"/>
                  </a:lnTo>
                  <a:lnTo>
                    <a:pt x="4337329" y="614045"/>
                  </a:lnTo>
                  <a:lnTo>
                    <a:pt x="4339958" y="614045"/>
                  </a:lnTo>
                  <a:lnTo>
                    <a:pt x="4341076" y="613587"/>
                  </a:lnTo>
                  <a:lnTo>
                    <a:pt x="4342943" y="611720"/>
                  </a:lnTo>
                  <a:lnTo>
                    <a:pt x="4343400" y="610603"/>
                  </a:lnTo>
                  <a:lnTo>
                    <a:pt x="4343400" y="607974"/>
                  </a:lnTo>
                  <a:close/>
                </a:path>
                <a:path w="9153525" h="1219200">
                  <a:moveTo>
                    <a:pt x="4343400" y="3454"/>
                  </a:moveTo>
                  <a:lnTo>
                    <a:pt x="4342943" y="2336"/>
                  </a:lnTo>
                  <a:lnTo>
                    <a:pt x="4341076" y="469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199" y="469"/>
                  </a:lnTo>
                  <a:lnTo>
                    <a:pt x="4334345" y="2336"/>
                  </a:lnTo>
                  <a:lnTo>
                    <a:pt x="4333875" y="3454"/>
                  </a:lnTo>
                  <a:lnTo>
                    <a:pt x="4333875" y="6083"/>
                  </a:lnTo>
                  <a:lnTo>
                    <a:pt x="4334345" y="7200"/>
                  </a:lnTo>
                  <a:lnTo>
                    <a:pt x="4336199" y="9067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67"/>
                  </a:lnTo>
                  <a:lnTo>
                    <a:pt x="4342943" y="7200"/>
                  </a:lnTo>
                  <a:lnTo>
                    <a:pt x="4343400" y="6083"/>
                  </a:lnTo>
                  <a:lnTo>
                    <a:pt x="4343400" y="3454"/>
                  </a:lnTo>
                  <a:close/>
                </a:path>
                <a:path w="9153525" h="1219200">
                  <a:moveTo>
                    <a:pt x="4391025" y="1212494"/>
                  </a:moveTo>
                  <a:lnTo>
                    <a:pt x="4390568" y="1211376"/>
                  </a:lnTo>
                  <a:lnTo>
                    <a:pt x="4388701" y="1209509"/>
                  </a:lnTo>
                  <a:lnTo>
                    <a:pt x="4387583" y="1209052"/>
                  </a:lnTo>
                  <a:lnTo>
                    <a:pt x="4384954" y="1209052"/>
                  </a:lnTo>
                  <a:lnTo>
                    <a:pt x="4383824" y="1209509"/>
                  </a:lnTo>
                  <a:lnTo>
                    <a:pt x="4381970" y="1211376"/>
                  </a:lnTo>
                  <a:lnTo>
                    <a:pt x="4381500" y="1212494"/>
                  </a:lnTo>
                  <a:lnTo>
                    <a:pt x="4381500" y="1215123"/>
                  </a:lnTo>
                  <a:lnTo>
                    <a:pt x="4381970" y="1216240"/>
                  </a:lnTo>
                  <a:lnTo>
                    <a:pt x="4383824" y="1218107"/>
                  </a:lnTo>
                  <a:lnTo>
                    <a:pt x="4384954" y="1218577"/>
                  </a:lnTo>
                  <a:lnTo>
                    <a:pt x="4387583" y="1218577"/>
                  </a:lnTo>
                  <a:lnTo>
                    <a:pt x="4388701" y="1218107"/>
                  </a:lnTo>
                  <a:lnTo>
                    <a:pt x="4390568" y="1216240"/>
                  </a:lnTo>
                  <a:lnTo>
                    <a:pt x="4391025" y="1215123"/>
                  </a:lnTo>
                  <a:lnTo>
                    <a:pt x="4391025" y="1212494"/>
                  </a:lnTo>
                  <a:close/>
                </a:path>
                <a:path w="9153525" h="1219200">
                  <a:moveTo>
                    <a:pt x="4391025" y="607974"/>
                  </a:moveTo>
                  <a:lnTo>
                    <a:pt x="4390568" y="606856"/>
                  </a:lnTo>
                  <a:lnTo>
                    <a:pt x="4388701" y="604989"/>
                  </a:lnTo>
                  <a:lnTo>
                    <a:pt x="4387583" y="604520"/>
                  </a:lnTo>
                  <a:lnTo>
                    <a:pt x="4384954" y="604520"/>
                  </a:lnTo>
                  <a:lnTo>
                    <a:pt x="4383824" y="604989"/>
                  </a:lnTo>
                  <a:lnTo>
                    <a:pt x="4381970" y="606856"/>
                  </a:lnTo>
                  <a:lnTo>
                    <a:pt x="4381500" y="607974"/>
                  </a:lnTo>
                  <a:lnTo>
                    <a:pt x="4381500" y="610603"/>
                  </a:lnTo>
                  <a:lnTo>
                    <a:pt x="4381970" y="611720"/>
                  </a:lnTo>
                  <a:lnTo>
                    <a:pt x="4383824" y="613587"/>
                  </a:lnTo>
                  <a:lnTo>
                    <a:pt x="4384954" y="614045"/>
                  </a:lnTo>
                  <a:lnTo>
                    <a:pt x="4387583" y="614045"/>
                  </a:lnTo>
                  <a:lnTo>
                    <a:pt x="4388701" y="613587"/>
                  </a:lnTo>
                  <a:lnTo>
                    <a:pt x="4390568" y="611720"/>
                  </a:lnTo>
                  <a:lnTo>
                    <a:pt x="4391025" y="610603"/>
                  </a:lnTo>
                  <a:lnTo>
                    <a:pt x="4391025" y="607974"/>
                  </a:lnTo>
                  <a:close/>
                </a:path>
                <a:path w="9153525" h="1219200">
                  <a:moveTo>
                    <a:pt x="4391025" y="3454"/>
                  </a:moveTo>
                  <a:lnTo>
                    <a:pt x="4390568" y="2336"/>
                  </a:lnTo>
                  <a:lnTo>
                    <a:pt x="4388701" y="469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24" y="469"/>
                  </a:lnTo>
                  <a:lnTo>
                    <a:pt x="4381970" y="2336"/>
                  </a:lnTo>
                  <a:lnTo>
                    <a:pt x="4381500" y="3454"/>
                  </a:lnTo>
                  <a:lnTo>
                    <a:pt x="4381500" y="6083"/>
                  </a:lnTo>
                  <a:lnTo>
                    <a:pt x="4381970" y="7200"/>
                  </a:lnTo>
                  <a:lnTo>
                    <a:pt x="4383824" y="9067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67"/>
                  </a:lnTo>
                  <a:lnTo>
                    <a:pt x="4390568" y="7200"/>
                  </a:lnTo>
                  <a:lnTo>
                    <a:pt x="4391025" y="6083"/>
                  </a:lnTo>
                  <a:lnTo>
                    <a:pt x="4391025" y="3454"/>
                  </a:lnTo>
                  <a:close/>
                </a:path>
                <a:path w="9153525" h="1219200">
                  <a:moveTo>
                    <a:pt x="4438650" y="1212494"/>
                  </a:moveTo>
                  <a:lnTo>
                    <a:pt x="4438193" y="1211376"/>
                  </a:lnTo>
                  <a:lnTo>
                    <a:pt x="4436326" y="1209509"/>
                  </a:lnTo>
                  <a:lnTo>
                    <a:pt x="4435208" y="1209052"/>
                  </a:lnTo>
                  <a:lnTo>
                    <a:pt x="4432579" y="1209052"/>
                  </a:lnTo>
                  <a:lnTo>
                    <a:pt x="4431449" y="1209509"/>
                  </a:lnTo>
                  <a:lnTo>
                    <a:pt x="4429595" y="1211376"/>
                  </a:lnTo>
                  <a:lnTo>
                    <a:pt x="4429125" y="1212494"/>
                  </a:lnTo>
                  <a:lnTo>
                    <a:pt x="4429125" y="1215123"/>
                  </a:lnTo>
                  <a:lnTo>
                    <a:pt x="4429595" y="1216240"/>
                  </a:lnTo>
                  <a:lnTo>
                    <a:pt x="4431449" y="1218107"/>
                  </a:lnTo>
                  <a:lnTo>
                    <a:pt x="4432579" y="1218577"/>
                  </a:lnTo>
                  <a:lnTo>
                    <a:pt x="4435208" y="1218577"/>
                  </a:lnTo>
                  <a:lnTo>
                    <a:pt x="4436326" y="1218107"/>
                  </a:lnTo>
                  <a:lnTo>
                    <a:pt x="4438193" y="1216240"/>
                  </a:lnTo>
                  <a:lnTo>
                    <a:pt x="4438650" y="1215123"/>
                  </a:lnTo>
                  <a:lnTo>
                    <a:pt x="4438650" y="1212494"/>
                  </a:lnTo>
                  <a:close/>
                </a:path>
                <a:path w="9153525" h="1219200">
                  <a:moveTo>
                    <a:pt x="4438650" y="607974"/>
                  </a:moveTo>
                  <a:lnTo>
                    <a:pt x="4438193" y="606856"/>
                  </a:lnTo>
                  <a:lnTo>
                    <a:pt x="4436326" y="604989"/>
                  </a:lnTo>
                  <a:lnTo>
                    <a:pt x="4435208" y="604520"/>
                  </a:lnTo>
                  <a:lnTo>
                    <a:pt x="4432579" y="604520"/>
                  </a:lnTo>
                  <a:lnTo>
                    <a:pt x="4431449" y="604989"/>
                  </a:lnTo>
                  <a:lnTo>
                    <a:pt x="4429595" y="606856"/>
                  </a:lnTo>
                  <a:lnTo>
                    <a:pt x="4429125" y="607974"/>
                  </a:lnTo>
                  <a:lnTo>
                    <a:pt x="4429125" y="610603"/>
                  </a:lnTo>
                  <a:lnTo>
                    <a:pt x="4429595" y="611720"/>
                  </a:lnTo>
                  <a:lnTo>
                    <a:pt x="4431449" y="613587"/>
                  </a:lnTo>
                  <a:lnTo>
                    <a:pt x="4432579" y="614045"/>
                  </a:lnTo>
                  <a:lnTo>
                    <a:pt x="4435208" y="614045"/>
                  </a:lnTo>
                  <a:lnTo>
                    <a:pt x="4436326" y="613587"/>
                  </a:lnTo>
                  <a:lnTo>
                    <a:pt x="4438193" y="611720"/>
                  </a:lnTo>
                  <a:lnTo>
                    <a:pt x="4438650" y="610603"/>
                  </a:lnTo>
                  <a:lnTo>
                    <a:pt x="4438650" y="607974"/>
                  </a:lnTo>
                  <a:close/>
                </a:path>
                <a:path w="9153525" h="1219200">
                  <a:moveTo>
                    <a:pt x="4438650" y="3454"/>
                  </a:moveTo>
                  <a:lnTo>
                    <a:pt x="4438193" y="2336"/>
                  </a:lnTo>
                  <a:lnTo>
                    <a:pt x="4436326" y="469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69"/>
                  </a:lnTo>
                  <a:lnTo>
                    <a:pt x="4429595" y="2336"/>
                  </a:lnTo>
                  <a:lnTo>
                    <a:pt x="4429125" y="3454"/>
                  </a:lnTo>
                  <a:lnTo>
                    <a:pt x="4429125" y="6083"/>
                  </a:lnTo>
                  <a:lnTo>
                    <a:pt x="4429595" y="7200"/>
                  </a:lnTo>
                  <a:lnTo>
                    <a:pt x="4431449" y="9067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67"/>
                  </a:lnTo>
                  <a:lnTo>
                    <a:pt x="4438193" y="7200"/>
                  </a:lnTo>
                  <a:lnTo>
                    <a:pt x="4438650" y="6083"/>
                  </a:lnTo>
                  <a:lnTo>
                    <a:pt x="4438650" y="3454"/>
                  </a:lnTo>
                  <a:close/>
                </a:path>
                <a:path w="9153525" h="1219200">
                  <a:moveTo>
                    <a:pt x="4486275" y="1212494"/>
                  </a:moveTo>
                  <a:lnTo>
                    <a:pt x="4485818" y="1211376"/>
                  </a:lnTo>
                  <a:lnTo>
                    <a:pt x="4483951" y="1209509"/>
                  </a:lnTo>
                  <a:lnTo>
                    <a:pt x="4482833" y="1209052"/>
                  </a:lnTo>
                  <a:lnTo>
                    <a:pt x="4480204" y="1209052"/>
                  </a:lnTo>
                  <a:lnTo>
                    <a:pt x="4479087" y="1209509"/>
                  </a:lnTo>
                  <a:lnTo>
                    <a:pt x="4477220" y="1211376"/>
                  </a:lnTo>
                  <a:lnTo>
                    <a:pt x="4476750" y="1212494"/>
                  </a:lnTo>
                  <a:lnTo>
                    <a:pt x="4476750" y="1215123"/>
                  </a:lnTo>
                  <a:lnTo>
                    <a:pt x="4477220" y="1216240"/>
                  </a:lnTo>
                  <a:lnTo>
                    <a:pt x="4479087" y="1218107"/>
                  </a:lnTo>
                  <a:lnTo>
                    <a:pt x="4480204" y="1218577"/>
                  </a:lnTo>
                  <a:lnTo>
                    <a:pt x="4482833" y="1218577"/>
                  </a:lnTo>
                  <a:lnTo>
                    <a:pt x="4483951" y="1218107"/>
                  </a:lnTo>
                  <a:lnTo>
                    <a:pt x="4485818" y="1216240"/>
                  </a:lnTo>
                  <a:lnTo>
                    <a:pt x="4486275" y="1215123"/>
                  </a:lnTo>
                  <a:lnTo>
                    <a:pt x="4486275" y="1212494"/>
                  </a:lnTo>
                  <a:close/>
                </a:path>
                <a:path w="9153525" h="1219200">
                  <a:moveTo>
                    <a:pt x="4486275" y="607974"/>
                  </a:moveTo>
                  <a:lnTo>
                    <a:pt x="4485818" y="606856"/>
                  </a:lnTo>
                  <a:lnTo>
                    <a:pt x="4483951" y="604989"/>
                  </a:lnTo>
                  <a:lnTo>
                    <a:pt x="4482833" y="604520"/>
                  </a:lnTo>
                  <a:lnTo>
                    <a:pt x="4480204" y="604520"/>
                  </a:lnTo>
                  <a:lnTo>
                    <a:pt x="4479087" y="604989"/>
                  </a:lnTo>
                  <a:lnTo>
                    <a:pt x="4477220" y="606856"/>
                  </a:lnTo>
                  <a:lnTo>
                    <a:pt x="4476750" y="607974"/>
                  </a:lnTo>
                  <a:lnTo>
                    <a:pt x="4476750" y="610603"/>
                  </a:lnTo>
                  <a:lnTo>
                    <a:pt x="4477220" y="611720"/>
                  </a:lnTo>
                  <a:lnTo>
                    <a:pt x="4479087" y="613587"/>
                  </a:lnTo>
                  <a:lnTo>
                    <a:pt x="4480204" y="614045"/>
                  </a:lnTo>
                  <a:lnTo>
                    <a:pt x="4482833" y="614045"/>
                  </a:lnTo>
                  <a:lnTo>
                    <a:pt x="4483951" y="613587"/>
                  </a:lnTo>
                  <a:lnTo>
                    <a:pt x="4485818" y="611720"/>
                  </a:lnTo>
                  <a:lnTo>
                    <a:pt x="4486275" y="610603"/>
                  </a:lnTo>
                  <a:lnTo>
                    <a:pt x="4486275" y="607974"/>
                  </a:lnTo>
                  <a:close/>
                </a:path>
                <a:path w="9153525" h="1219200">
                  <a:moveTo>
                    <a:pt x="4486275" y="3454"/>
                  </a:moveTo>
                  <a:lnTo>
                    <a:pt x="4485818" y="2336"/>
                  </a:lnTo>
                  <a:lnTo>
                    <a:pt x="4483951" y="469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69"/>
                  </a:lnTo>
                  <a:lnTo>
                    <a:pt x="4477220" y="2336"/>
                  </a:lnTo>
                  <a:lnTo>
                    <a:pt x="4476750" y="3454"/>
                  </a:lnTo>
                  <a:lnTo>
                    <a:pt x="4476750" y="6083"/>
                  </a:lnTo>
                  <a:lnTo>
                    <a:pt x="4477220" y="7200"/>
                  </a:lnTo>
                  <a:lnTo>
                    <a:pt x="4479087" y="9067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67"/>
                  </a:lnTo>
                  <a:lnTo>
                    <a:pt x="4485818" y="7200"/>
                  </a:lnTo>
                  <a:lnTo>
                    <a:pt x="4486275" y="6083"/>
                  </a:lnTo>
                  <a:lnTo>
                    <a:pt x="4486275" y="3454"/>
                  </a:lnTo>
                  <a:close/>
                </a:path>
                <a:path w="9153525" h="1219200">
                  <a:moveTo>
                    <a:pt x="4533900" y="1212494"/>
                  </a:moveTo>
                  <a:lnTo>
                    <a:pt x="4533443" y="1211376"/>
                  </a:lnTo>
                  <a:lnTo>
                    <a:pt x="4531576" y="1209509"/>
                  </a:lnTo>
                  <a:lnTo>
                    <a:pt x="4530458" y="1209052"/>
                  </a:lnTo>
                  <a:lnTo>
                    <a:pt x="4527829" y="1209052"/>
                  </a:lnTo>
                  <a:lnTo>
                    <a:pt x="4526712" y="1209509"/>
                  </a:lnTo>
                  <a:lnTo>
                    <a:pt x="4524845" y="1211376"/>
                  </a:lnTo>
                  <a:lnTo>
                    <a:pt x="4524375" y="1212494"/>
                  </a:lnTo>
                  <a:lnTo>
                    <a:pt x="4524375" y="1215123"/>
                  </a:lnTo>
                  <a:lnTo>
                    <a:pt x="4524845" y="1216240"/>
                  </a:lnTo>
                  <a:lnTo>
                    <a:pt x="4526712" y="1218107"/>
                  </a:lnTo>
                  <a:lnTo>
                    <a:pt x="4527829" y="1218577"/>
                  </a:lnTo>
                  <a:lnTo>
                    <a:pt x="4530458" y="1218577"/>
                  </a:lnTo>
                  <a:lnTo>
                    <a:pt x="4531576" y="1218107"/>
                  </a:lnTo>
                  <a:lnTo>
                    <a:pt x="4533443" y="1216240"/>
                  </a:lnTo>
                  <a:lnTo>
                    <a:pt x="4533900" y="1215123"/>
                  </a:lnTo>
                  <a:lnTo>
                    <a:pt x="4533900" y="1212494"/>
                  </a:lnTo>
                  <a:close/>
                </a:path>
                <a:path w="9153525" h="1219200">
                  <a:moveTo>
                    <a:pt x="4533900" y="607974"/>
                  </a:moveTo>
                  <a:lnTo>
                    <a:pt x="4533443" y="606856"/>
                  </a:lnTo>
                  <a:lnTo>
                    <a:pt x="4531576" y="604989"/>
                  </a:lnTo>
                  <a:lnTo>
                    <a:pt x="4530458" y="604520"/>
                  </a:lnTo>
                  <a:lnTo>
                    <a:pt x="4527829" y="604520"/>
                  </a:lnTo>
                  <a:lnTo>
                    <a:pt x="4526712" y="604989"/>
                  </a:lnTo>
                  <a:lnTo>
                    <a:pt x="4524845" y="606856"/>
                  </a:lnTo>
                  <a:lnTo>
                    <a:pt x="4524375" y="607974"/>
                  </a:lnTo>
                  <a:lnTo>
                    <a:pt x="4524375" y="610603"/>
                  </a:lnTo>
                  <a:lnTo>
                    <a:pt x="4524845" y="611720"/>
                  </a:lnTo>
                  <a:lnTo>
                    <a:pt x="4526712" y="613587"/>
                  </a:lnTo>
                  <a:lnTo>
                    <a:pt x="4527829" y="614045"/>
                  </a:lnTo>
                  <a:lnTo>
                    <a:pt x="4530458" y="614045"/>
                  </a:lnTo>
                  <a:lnTo>
                    <a:pt x="4531576" y="613587"/>
                  </a:lnTo>
                  <a:lnTo>
                    <a:pt x="4533443" y="611720"/>
                  </a:lnTo>
                  <a:lnTo>
                    <a:pt x="4533900" y="610603"/>
                  </a:lnTo>
                  <a:lnTo>
                    <a:pt x="4533900" y="607974"/>
                  </a:lnTo>
                  <a:close/>
                </a:path>
                <a:path w="9153525" h="1219200">
                  <a:moveTo>
                    <a:pt x="4533900" y="3454"/>
                  </a:moveTo>
                  <a:lnTo>
                    <a:pt x="4533443" y="2336"/>
                  </a:lnTo>
                  <a:lnTo>
                    <a:pt x="4531576" y="469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712" y="469"/>
                  </a:lnTo>
                  <a:lnTo>
                    <a:pt x="4524845" y="2336"/>
                  </a:lnTo>
                  <a:lnTo>
                    <a:pt x="4524375" y="3454"/>
                  </a:lnTo>
                  <a:lnTo>
                    <a:pt x="4524375" y="6083"/>
                  </a:lnTo>
                  <a:lnTo>
                    <a:pt x="4524845" y="7200"/>
                  </a:lnTo>
                  <a:lnTo>
                    <a:pt x="4526712" y="9067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67"/>
                  </a:lnTo>
                  <a:lnTo>
                    <a:pt x="4533443" y="7200"/>
                  </a:lnTo>
                  <a:lnTo>
                    <a:pt x="4533900" y="6083"/>
                  </a:lnTo>
                  <a:lnTo>
                    <a:pt x="4533900" y="3454"/>
                  </a:lnTo>
                  <a:close/>
                </a:path>
                <a:path w="9153525" h="1219200">
                  <a:moveTo>
                    <a:pt x="4581525" y="1212494"/>
                  </a:moveTo>
                  <a:lnTo>
                    <a:pt x="4581068" y="1211376"/>
                  </a:lnTo>
                  <a:lnTo>
                    <a:pt x="4579201" y="1209509"/>
                  </a:lnTo>
                  <a:lnTo>
                    <a:pt x="4578083" y="1209052"/>
                  </a:lnTo>
                  <a:lnTo>
                    <a:pt x="4575454" y="1209052"/>
                  </a:lnTo>
                  <a:lnTo>
                    <a:pt x="4574337" y="1209509"/>
                  </a:lnTo>
                  <a:lnTo>
                    <a:pt x="4572470" y="1211376"/>
                  </a:lnTo>
                  <a:lnTo>
                    <a:pt x="4572000" y="1212494"/>
                  </a:lnTo>
                  <a:lnTo>
                    <a:pt x="4572000" y="1215123"/>
                  </a:lnTo>
                  <a:lnTo>
                    <a:pt x="4572470" y="1216240"/>
                  </a:lnTo>
                  <a:lnTo>
                    <a:pt x="4574337" y="1218107"/>
                  </a:lnTo>
                  <a:lnTo>
                    <a:pt x="4575454" y="1218577"/>
                  </a:lnTo>
                  <a:lnTo>
                    <a:pt x="4578083" y="1218577"/>
                  </a:lnTo>
                  <a:lnTo>
                    <a:pt x="4579201" y="1218107"/>
                  </a:lnTo>
                  <a:lnTo>
                    <a:pt x="4581068" y="1216240"/>
                  </a:lnTo>
                  <a:lnTo>
                    <a:pt x="4581525" y="1215123"/>
                  </a:lnTo>
                  <a:lnTo>
                    <a:pt x="4581525" y="1212494"/>
                  </a:lnTo>
                  <a:close/>
                </a:path>
                <a:path w="9153525" h="1219200">
                  <a:moveTo>
                    <a:pt x="4581525" y="607974"/>
                  </a:moveTo>
                  <a:lnTo>
                    <a:pt x="4581068" y="606856"/>
                  </a:lnTo>
                  <a:lnTo>
                    <a:pt x="4579201" y="604989"/>
                  </a:lnTo>
                  <a:lnTo>
                    <a:pt x="4578083" y="604520"/>
                  </a:lnTo>
                  <a:lnTo>
                    <a:pt x="4575454" y="604520"/>
                  </a:lnTo>
                  <a:lnTo>
                    <a:pt x="4574337" y="604989"/>
                  </a:lnTo>
                  <a:lnTo>
                    <a:pt x="4572470" y="606856"/>
                  </a:lnTo>
                  <a:lnTo>
                    <a:pt x="4572000" y="607974"/>
                  </a:lnTo>
                  <a:lnTo>
                    <a:pt x="4572000" y="610603"/>
                  </a:lnTo>
                  <a:lnTo>
                    <a:pt x="4572470" y="611720"/>
                  </a:lnTo>
                  <a:lnTo>
                    <a:pt x="4574337" y="613587"/>
                  </a:lnTo>
                  <a:lnTo>
                    <a:pt x="4575454" y="614045"/>
                  </a:lnTo>
                  <a:lnTo>
                    <a:pt x="4578083" y="614045"/>
                  </a:lnTo>
                  <a:lnTo>
                    <a:pt x="4579201" y="613587"/>
                  </a:lnTo>
                  <a:lnTo>
                    <a:pt x="4581068" y="611720"/>
                  </a:lnTo>
                  <a:lnTo>
                    <a:pt x="4581525" y="610603"/>
                  </a:lnTo>
                  <a:lnTo>
                    <a:pt x="4581525" y="607974"/>
                  </a:lnTo>
                  <a:close/>
                </a:path>
                <a:path w="9153525" h="1219200">
                  <a:moveTo>
                    <a:pt x="4581525" y="3454"/>
                  </a:moveTo>
                  <a:lnTo>
                    <a:pt x="4581068" y="2336"/>
                  </a:lnTo>
                  <a:lnTo>
                    <a:pt x="4579201" y="469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37" y="469"/>
                  </a:lnTo>
                  <a:lnTo>
                    <a:pt x="4572470" y="2336"/>
                  </a:lnTo>
                  <a:lnTo>
                    <a:pt x="4572000" y="3454"/>
                  </a:lnTo>
                  <a:lnTo>
                    <a:pt x="4572000" y="6083"/>
                  </a:lnTo>
                  <a:lnTo>
                    <a:pt x="4572470" y="7200"/>
                  </a:lnTo>
                  <a:lnTo>
                    <a:pt x="4574337" y="9067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67"/>
                  </a:lnTo>
                  <a:lnTo>
                    <a:pt x="4581068" y="7200"/>
                  </a:lnTo>
                  <a:lnTo>
                    <a:pt x="4581525" y="6083"/>
                  </a:lnTo>
                  <a:lnTo>
                    <a:pt x="4581525" y="3454"/>
                  </a:lnTo>
                  <a:close/>
                </a:path>
                <a:path w="9153525" h="1219200">
                  <a:moveTo>
                    <a:pt x="4629150" y="1212494"/>
                  </a:moveTo>
                  <a:lnTo>
                    <a:pt x="4628693" y="1211376"/>
                  </a:lnTo>
                  <a:lnTo>
                    <a:pt x="4626826" y="1209509"/>
                  </a:lnTo>
                  <a:lnTo>
                    <a:pt x="4625708" y="1209052"/>
                  </a:lnTo>
                  <a:lnTo>
                    <a:pt x="4623079" y="1209052"/>
                  </a:lnTo>
                  <a:lnTo>
                    <a:pt x="4621962" y="1209509"/>
                  </a:lnTo>
                  <a:lnTo>
                    <a:pt x="4620095" y="1211376"/>
                  </a:lnTo>
                  <a:lnTo>
                    <a:pt x="4619625" y="1212494"/>
                  </a:lnTo>
                  <a:lnTo>
                    <a:pt x="4619625" y="1215123"/>
                  </a:lnTo>
                  <a:lnTo>
                    <a:pt x="4620095" y="1216240"/>
                  </a:lnTo>
                  <a:lnTo>
                    <a:pt x="4621962" y="1218107"/>
                  </a:lnTo>
                  <a:lnTo>
                    <a:pt x="4623079" y="1218577"/>
                  </a:lnTo>
                  <a:lnTo>
                    <a:pt x="4625708" y="1218577"/>
                  </a:lnTo>
                  <a:lnTo>
                    <a:pt x="4626826" y="1218107"/>
                  </a:lnTo>
                  <a:lnTo>
                    <a:pt x="4628693" y="1216240"/>
                  </a:lnTo>
                  <a:lnTo>
                    <a:pt x="4629150" y="1215123"/>
                  </a:lnTo>
                  <a:lnTo>
                    <a:pt x="4629150" y="1212494"/>
                  </a:lnTo>
                  <a:close/>
                </a:path>
                <a:path w="9153525" h="1219200">
                  <a:moveTo>
                    <a:pt x="4629150" y="607974"/>
                  </a:moveTo>
                  <a:lnTo>
                    <a:pt x="4628693" y="606856"/>
                  </a:lnTo>
                  <a:lnTo>
                    <a:pt x="4626826" y="604989"/>
                  </a:lnTo>
                  <a:lnTo>
                    <a:pt x="4625708" y="604520"/>
                  </a:lnTo>
                  <a:lnTo>
                    <a:pt x="4623079" y="604520"/>
                  </a:lnTo>
                  <a:lnTo>
                    <a:pt x="4621962" y="604989"/>
                  </a:lnTo>
                  <a:lnTo>
                    <a:pt x="4620095" y="606856"/>
                  </a:lnTo>
                  <a:lnTo>
                    <a:pt x="4619625" y="607974"/>
                  </a:lnTo>
                  <a:lnTo>
                    <a:pt x="4619625" y="610603"/>
                  </a:lnTo>
                  <a:lnTo>
                    <a:pt x="4620095" y="611720"/>
                  </a:lnTo>
                  <a:lnTo>
                    <a:pt x="4621962" y="613587"/>
                  </a:lnTo>
                  <a:lnTo>
                    <a:pt x="4623079" y="614045"/>
                  </a:lnTo>
                  <a:lnTo>
                    <a:pt x="4625708" y="614045"/>
                  </a:lnTo>
                  <a:lnTo>
                    <a:pt x="4626826" y="613587"/>
                  </a:lnTo>
                  <a:lnTo>
                    <a:pt x="4628693" y="611720"/>
                  </a:lnTo>
                  <a:lnTo>
                    <a:pt x="4629150" y="610603"/>
                  </a:lnTo>
                  <a:lnTo>
                    <a:pt x="4629150" y="607974"/>
                  </a:lnTo>
                  <a:close/>
                </a:path>
                <a:path w="9153525" h="1219200">
                  <a:moveTo>
                    <a:pt x="4629150" y="3454"/>
                  </a:moveTo>
                  <a:lnTo>
                    <a:pt x="4628693" y="2336"/>
                  </a:lnTo>
                  <a:lnTo>
                    <a:pt x="4626826" y="469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62" y="469"/>
                  </a:lnTo>
                  <a:lnTo>
                    <a:pt x="4620095" y="2336"/>
                  </a:lnTo>
                  <a:lnTo>
                    <a:pt x="4619625" y="3454"/>
                  </a:lnTo>
                  <a:lnTo>
                    <a:pt x="4619625" y="6083"/>
                  </a:lnTo>
                  <a:lnTo>
                    <a:pt x="4620095" y="7200"/>
                  </a:lnTo>
                  <a:lnTo>
                    <a:pt x="4621962" y="9067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67"/>
                  </a:lnTo>
                  <a:lnTo>
                    <a:pt x="4628693" y="7200"/>
                  </a:lnTo>
                  <a:lnTo>
                    <a:pt x="4629150" y="6083"/>
                  </a:lnTo>
                  <a:lnTo>
                    <a:pt x="4629150" y="3454"/>
                  </a:lnTo>
                  <a:close/>
                </a:path>
                <a:path w="9153525" h="1219200">
                  <a:moveTo>
                    <a:pt x="4676775" y="1212494"/>
                  </a:moveTo>
                  <a:lnTo>
                    <a:pt x="4676318" y="1211376"/>
                  </a:lnTo>
                  <a:lnTo>
                    <a:pt x="4674451" y="1209509"/>
                  </a:lnTo>
                  <a:lnTo>
                    <a:pt x="4673333" y="1209052"/>
                  </a:lnTo>
                  <a:lnTo>
                    <a:pt x="4670704" y="1209052"/>
                  </a:lnTo>
                  <a:lnTo>
                    <a:pt x="4669574" y="1209509"/>
                  </a:lnTo>
                  <a:lnTo>
                    <a:pt x="4667720" y="1211376"/>
                  </a:lnTo>
                  <a:lnTo>
                    <a:pt x="4667250" y="1212494"/>
                  </a:lnTo>
                  <a:lnTo>
                    <a:pt x="4667250" y="1215123"/>
                  </a:lnTo>
                  <a:lnTo>
                    <a:pt x="4667720" y="1216240"/>
                  </a:lnTo>
                  <a:lnTo>
                    <a:pt x="4669574" y="1218107"/>
                  </a:lnTo>
                  <a:lnTo>
                    <a:pt x="4670704" y="1218577"/>
                  </a:lnTo>
                  <a:lnTo>
                    <a:pt x="4673333" y="1218577"/>
                  </a:lnTo>
                  <a:lnTo>
                    <a:pt x="4674451" y="1218107"/>
                  </a:lnTo>
                  <a:lnTo>
                    <a:pt x="4676318" y="1216240"/>
                  </a:lnTo>
                  <a:lnTo>
                    <a:pt x="4676775" y="1215123"/>
                  </a:lnTo>
                  <a:lnTo>
                    <a:pt x="4676775" y="1212494"/>
                  </a:lnTo>
                  <a:close/>
                </a:path>
                <a:path w="9153525" h="1219200">
                  <a:moveTo>
                    <a:pt x="4676775" y="607974"/>
                  </a:moveTo>
                  <a:lnTo>
                    <a:pt x="4676318" y="606856"/>
                  </a:lnTo>
                  <a:lnTo>
                    <a:pt x="4674451" y="604989"/>
                  </a:lnTo>
                  <a:lnTo>
                    <a:pt x="4673333" y="604520"/>
                  </a:lnTo>
                  <a:lnTo>
                    <a:pt x="4670704" y="604520"/>
                  </a:lnTo>
                  <a:lnTo>
                    <a:pt x="4669574" y="604989"/>
                  </a:lnTo>
                  <a:lnTo>
                    <a:pt x="4667720" y="606856"/>
                  </a:lnTo>
                  <a:lnTo>
                    <a:pt x="4667250" y="607974"/>
                  </a:lnTo>
                  <a:lnTo>
                    <a:pt x="4667250" y="610603"/>
                  </a:lnTo>
                  <a:lnTo>
                    <a:pt x="4667720" y="611720"/>
                  </a:lnTo>
                  <a:lnTo>
                    <a:pt x="4669574" y="613587"/>
                  </a:lnTo>
                  <a:lnTo>
                    <a:pt x="4670704" y="614045"/>
                  </a:lnTo>
                  <a:lnTo>
                    <a:pt x="4673333" y="614045"/>
                  </a:lnTo>
                  <a:lnTo>
                    <a:pt x="4674451" y="613587"/>
                  </a:lnTo>
                  <a:lnTo>
                    <a:pt x="4676318" y="611720"/>
                  </a:lnTo>
                  <a:lnTo>
                    <a:pt x="4676775" y="610603"/>
                  </a:lnTo>
                  <a:lnTo>
                    <a:pt x="4676775" y="607974"/>
                  </a:lnTo>
                  <a:close/>
                </a:path>
                <a:path w="9153525" h="1219200">
                  <a:moveTo>
                    <a:pt x="4676775" y="3454"/>
                  </a:moveTo>
                  <a:lnTo>
                    <a:pt x="4676318" y="2336"/>
                  </a:lnTo>
                  <a:lnTo>
                    <a:pt x="4674451" y="469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74" y="469"/>
                  </a:lnTo>
                  <a:lnTo>
                    <a:pt x="4667720" y="2336"/>
                  </a:lnTo>
                  <a:lnTo>
                    <a:pt x="4667250" y="3454"/>
                  </a:lnTo>
                  <a:lnTo>
                    <a:pt x="4667250" y="6083"/>
                  </a:lnTo>
                  <a:lnTo>
                    <a:pt x="4667720" y="7200"/>
                  </a:lnTo>
                  <a:lnTo>
                    <a:pt x="4669574" y="9067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67"/>
                  </a:lnTo>
                  <a:lnTo>
                    <a:pt x="4676318" y="7200"/>
                  </a:lnTo>
                  <a:lnTo>
                    <a:pt x="4676775" y="6083"/>
                  </a:lnTo>
                  <a:lnTo>
                    <a:pt x="4676775" y="3454"/>
                  </a:lnTo>
                  <a:close/>
                </a:path>
                <a:path w="9153525" h="1219200">
                  <a:moveTo>
                    <a:pt x="4724400" y="1212494"/>
                  </a:moveTo>
                  <a:lnTo>
                    <a:pt x="4723943" y="1211376"/>
                  </a:lnTo>
                  <a:lnTo>
                    <a:pt x="4722076" y="1209509"/>
                  </a:lnTo>
                  <a:lnTo>
                    <a:pt x="4720958" y="1209052"/>
                  </a:lnTo>
                  <a:lnTo>
                    <a:pt x="4718329" y="1209052"/>
                  </a:lnTo>
                  <a:lnTo>
                    <a:pt x="4717212" y="1209509"/>
                  </a:lnTo>
                  <a:lnTo>
                    <a:pt x="4715345" y="1211376"/>
                  </a:lnTo>
                  <a:lnTo>
                    <a:pt x="4714875" y="1212494"/>
                  </a:lnTo>
                  <a:lnTo>
                    <a:pt x="4714875" y="1215123"/>
                  </a:lnTo>
                  <a:lnTo>
                    <a:pt x="4715345" y="1216240"/>
                  </a:lnTo>
                  <a:lnTo>
                    <a:pt x="4717212" y="1218107"/>
                  </a:lnTo>
                  <a:lnTo>
                    <a:pt x="4718329" y="1218577"/>
                  </a:lnTo>
                  <a:lnTo>
                    <a:pt x="4720958" y="1218577"/>
                  </a:lnTo>
                  <a:lnTo>
                    <a:pt x="4722076" y="1218107"/>
                  </a:lnTo>
                  <a:lnTo>
                    <a:pt x="4723943" y="1216240"/>
                  </a:lnTo>
                  <a:lnTo>
                    <a:pt x="4724400" y="1215123"/>
                  </a:lnTo>
                  <a:lnTo>
                    <a:pt x="4724400" y="1212494"/>
                  </a:lnTo>
                  <a:close/>
                </a:path>
                <a:path w="9153525" h="1219200">
                  <a:moveTo>
                    <a:pt x="4724400" y="607974"/>
                  </a:moveTo>
                  <a:lnTo>
                    <a:pt x="4723943" y="606856"/>
                  </a:lnTo>
                  <a:lnTo>
                    <a:pt x="4722076" y="604989"/>
                  </a:lnTo>
                  <a:lnTo>
                    <a:pt x="4720958" y="604520"/>
                  </a:lnTo>
                  <a:lnTo>
                    <a:pt x="4718329" y="604520"/>
                  </a:lnTo>
                  <a:lnTo>
                    <a:pt x="4717212" y="604989"/>
                  </a:lnTo>
                  <a:lnTo>
                    <a:pt x="4715345" y="606856"/>
                  </a:lnTo>
                  <a:lnTo>
                    <a:pt x="4714875" y="607974"/>
                  </a:lnTo>
                  <a:lnTo>
                    <a:pt x="4714875" y="610603"/>
                  </a:lnTo>
                  <a:lnTo>
                    <a:pt x="4715345" y="611720"/>
                  </a:lnTo>
                  <a:lnTo>
                    <a:pt x="4717212" y="613587"/>
                  </a:lnTo>
                  <a:lnTo>
                    <a:pt x="4718329" y="614045"/>
                  </a:lnTo>
                  <a:lnTo>
                    <a:pt x="4720958" y="614045"/>
                  </a:lnTo>
                  <a:lnTo>
                    <a:pt x="4722076" y="613587"/>
                  </a:lnTo>
                  <a:lnTo>
                    <a:pt x="4723943" y="611720"/>
                  </a:lnTo>
                  <a:lnTo>
                    <a:pt x="4724400" y="610603"/>
                  </a:lnTo>
                  <a:lnTo>
                    <a:pt x="4724400" y="607974"/>
                  </a:lnTo>
                  <a:close/>
                </a:path>
                <a:path w="9153525" h="1219200">
                  <a:moveTo>
                    <a:pt x="4724400" y="3454"/>
                  </a:moveTo>
                  <a:lnTo>
                    <a:pt x="4723943" y="2336"/>
                  </a:lnTo>
                  <a:lnTo>
                    <a:pt x="4722076" y="469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212" y="469"/>
                  </a:lnTo>
                  <a:lnTo>
                    <a:pt x="4715345" y="2336"/>
                  </a:lnTo>
                  <a:lnTo>
                    <a:pt x="4714875" y="3454"/>
                  </a:lnTo>
                  <a:lnTo>
                    <a:pt x="4714875" y="6083"/>
                  </a:lnTo>
                  <a:lnTo>
                    <a:pt x="4715345" y="7200"/>
                  </a:lnTo>
                  <a:lnTo>
                    <a:pt x="4717212" y="9067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67"/>
                  </a:lnTo>
                  <a:lnTo>
                    <a:pt x="4723943" y="7200"/>
                  </a:lnTo>
                  <a:lnTo>
                    <a:pt x="4724400" y="6083"/>
                  </a:lnTo>
                  <a:lnTo>
                    <a:pt x="4724400" y="3454"/>
                  </a:lnTo>
                  <a:close/>
                </a:path>
                <a:path w="9153525" h="1219200">
                  <a:moveTo>
                    <a:pt x="4772025" y="1212494"/>
                  </a:moveTo>
                  <a:lnTo>
                    <a:pt x="4771568" y="1211376"/>
                  </a:lnTo>
                  <a:lnTo>
                    <a:pt x="4769701" y="1209509"/>
                  </a:lnTo>
                  <a:lnTo>
                    <a:pt x="4768583" y="1209052"/>
                  </a:lnTo>
                  <a:lnTo>
                    <a:pt x="4765954" y="1209052"/>
                  </a:lnTo>
                  <a:lnTo>
                    <a:pt x="4764837" y="1209509"/>
                  </a:lnTo>
                  <a:lnTo>
                    <a:pt x="4762970" y="1211376"/>
                  </a:lnTo>
                  <a:lnTo>
                    <a:pt x="4762500" y="1212494"/>
                  </a:lnTo>
                  <a:lnTo>
                    <a:pt x="4762500" y="1215123"/>
                  </a:lnTo>
                  <a:lnTo>
                    <a:pt x="4762970" y="1216240"/>
                  </a:lnTo>
                  <a:lnTo>
                    <a:pt x="4764837" y="1218107"/>
                  </a:lnTo>
                  <a:lnTo>
                    <a:pt x="4765954" y="1218577"/>
                  </a:lnTo>
                  <a:lnTo>
                    <a:pt x="4768583" y="1218577"/>
                  </a:lnTo>
                  <a:lnTo>
                    <a:pt x="4769701" y="1218107"/>
                  </a:lnTo>
                  <a:lnTo>
                    <a:pt x="4771568" y="1216240"/>
                  </a:lnTo>
                  <a:lnTo>
                    <a:pt x="4772025" y="1215123"/>
                  </a:lnTo>
                  <a:lnTo>
                    <a:pt x="4772025" y="1212494"/>
                  </a:lnTo>
                  <a:close/>
                </a:path>
                <a:path w="9153525" h="1219200">
                  <a:moveTo>
                    <a:pt x="4772025" y="607974"/>
                  </a:moveTo>
                  <a:lnTo>
                    <a:pt x="4771568" y="606856"/>
                  </a:lnTo>
                  <a:lnTo>
                    <a:pt x="4769701" y="604989"/>
                  </a:lnTo>
                  <a:lnTo>
                    <a:pt x="4768583" y="604520"/>
                  </a:lnTo>
                  <a:lnTo>
                    <a:pt x="4765954" y="604520"/>
                  </a:lnTo>
                  <a:lnTo>
                    <a:pt x="4764837" y="604989"/>
                  </a:lnTo>
                  <a:lnTo>
                    <a:pt x="4762970" y="606856"/>
                  </a:lnTo>
                  <a:lnTo>
                    <a:pt x="4762500" y="607974"/>
                  </a:lnTo>
                  <a:lnTo>
                    <a:pt x="4762500" y="610603"/>
                  </a:lnTo>
                  <a:lnTo>
                    <a:pt x="4762970" y="611720"/>
                  </a:lnTo>
                  <a:lnTo>
                    <a:pt x="4764837" y="613587"/>
                  </a:lnTo>
                  <a:lnTo>
                    <a:pt x="4765954" y="614045"/>
                  </a:lnTo>
                  <a:lnTo>
                    <a:pt x="4768583" y="614045"/>
                  </a:lnTo>
                  <a:lnTo>
                    <a:pt x="4769701" y="613587"/>
                  </a:lnTo>
                  <a:lnTo>
                    <a:pt x="4771568" y="611720"/>
                  </a:lnTo>
                  <a:lnTo>
                    <a:pt x="4772025" y="610603"/>
                  </a:lnTo>
                  <a:lnTo>
                    <a:pt x="4772025" y="607974"/>
                  </a:lnTo>
                  <a:close/>
                </a:path>
                <a:path w="9153525" h="1219200">
                  <a:moveTo>
                    <a:pt x="4772025" y="3454"/>
                  </a:moveTo>
                  <a:lnTo>
                    <a:pt x="4771568" y="2336"/>
                  </a:lnTo>
                  <a:lnTo>
                    <a:pt x="4769701" y="469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37" y="469"/>
                  </a:lnTo>
                  <a:lnTo>
                    <a:pt x="4762970" y="2336"/>
                  </a:lnTo>
                  <a:lnTo>
                    <a:pt x="4762500" y="3454"/>
                  </a:lnTo>
                  <a:lnTo>
                    <a:pt x="4762500" y="6083"/>
                  </a:lnTo>
                  <a:lnTo>
                    <a:pt x="4762970" y="7200"/>
                  </a:lnTo>
                  <a:lnTo>
                    <a:pt x="4764837" y="9067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67"/>
                  </a:lnTo>
                  <a:lnTo>
                    <a:pt x="4771568" y="7200"/>
                  </a:lnTo>
                  <a:lnTo>
                    <a:pt x="4772025" y="6083"/>
                  </a:lnTo>
                  <a:lnTo>
                    <a:pt x="4772025" y="3454"/>
                  </a:lnTo>
                  <a:close/>
                </a:path>
                <a:path w="9153525" h="1219200">
                  <a:moveTo>
                    <a:pt x="4819650" y="1212494"/>
                  </a:moveTo>
                  <a:lnTo>
                    <a:pt x="4819193" y="1211376"/>
                  </a:lnTo>
                  <a:lnTo>
                    <a:pt x="4817326" y="1209509"/>
                  </a:lnTo>
                  <a:lnTo>
                    <a:pt x="4816208" y="1209052"/>
                  </a:lnTo>
                  <a:lnTo>
                    <a:pt x="4813579" y="1209052"/>
                  </a:lnTo>
                  <a:lnTo>
                    <a:pt x="4812449" y="1209509"/>
                  </a:lnTo>
                  <a:lnTo>
                    <a:pt x="4810595" y="1211376"/>
                  </a:lnTo>
                  <a:lnTo>
                    <a:pt x="4810125" y="1212494"/>
                  </a:lnTo>
                  <a:lnTo>
                    <a:pt x="4810125" y="1215123"/>
                  </a:lnTo>
                  <a:lnTo>
                    <a:pt x="4810595" y="1216240"/>
                  </a:lnTo>
                  <a:lnTo>
                    <a:pt x="4812449" y="1218107"/>
                  </a:lnTo>
                  <a:lnTo>
                    <a:pt x="4813579" y="1218577"/>
                  </a:lnTo>
                  <a:lnTo>
                    <a:pt x="4816208" y="1218577"/>
                  </a:lnTo>
                  <a:lnTo>
                    <a:pt x="4817326" y="1218107"/>
                  </a:lnTo>
                  <a:lnTo>
                    <a:pt x="4819193" y="1216240"/>
                  </a:lnTo>
                  <a:lnTo>
                    <a:pt x="4819650" y="1215123"/>
                  </a:lnTo>
                  <a:lnTo>
                    <a:pt x="4819650" y="1212494"/>
                  </a:lnTo>
                  <a:close/>
                </a:path>
                <a:path w="9153525" h="1219200">
                  <a:moveTo>
                    <a:pt x="4819650" y="607974"/>
                  </a:moveTo>
                  <a:lnTo>
                    <a:pt x="4819193" y="606856"/>
                  </a:lnTo>
                  <a:lnTo>
                    <a:pt x="4817326" y="604989"/>
                  </a:lnTo>
                  <a:lnTo>
                    <a:pt x="4816208" y="604520"/>
                  </a:lnTo>
                  <a:lnTo>
                    <a:pt x="4813579" y="604520"/>
                  </a:lnTo>
                  <a:lnTo>
                    <a:pt x="4812449" y="604989"/>
                  </a:lnTo>
                  <a:lnTo>
                    <a:pt x="4810595" y="606856"/>
                  </a:lnTo>
                  <a:lnTo>
                    <a:pt x="4810125" y="607974"/>
                  </a:lnTo>
                  <a:lnTo>
                    <a:pt x="4810125" y="610603"/>
                  </a:lnTo>
                  <a:lnTo>
                    <a:pt x="4810595" y="611720"/>
                  </a:lnTo>
                  <a:lnTo>
                    <a:pt x="4812449" y="613587"/>
                  </a:lnTo>
                  <a:lnTo>
                    <a:pt x="4813579" y="614045"/>
                  </a:lnTo>
                  <a:lnTo>
                    <a:pt x="4816208" y="614045"/>
                  </a:lnTo>
                  <a:lnTo>
                    <a:pt x="4817326" y="613587"/>
                  </a:lnTo>
                  <a:lnTo>
                    <a:pt x="4819193" y="611720"/>
                  </a:lnTo>
                  <a:lnTo>
                    <a:pt x="4819650" y="610603"/>
                  </a:lnTo>
                  <a:lnTo>
                    <a:pt x="4819650" y="607974"/>
                  </a:lnTo>
                  <a:close/>
                </a:path>
                <a:path w="9153525" h="1219200">
                  <a:moveTo>
                    <a:pt x="4819650" y="3454"/>
                  </a:moveTo>
                  <a:lnTo>
                    <a:pt x="4819193" y="2336"/>
                  </a:lnTo>
                  <a:lnTo>
                    <a:pt x="4817326" y="469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69"/>
                  </a:lnTo>
                  <a:lnTo>
                    <a:pt x="4810595" y="2336"/>
                  </a:lnTo>
                  <a:lnTo>
                    <a:pt x="4810125" y="3454"/>
                  </a:lnTo>
                  <a:lnTo>
                    <a:pt x="4810125" y="6083"/>
                  </a:lnTo>
                  <a:lnTo>
                    <a:pt x="4810595" y="7200"/>
                  </a:lnTo>
                  <a:lnTo>
                    <a:pt x="4812449" y="9067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67"/>
                  </a:lnTo>
                  <a:lnTo>
                    <a:pt x="4819193" y="7200"/>
                  </a:lnTo>
                  <a:lnTo>
                    <a:pt x="4819650" y="6083"/>
                  </a:lnTo>
                  <a:lnTo>
                    <a:pt x="4819650" y="3454"/>
                  </a:lnTo>
                  <a:close/>
                </a:path>
                <a:path w="9153525" h="1219200">
                  <a:moveTo>
                    <a:pt x="4867275" y="1212494"/>
                  </a:moveTo>
                  <a:lnTo>
                    <a:pt x="4866818" y="1211376"/>
                  </a:lnTo>
                  <a:lnTo>
                    <a:pt x="4864951" y="1209509"/>
                  </a:lnTo>
                  <a:lnTo>
                    <a:pt x="4863833" y="1209052"/>
                  </a:lnTo>
                  <a:lnTo>
                    <a:pt x="4861204" y="1209052"/>
                  </a:lnTo>
                  <a:lnTo>
                    <a:pt x="4860074" y="1209509"/>
                  </a:lnTo>
                  <a:lnTo>
                    <a:pt x="4858220" y="1211376"/>
                  </a:lnTo>
                  <a:lnTo>
                    <a:pt x="4857750" y="1212494"/>
                  </a:lnTo>
                  <a:lnTo>
                    <a:pt x="4857750" y="1215123"/>
                  </a:lnTo>
                  <a:lnTo>
                    <a:pt x="4858220" y="1216240"/>
                  </a:lnTo>
                  <a:lnTo>
                    <a:pt x="4860074" y="1218107"/>
                  </a:lnTo>
                  <a:lnTo>
                    <a:pt x="4861204" y="1218577"/>
                  </a:lnTo>
                  <a:lnTo>
                    <a:pt x="4863833" y="1218577"/>
                  </a:lnTo>
                  <a:lnTo>
                    <a:pt x="4864951" y="1218107"/>
                  </a:lnTo>
                  <a:lnTo>
                    <a:pt x="4866818" y="1216240"/>
                  </a:lnTo>
                  <a:lnTo>
                    <a:pt x="4867275" y="1215123"/>
                  </a:lnTo>
                  <a:lnTo>
                    <a:pt x="4867275" y="1212494"/>
                  </a:lnTo>
                  <a:close/>
                </a:path>
                <a:path w="9153525" h="1219200">
                  <a:moveTo>
                    <a:pt x="4867275" y="607974"/>
                  </a:moveTo>
                  <a:lnTo>
                    <a:pt x="4866818" y="606856"/>
                  </a:lnTo>
                  <a:lnTo>
                    <a:pt x="4864951" y="604989"/>
                  </a:lnTo>
                  <a:lnTo>
                    <a:pt x="4863833" y="604520"/>
                  </a:lnTo>
                  <a:lnTo>
                    <a:pt x="4861204" y="604520"/>
                  </a:lnTo>
                  <a:lnTo>
                    <a:pt x="4860074" y="604989"/>
                  </a:lnTo>
                  <a:lnTo>
                    <a:pt x="4858220" y="606856"/>
                  </a:lnTo>
                  <a:lnTo>
                    <a:pt x="4857750" y="607974"/>
                  </a:lnTo>
                  <a:lnTo>
                    <a:pt x="4857750" y="610603"/>
                  </a:lnTo>
                  <a:lnTo>
                    <a:pt x="4858220" y="611720"/>
                  </a:lnTo>
                  <a:lnTo>
                    <a:pt x="4860074" y="613587"/>
                  </a:lnTo>
                  <a:lnTo>
                    <a:pt x="4861204" y="614045"/>
                  </a:lnTo>
                  <a:lnTo>
                    <a:pt x="4863833" y="614045"/>
                  </a:lnTo>
                  <a:lnTo>
                    <a:pt x="4864951" y="613587"/>
                  </a:lnTo>
                  <a:lnTo>
                    <a:pt x="4866818" y="611720"/>
                  </a:lnTo>
                  <a:lnTo>
                    <a:pt x="4867275" y="610603"/>
                  </a:lnTo>
                  <a:lnTo>
                    <a:pt x="4867275" y="607974"/>
                  </a:lnTo>
                  <a:close/>
                </a:path>
                <a:path w="9153525" h="1219200">
                  <a:moveTo>
                    <a:pt x="4867275" y="3454"/>
                  </a:moveTo>
                  <a:lnTo>
                    <a:pt x="4866818" y="2336"/>
                  </a:lnTo>
                  <a:lnTo>
                    <a:pt x="4864951" y="469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69"/>
                  </a:lnTo>
                  <a:lnTo>
                    <a:pt x="4858220" y="2336"/>
                  </a:lnTo>
                  <a:lnTo>
                    <a:pt x="4857750" y="3454"/>
                  </a:lnTo>
                  <a:lnTo>
                    <a:pt x="4857750" y="6083"/>
                  </a:lnTo>
                  <a:lnTo>
                    <a:pt x="4858220" y="7200"/>
                  </a:lnTo>
                  <a:lnTo>
                    <a:pt x="4860074" y="9067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67"/>
                  </a:lnTo>
                  <a:lnTo>
                    <a:pt x="4866818" y="7200"/>
                  </a:lnTo>
                  <a:lnTo>
                    <a:pt x="4867275" y="6083"/>
                  </a:lnTo>
                  <a:lnTo>
                    <a:pt x="4867275" y="3454"/>
                  </a:lnTo>
                  <a:close/>
                </a:path>
                <a:path w="9153525" h="1219200">
                  <a:moveTo>
                    <a:pt x="4914900" y="1212494"/>
                  </a:moveTo>
                  <a:lnTo>
                    <a:pt x="4914443" y="1211376"/>
                  </a:lnTo>
                  <a:lnTo>
                    <a:pt x="4912576" y="1209509"/>
                  </a:lnTo>
                  <a:lnTo>
                    <a:pt x="4911458" y="1209052"/>
                  </a:lnTo>
                  <a:lnTo>
                    <a:pt x="4908829" y="1209052"/>
                  </a:lnTo>
                  <a:lnTo>
                    <a:pt x="4907699" y="1209509"/>
                  </a:lnTo>
                  <a:lnTo>
                    <a:pt x="4905845" y="1211376"/>
                  </a:lnTo>
                  <a:lnTo>
                    <a:pt x="4905375" y="1212494"/>
                  </a:lnTo>
                  <a:lnTo>
                    <a:pt x="4905375" y="1215123"/>
                  </a:lnTo>
                  <a:lnTo>
                    <a:pt x="4905845" y="1216240"/>
                  </a:lnTo>
                  <a:lnTo>
                    <a:pt x="4907699" y="1218107"/>
                  </a:lnTo>
                  <a:lnTo>
                    <a:pt x="4908829" y="1218577"/>
                  </a:lnTo>
                  <a:lnTo>
                    <a:pt x="4911458" y="1218577"/>
                  </a:lnTo>
                  <a:lnTo>
                    <a:pt x="4912576" y="1218107"/>
                  </a:lnTo>
                  <a:lnTo>
                    <a:pt x="4914443" y="1216240"/>
                  </a:lnTo>
                  <a:lnTo>
                    <a:pt x="4914900" y="1215123"/>
                  </a:lnTo>
                  <a:lnTo>
                    <a:pt x="4914900" y="1212494"/>
                  </a:lnTo>
                  <a:close/>
                </a:path>
                <a:path w="9153525" h="1219200">
                  <a:moveTo>
                    <a:pt x="4914900" y="607974"/>
                  </a:moveTo>
                  <a:lnTo>
                    <a:pt x="4914443" y="606856"/>
                  </a:lnTo>
                  <a:lnTo>
                    <a:pt x="4912576" y="604989"/>
                  </a:lnTo>
                  <a:lnTo>
                    <a:pt x="4911458" y="604520"/>
                  </a:lnTo>
                  <a:lnTo>
                    <a:pt x="4908829" y="604520"/>
                  </a:lnTo>
                  <a:lnTo>
                    <a:pt x="4907699" y="604989"/>
                  </a:lnTo>
                  <a:lnTo>
                    <a:pt x="4905845" y="606856"/>
                  </a:lnTo>
                  <a:lnTo>
                    <a:pt x="4905375" y="607974"/>
                  </a:lnTo>
                  <a:lnTo>
                    <a:pt x="4905375" y="610603"/>
                  </a:lnTo>
                  <a:lnTo>
                    <a:pt x="4905845" y="611720"/>
                  </a:lnTo>
                  <a:lnTo>
                    <a:pt x="4907699" y="613587"/>
                  </a:lnTo>
                  <a:lnTo>
                    <a:pt x="4908829" y="614045"/>
                  </a:lnTo>
                  <a:lnTo>
                    <a:pt x="4911458" y="614045"/>
                  </a:lnTo>
                  <a:lnTo>
                    <a:pt x="4912576" y="613587"/>
                  </a:lnTo>
                  <a:lnTo>
                    <a:pt x="4914443" y="611720"/>
                  </a:lnTo>
                  <a:lnTo>
                    <a:pt x="4914900" y="610603"/>
                  </a:lnTo>
                  <a:lnTo>
                    <a:pt x="4914900" y="607974"/>
                  </a:lnTo>
                  <a:close/>
                </a:path>
                <a:path w="9153525" h="1219200">
                  <a:moveTo>
                    <a:pt x="4914900" y="3454"/>
                  </a:moveTo>
                  <a:lnTo>
                    <a:pt x="4914443" y="2336"/>
                  </a:lnTo>
                  <a:lnTo>
                    <a:pt x="4912576" y="469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69"/>
                  </a:lnTo>
                  <a:lnTo>
                    <a:pt x="4905845" y="2336"/>
                  </a:lnTo>
                  <a:lnTo>
                    <a:pt x="4905375" y="3454"/>
                  </a:lnTo>
                  <a:lnTo>
                    <a:pt x="4905375" y="6083"/>
                  </a:lnTo>
                  <a:lnTo>
                    <a:pt x="4905845" y="7200"/>
                  </a:lnTo>
                  <a:lnTo>
                    <a:pt x="4907699" y="9067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67"/>
                  </a:lnTo>
                  <a:lnTo>
                    <a:pt x="4914443" y="7200"/>
                  </a:lnTo>
                  <a:lnTo>
                    <a:pt x="4914900" y="6083"/>
                  </a:lnTo>
                  <a:lnTo>
                    <a:pt x="4914900" y="3454"/>
                  </a:lnTo>
                  <a:close/>
                </a:path>
                <a:path w="9153525" h="1219200">
                  <a:moveTo>
                    <a:pt x="4962525" y="1212494"/>
                  </a:moveTo>
                  <a:lnTo>
                    <a:pt x="4962068" y="1211376"/>
                  </a:lnTo>
                  <a:lnTo>
                    <a:pt x="4960201" y="1209509"/>
                  </a:lnTo>
                  <a:lnTo>
                    <a:pt x="4959083" y="1209052"/>
                  </a:lnTo>
                  <a:lnTo>
                    <a:pt x="4956454" y="1209052"/>
                  </a:lnTo>
                  <a:lnTo>
                    <a:pt x="4955324" y="1209509"/>
                  </a:lnTo>
                  <a:lnTo>
                    <a:pt x="4953470" y="1211376"/>
                  </a:lnTo>
                  <a:lnTo>
                    <a:pt x="4953000" y="1212494"/>
                  </a:lnTo>
                  <a:lnTo>
                    <a:pt x="4953000" y="1215123"/>
                  </a:lnTo>
                  <a:lnTo>
                    <a:pt x="4953470" y="1216240"/>
                  </a:lnTo>
                  <a:lnTo>
                    <a:pt x="4955324" y="1218107"/>
                  </a:lnTo>
                  <a:lnTo>
                    <a:pt x="4956454" y="1218577"/>
                  </a:lnTo>
                  <a:lnTo>
                    <a:pt x="4959083" y="1218577"/>
                  </a:lnTo>
                  <a:lnTo>
                    <a:pt x="4960201" y="1218107"/>
                  </a:lnTo>
                  <a:lnTo>
                    <a:pt x="4962068" y="1216240"/>
                  </a:lnTo>
                  <a:lnTo>
                    <a:pt x="4962525" y="1215123"/>
                  </a:lnTo>
                  <a:lnTo>
                    <a:pt x="4962525" y="1212494"/>
                  </a:lnTo>
                  <a:close/>
                </a:path>
                <a:path w="9153525" h="1219200">
                  <a:moveTo>
                    <a:pt x="4962525" y="607974"/>
                  </a:moveTo>
                  <a:lnTo>
                    <a:pt x="4962068" y="606856"/>
                  </a:lnTo>
                  <a:lnTo>
                    <a:pt x="4960201" y="604989"/>
                  </a:lnTo>
                  <a:lnTo>
                    <a:pt x="4959083" y="604520"/>
                  </a:lnTo>
                  <a:lnTo>
                    <a:pt x="4956454" y="604520"/>
                  </a:lnTo>
                  <a:lnTo>
                    <a:pt x="4955324" y="604989"/>
                  </a:lnTo>
                  <a:lnTo>
                    <a:pt x="4953470" y="606856"/>
                  </a:lnTo>
                  <a:lnTo>
                    <a:pt x="4953000" y="607974"/>
                  </a:lnTo>
                  <a:lnTo>
                    <a:pt x="4953000" y="610603"/>
                  </a:lnTo>
                  <a:lnTo>
                    <a:pt x="4953470" y="611720"/>
                  </a:lnTo>
                  <a:lnTo>
                    <a:pt x="4955324" y="613587"/>
                  </a:lnTo>
                  <a:lnTo>
                    <a:pt x="4956454" y="614045"/>
                  </a:lnTo>
                  <a:lnTo>
                    <a:pt x="4959083" y="614045"/>
                  </a:lnTo>
                  <a:lnTo>
                    <a:pt x="4960201" y="613587"/>
                  </a:lnTo>
                  <a:lnTo>
                    <a:pt x="4962068" y="611720"/>
                  </a:lnTo>
                  <a:lnTo>
                    <a:pt x="4962525" y="610603"/>
                  </a:lnTo>
                  <a:lnTo>
                    <a:pt x="4962525" y="607974"/>
                  </a:lnTo>
                  <a:close/>
                </a:path>
                <a:path w="9153525" h="1219200">
                  <a:moveTo>
                    <a:pt x="4962525" y="3454"/>
                  </a:moveTo>
                  <a:lnTo>
                    <a:pt x="4962068" y="2336"/>
                  </a:lnTo>
                  <a:lnTo>
                    <a:pt x="4960201" y="469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69"/>
                  </a:lnTo>
                  <a:lnTo>
                    <a:pt x="4953470" y="2336"/>
                  </a:lnTo>
                  <a:lnTo>
                    <a:pt x="4953000" y="3454"/>
                  </a:lnTo>
                  <a:lnTo>
                    <a:pt x="4953000" y="6083"/>
                  </a:lnTo>
                  <a:lnTo>
                    <a:pt x="4953470" y="7200"/>
                  </a:lnTo>
                  <a:lnTo>
                    <a:pt x="4955324" y="9067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67"/>
                  </a:lnTo>
                  <a:lnTo>
                    <a:pt x="4962068" y="7200"/>
                  </a:lnTo>
                  <a:lnTo>
                    <a:pt x="4962525" y="6083"/>
                  </a:lnTo>
                  <a:lnTo>
                    <a:pt x="4962525" y="3454"/>
                  </a:lnTo>
                  <a:close/>
                </a:path>
                <a:path w="9153525" h="1219200">
                  <a:moveTo>
                    <a:pt x="5010150" y="1212494"/>
                  </a:moveTo>
                  <a:lnTo>
                    <a:pt x="5009693" y="1211376"/>
                  </a:lnTo>
                  <a:lnTo>
                    <a:pt x="5007826" y="1209509"/>
                  </a:lnTo>
                  <a:lnTo>
                    <a:pt x="5006708" y="1209052"/>
                  </a:lnTo>
                  <a:lnTo>
                    <a:pt x="5004079" y="1209052"/>
                  </a:lnTo>
                  <a:lnTo>
                    <a:pt x="5002949" y="1209509"/>
                  </a:lnTo>
                  <a:lnTo>
                    <a:pt x="5001095" y="1211376"/>
                  </a:lnTo>
                  <a:lnTo>
                    <a:pt x="5000625" y="1212494"/>
                  </a:lnTo>
                  <a:lnTo>
                    <a:pt x="5000625" y="1215123"/>
                  </a:lnTo>
                  <a:lnTo>
                    <a:pt x="5001095" y="1216240"/>
                  </a:lnTo>
                  <a:lnTo>
                    <a:pt x="5002949" y="1218107"/>
                  </a:lnTo>
                  <a:lnTo>
                    <a:pt x="5004079" y="1218577"/>
                  </a:lnTo>
                  <a:lnTo>
                    <a:pt x="5006708" y="1218577"/>
                  </a:lnTo>
                  <a:lnTo>
                    <a:pt x="5007826" y="1218107"/>
                  </a:lnTo>
                  <a:lnTo>
                    <a:pt x="5009693" y="1216240"/>
                  </a:lnTo>
                  <a:lnTo>
                    <a:pt x="5010150" y="1215123"/>
                  </a:lnTo>
                  <a:lnTo>
                    <a:pt x="5010150" y="1212494"/>
                  </a:lnTo>
                  <a:close/>
                </a:path>
                <a:path w="9153525" h="1219200">
                  <a:moveTo>
                    <a:pt x="5010150" y="607974"/>
                  </a:moveTo>
                  <a:lnTo>
                    <a:pt x="5009693" y="606856"/>
                  </a:lnTo>
                  <a:lnTo>
                    <a:pt x="5007826" y="604989"/>
                  </a:lnTo>
                  <a:lnTo>
                    <a:pt x="5006708" y="604520"/>
                  </a:lnTo>
                  <a:lnTo>
                    <a:pt x="5004079" y="604520"/>
                  </a:lnTo>
                  <a:lnTo>
                    <a:pt x="5002949" y="604989"/>
                  </a:lnTo>
                  <a:lnTo>
                    <a:pt x="5001095" y="606856"/>
                  </a:lnTo>
                  <a:lnTo>
                    <a:pt x="5000625" y="607974"/>
                  </a:lnTo>
                  <a:lnTo>
                    <a:pt x="5000625" y="610603"/>
                  </a:lnTo>
                  <a:lnTo>
                    <a:pt x="5001095" y="611720"/>
                  </a:lnTo>
                  <a:lnTo>
                    <a:pt x="5002949" y="613587"/>
                  </a:lnTo>
                  <a:lnTo>
                    <a:pt x="5004079" y="614045"/>
                  </a:lnTo>
                  <a:lnTo>
                    <a:pt x="5006708" y="614045"/>
                  </a:lnTo>
                  <a:lnTo>
                    <a:pt x="5007826" y="613587"/>
                  </a:lnTo>
                  <a:lnTo>
                    <a:pt x="5009693" y="611720"/>
                  </a:lnTo>
                  <a:lnTo>
                    <a:pt x="5010150" y="610603"/>
                  </a:lnTo>
                  <a:lnTo>
                    <a:pt x="5010150" y="607974"/>
                  </a:lnTo>
                  <a:close/>
                </a:path>
                <a:path w="9153525" h="1219200">
                  <a:moveTo>
                    <a:pt x="5010150" y="3454"/>
                  </a:moveTo>
                  <a:lnTo>
                    <a:pt x="5009693" y="2336"/>
                  </a:lnTo>
                  <a:lnTo>
                    <a:pt x="5007826" y="469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69"/>
                  </a:lnTo>
                  <a:lnTo>
                    <a:pt x="5001095" y="2336"/>
                  </a:lnTo>
                  <a:lnTo>
                    <a:pt x="5000625" y="3454"/>
                  </a:lnTo>
                  <a:lnTo>
                    <a:pt x="5000625" y="6083"/>
                  </a:lnTo>
                  <a:lnTo>
                    <a:pt x="5001095" y="7200"/>
                  </a:lnTo>
                  <a:lnTo>
                    <a:pt x="5002949" y="9067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67"/>
                  </a:lnTo>
                  <a:lnTo>
                    <a:pt x="5009693" y="7200"/>
                  </a:lnTo>
                  <a:lnTo>
                    <a:pt x="5010150" y="6083"/>
                  </a:lnTo>
                  <a:lnTo>
                    <a:pt x="5010150" y="3454"/>
                  </a:lnTo>
                  <a:close/>
                </a:path>
                <a:path w="9153525" h="1219200">
                  <a:moveTo>
                    <a:pt x="5057775" y="1212494"/>
                  </a:moveTo>
                  <a:lnTo>
                    <a:pt x="5057318" y="1211376"/>
                  </a:lnTo>
                  <a:lnTo>
                    <a:pt x="5055451" y="1209509"/>
                  </a:lnTo>
                  <a:lnTo>
                    <a:pt x="5054333" y="1209052"/>
                  </a:lnTo>
                  <a:lnTo>
                    <a:pt x="5051704" y="1209052"/>
                  </a:lnTo>
                  <a:lnTo>
                    <a:pt x="5050574" y="1209509"/>
                  </a:lnTo>
                  <a:lnTo>
                    <a:pt x="5048720" y="1211376"/>
                  </a:lnTo>
                  <a:lnTo>
                    <a:pt x="5048250" y="1212494"/>
                  </a:lnTo>
                  <a:lnTo>
                    <a:pt x="5048250" y="1215123"/>
                  </a:lnTo>
                  <a:lnTo>
                    <a:pt x="5048720" y="1216240"/>
                  </a:lnTo>
                  <a:lnTo>
                    <a:pt x="5050574" y="1218107"/>
                  </a:lnTo>
                  <a:lnTo>
                    <a:pt x="5051704" y="1218577"/>
                  </a:lnTo>
                  <a:lnTo>
                    <a:pt x="5054333" y="1218577"/>
                  </a:lnTo>
                  <a:lnTo>
                    <a:pt x="5055451" y="1218107"/>
                  </a:lnTo>
                  <a:lnTo>
                    <a:pt x="5057318" y="1216240"/>
                  </a:lnTo>
                  <a:lnTo>
                    <a:pt x="5057775" y="1215123"/>
                  </a:lnTo>
                  <a:lnTo>
                    <a:pt x="5057775" y="1212494"/>
                  </a:lnTo>
                  <a:close/>
                </a:path>
                <a:path w="9153525" h="1219200">
                  <a:moveTo>
                    <a:pt x="5057775" y="607974"/>
                  </a:moveTo>
                  <a:lnTo>
                    <a:pt x="5057318" y="606856"/>
                  </a:lnTo>
                  <a:lnTo>
                    <a:pt x="5055451" y="604989"/>
                  </a:lnTo>
                  <a:lnTo>
                    <a:pt x="5054333" y="604520"/>
                  </a:lnTo>
                  <a:lnTo>
                    <a:pt x="5051704" y="604520"/>
                  </a:lnTo>
                  <a:lnTo>
                    <a:pt x="5050574" y="604989"/>
                  </a:lnTo>
                  <a:lnTo>
                    <a:pt x="5048720" y="606856"/>
                  </a:lnTo>
                  <a:lnTo>
                    <a:pt x="5048250" y="607974"/>
                  </a:lnTo>
                  <a:lnTo>
                    <a:pt x="5048250" y="610603"/>
                  </a:lnTo>
                  <a:lnTo>
                    <a:pt x="5048720" y="611720"/>
                  </a:lnTo>
                  <a:lnTo>
                    <a:pt x="5050574" y="613587"/>
                  </a:lnTo>
                  <a:lnTo>
                    <a:pt x="5051704" y="614045"/>
                  </a:lnTo>
                  <a:lnTo>
                    <a:pt x="5054333" y="614045"/>
                  </a:lnTo>
                  <a:lnTo>
                    <a:pt x="5055451" y="613587"/>
                  </a:lnTo>
                  <a:lnTo>
                    <a:pt x="5057318" y="611720"/>
                  </a:lnTo>
                  <a:lnTo>
                    <a:pt x="5057775" y="610603"/>
                  </a:lnTo>
                  <a:lnTo>
                    <a:pt x="5057775" y="607974"/>
                  </a:lnTo>
                  <a:close/>
                </a:path>
                <a:path w="9153525" h="1219200">
                  <a:moveTo>
                    <a:pt x="5057775" y="3454"/>
                  </a:moveTo>
                  <a:lnTo>
                    <a:pt x="5057318" y="2336"/>
                  </a:lnTo>
                  <a:lnTo>
                    <a:pt x="5055451" y="469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69"/>
                  </a:lnTo>
                  <a:lnTo>
                    <a:pt x="5048720" y="2336"/>
                  </a:lnTo>
                  <a:lnTo>
                    <a:pt x="5048250" y="3454"/>
                  </a:lnTo>
                  <a:lnTo>
                    <a:pt x="5048250" y="6083"/>
                  </a:lnTo>
                  <a:lnTo>
                    <a:pt x="5048720" y="7200"/>
                  </a:lnTo>
                  <a:lnTo>
                    <a:pt x="5050574" y="9067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67"/>
                  </a:lnTo>
                  <a:lnTo>
                    <a:pt x="5057318" y="7200"/>
                  </a:lnTo>
                  <a:lnTo>
                    <a:pt x="5057775" y="6083"/>
                  </a:lnTo>
                  <a:lnTo>
                    <a:pt x="5057775" y="3454"/>
                  </a:lnTo>
                  <a:close/>
                </a:path>
                <a:path w="9153525" h="1219200">
                  <a:moveTo>
                    <a:pt x="5105400" y="1212494"/>
                  </a:moveTo>
                  <a:lnTo>
                    <a:pt x="5104943" y="1211376"/>
                  </a:lnTo>
                  <a:lnTo>
                    <a:pt x="5103076" y="1209509"/>
                  </a:lnTo>
                  <a:lnTo>
                    <a:pt x="5101958" y="1209052"/>
                  </a:lnTo>
                  <a:lnTo>
                    <a:pt x="5099329" y="1209052"/>
                  </a:lnTo>
                  <a:lnTo>
                    <a:pt x="5098212" y="1209509"/>
                  </a:lnTo>
                  <a:lnTo>
                    <a:pt x="5096345" y="1211376"/>
                  </a:lnTo>
                  <a:lnTo>
                    <a:pt x="5095875" y="1212494"/>
                  </a:lnTo>
                  <a:lnTo>
                    <a:pt x="5095875" y="1215123"/>
                  </a:lnTo>
                  <a:lnTo>
                    <a:pt x="5096345" y="1216240"/>
                  </a:lnTo>
                  <a:lnTo>
                    <a:pt x="5098212" y="1218107"/>
                  </a:lnTo>
                  <a:lnTo>
                    <a:pt x="5099329" y="1218577"/>
                  </a:lnTo>
                  <a:lnTo>
                    <a:pt x="5101958" y="1218577"/>
                  </a:lnTo>
                  <a:lnTo>
                    <a:pt x="5103076" y="1218107"/>
                  </a:lnTo>
                  <a:lnTo>
                    <a:pt x="5104943" y="1216240"/>
                  </a:lnTo>
                  <a:lnTo>
                    <a:pt x="5105400" y="1215123"/>
                  </a:lnTo>
                  <a:lnTo>
                    <a:pt x="5105400" y="1212494"/>
                  </a:lnTo>
                  <a:close/>
                </a:path>
                <a:path w="9153525" h="1219200">
                  <a:moveTo>
                    <a:pt x="5105400" y="607974"/>
                  </a:moveTo>
                  <a:lnTo>
                    <a:pt x="5104943" y="606856"/>
                  </a:lnTo>
                  <a:lnTo>
                    <a:pt x="5103076" y="604989"/>
                  </a:lnTo>
                  <a:lnTo>
                    <a:pt x="5101958" y="604520"/>
                  </a:lnTo>
                  <a:lnTo>
                    <a:pt x="5099329" y="604520"/>
                  </a:lnTo>
                  <a:lnTo>
                    <a:pt x="5098212" y="604989"/>
                  </a:lnTo>
                  <a:lnTo>
                    <a:pt x="5096345" y="606856"/>
                  </a:lnTo>
                  <a:lnTo>
                    <a:pt x="5095875" y="607974"/>
                  </a:lnTo>
                  <a:lnTo>
                    <a:pt x="5095875" y="610603"/>
                  </a:lnTo>
                  <a:lnTo>
                    <a:pt x="5096345" y="611720"/>
                  </a:lnTo>
                  <a:lnTo>
                    <a:pt x="5098212" y="613587"/>
                  </a:lnTo>
                  <a:lnTo>
                    <a:pt x="5099329" y="614045"/>
                  </a:lnTo>
                  <a:lnTo>
                    <a:pt x="5101958" y="614045"/>
                  </a:lnTo>
                  <a:lnTo>
                    <a:pt x="5103076" y="613587"/>
                  </a:lnTo>
                  <a:lnTo>
                    <a:pt x="5104943" y="611720"/>
                  </a:lnTo>
                  <a:lnTo>
                    <a:pt x="5105400" y="610603"/>
                  </a:lnTo>
                  <a:lnTo>
                    <a:pt x="5105400" y="607974"/>
                  </a:lnTo>
                  <a:close/>
                </a:path>
                <a:path w="9153525" h="1219200">
                  <a:moveTo>
                    <a:pt x="5105400" y="3454"/>
                  </a:moveTo>
                  <a:lnTo>
                    <a:pt x="5104943" y="2336"/>
                  </a:lnTo>
                  <a:lnTo>
                    <a:pt x="5103076" y="469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69"/>
                  </a:lnTo>
                  <a:lnTo>
                    <a:pt x="5096345" y="2336"/>
                  </a:lnTo>
                  <a:lnTo>
                    <a:pt x="5095875" y="3454"/>
                  </a:lnTo>
                  <a:lnTo>
                    <a:pt x="5095875" y="6083"/>
                  </a:lnTo>
                  <a:lnTo>
                    <a:pt x="5096345" y="7200"/>
                  </a:lnTo>
                  <a:lnTo>
                    <a:pt x="5098212" y="9067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67"/>
                  </a:lnTo>
                  <a:lnTo>
                    <a:pt x="5104943" y="7200"/>
                  </a:lnTo>
                  <a:lnTo>
                    <a:pt x="5105400" y="6083"/>
                  </a:lnTo>
                  <a:lnTo>
                    <a:pt x="5105400" y="3454"/>
                  </a:lnTo>
                  <a:close/>
                </a:path>
                <a:path w="9153525" h="1219200">
                  <a:moveTo>
                    <a:pt x="5153025" y="1212494"/>
                  </a:moveTo>
                  <a:lnTo>
                    <a:pt x="5152568" y="1211376"/>
                  </a:lnTo>
                  <a:lnTo>
                    <a:pt x="5150701" y="1209509"/>
                  </a:lnTo>
                  <a:lnTo>
                    <a:pt x="5149583" y="1209052"/>
                  </a:lnTo>
                  <a:lnTo>
                    <a:pt x="5146954" y="1209052"/>
                  </a:lnTo>
                  <a:lnTo>
                    <a:pt x="5145824" y="1209509"/>
                  </a:lnTo>
                  <a:lnTo>
                    <a:pt x="5143970" y="1211376"/>
                  </a:lnTo>
                  <a:lnTo>
                    <a:pt x="5143500" y="1212494"/>
                  </a:lnTo>
                  <a:lnTo>
                    <a:pt x="5143500" y="1215123"/>
                  </a:lnTo>
                  <a:lnTo>
                    <a:pt x="5143970" y="1216240"/>
                  </a:lnTo>
                  <a:lnTo>
                    <a:pt x="5145824" y="1218107"/>
                  </a:lnTo>
                  <a:lnTo>
                    <a:pt x="5146954" y="1218577"/>
                  </a:lnTo>
                  <a:lnTo>
                    <a:pt x="5149583" y="1218577"/>
                  </a:lnTo>
                  <a:lnTo>
                    <a:pt x="5150701" y="1218107"/>
                  </a:lnTo>
                  <a:lnTo>
                    <a:pt x="5152568" y="1216240"/>
                  </a:lnTo>
                  <a:lnTo>
                    <a:pt x="5153025" y="1215123"/>
                  </a:lnTo>
                  <a:lnTo>
                    <a:pt x="5153025" y="1212494"/>
                  </a:lnTo>
                  <a:close/>
                </a:path>
                <a:path w="9153525" h="1219200">
                  <a:moveTo>
                    <a:pt x="5153025" y="607974"/>
                  </a:moveTo>
                  <a:lnTo>
                    <a:pt x="5152568" y="606856"/>
                  </a:lnTo>
                  <a:lnTo>
                    <a:pt x="5150701" y="604989"/>
                  </a:lnTo>
                  <a:lnTo>
                    <a:pt x="5149583" y="604520"/>
                  </a:lnTo>
                  <a:lnTo>
                    <a:pt x="5146954" y="604520"/>
                  </a:lnTo>
                  <a:lnTo>
                    <a:pt x="5145824" y="604989"/>
                  </a:lnTo>
                  <a:lnTo>
                    <a:pt x="5143970" y="606856"/>
                  </a:lnTo>
                  <a:lnTo>
                    <a:pt x="5143500" y="607974"/>
                  </a:lnTo>
                  <a:lnTo>
                    <a:pt x="5143500" y="610603"/>
                  </a:lnTo>
                  <a:lnTo>
                    <a:pt x="5143970" y="611720"/>
                  </a:lnTo>
                  <a:lnTo>
                    <a:pt x="5145824" y="613587"/>
                  </a:lnTo>
                  <a:lnTo>
                    <a:pt x="5146954" y="614045"/>
                  </a:lnTo>
                  <a:lnTo>
                    <a:pt x="5149583" y="614045"/>
                  </a:lnTo>
                  <a:lnTo>
                    <a:pt x="5150701" y="613587"/>
                  </a:lnTo>
                  <a:lnTo>
                    <a:pt x="5152568" y="611720"/>
                  </a:lnTo>
                  <a:lnTo>
                    <a:pt x="5153025" y="610603"/>
                  </a:lnTo>
                  <a:lnTo>
                    <a:pt x="5153025" y="607974"/>
                  </a:lnTo>
                  <a:close/>
                </a:path>
                <a:path w="9153525" h="1219200">
                  <a:moveTo>
                    <a:pt x="5153025" y="3454"/>
                  </a:moveTo>
                  <a:lnTo>
                    <a:pt x="5152568" y="2336"/>
                  </a:lnTo>
                  <a:lnTo>
                    <a:pt x="5150701" y="469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69"/>
                  </a:lnTo>
                  <a:lnTo>
                    <a:pt x="5143970" y="2336"/>
                  </a:lnTo>
                  <a:lnTo>
                    <a:pt x="5143500" y="3454"/>
                  </a:lnTo>
                  <a:lnTo>
                    <a:pt x="5143500" y="6083"/>
                  </a:lnTo>
                  <a:lnTo>
                    <a:pt x="5143970" y="7200"/>
                  </a:lnTo>
                  <a:lnTo>
                    <a:pt x="5145824" y="9067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67"/>
                  </a:lnTo>
                  <a:lnTo>
                    <a:pt x="5152568" y="7200"/>
                  </a:lnTo>
                  <a:lnTo>
                    <a:pt x="5153025" y="6083"/>
                  </a:lnTo>
                  <a:lnTo>
                    <a:pt x="5153025" y="3454"/>
                  </a:lnTo>
                  <a:close/>
                </a:path>
                <a:path w="9153525" h="1219200">
                  <a:moveTo>
                    <a:pt x="5200650" y="1212494"/>
                  </a:moveTo>
                  <a:lnTo>
                    <a:pt x="5200193" y="1211376"/>
                  </a:lnTo>
                  <a:lnTo>
                    <a:pt x="5198326" y="1209509"/>
                  </a:lnTo>
                  <a:lnTo>
                    <a:pt x="5197208" y="1209052"/>
                  </a:lnTo>
                  <a:lnTo>
                    <a:pt x="5194579" y="1209052"/>
                  </a:lnTo>
                  <a:lnTo>
                    <a:pt x="5193449" y="1209509"/>
                  </a:lnTo>
                  <a:lnTo>
                    <a:pt x="5191595" y="1211376"/>
                  </a:lnTo>
                  <a:lnTo>
                    <a:pt x="5191125" y="1212494"/>
                  </a:lnTo>
                  <a:lnTo>
                    <a:pt x="5191125" y="1215123"/>
                  </a:lnTo>
                  <a:lnTo>
                    <a:pt x="5191595" y="1216240"/>
                  </a:lnTo>
                  <a:lnTo>
                    <a:pt x="5193449" y="1218107"/>
                  </a:lnTo>
                  <a:lnTo>
                    <a:pt x="5194579" y="1218577"/>
                  </a:lnTo>
                  <a:lnTo>
                    <a:pt x="5197208" y="1218577"/>
                  </a:lnTo>
                  <a:lnTo>
                    <a:pt x="5198326" y="1218107"/>
                  </a:lnTo>
                  <a:lnTo>
                    <a:pt x="5200193" y="1216240"/>
                  </a:lnTo>
                  <a:lnTo>
                    <a:pt x="5200650" y="1215123"/>
                  </a:lnTo>
                  <a:lnTo>
                    <a:pt x="5200650" y="1212494"/>
                  </a:lnTo>
                  <a:close/>
                </a:path>
                <a:path w="9153525" h="1219200">
                  <a:moveTo>
                    <a:pt x="5200650" y="607974"/>
                  </a:moveTo>
                  <a:lnTo>
                    <a:pt x="5200193" y="606856"/>
                  </a:lnTo>
                  <a:lnTo>
                    <a:pt x="5198326" y="604989"/>
                  </a:lnTo>
                  <a:lnTo>
                    <a:pt x="5197208" y="604520"/>
                  </a:lnTo>
                  <a:lnTo>
                    <a:pt x="5194579" y="604520"/>
                  </a:lnTo>
                  <a:lnTo>
                    <a:pt x="5193449" y="604989"/>
                  </a:lnTo>
                  <a:lnTo>
                    <a:pt x="5191595" y="606856"/>
                  </a:lnTo>
                  <a:lnTo>
                    <a:pt x="5191125" y="607974"/>
                  </a:lnTo>
                  <a:lnTo>
                    <a:pt x="5191125" y="610603"/>
                  </a:lnTo>
                  <a:lnTo>
                    <a:pt x="5191595" y="611720"/>
                  </a:lnTo>
                  <a:lnTo>
                    <a:pt x="5193449" y="613587"/>
                  </a:lnTo>
                  <a:lnTo>
                    <a:pt x="5194579" y="614045"/>
                  </a:lnTo>
                  <a:lnTo>
                    <a:pt x="5197208" y="614045"/>
                  </a:lnTo>
                  <a:lnTo>
                    <a:pt x="5198326" y="613587"/>
                  </a:lnTo>
                  <a:lnTo>
                    <a:pt x="5200193" y="611720"/>
                  </a:lnTo>
                  <a:lnTo>
                    <a:pt x="5200650" y="610603"/>
                  </a:lnTo>
                  <a:lnTo>
                    <a:pt x="5200650" y="607974"/>
                  </a:lnTo>
                  <a:close/>
                </a:path>
                <a:path w="9153525" h="1219200">
                  <a:moveTo>
                    <a:pt x="5200650" y="3454"/>
                  </a:moveTo>
                  <a:lnTo>
                    <a:pt x="5200193" y="2336"/>
                  </a:lnTo>
                  <a:lnTo>
                    <a:pt x="5198326" y="469"/>
                  </a:lnTo>
                  <a:lnTo>
                    <a:pt x="5197208" y="0"/>
                  </a:lnTo>
                  <a:lnTo>
                    <a:pt x="5194579" y="0"/>
                  </a:lnTo>
                  <a:lnTo>
                    <a:pt x="5193449" y="469"/>
                  </a:lnTo>
                  <a:lnTo>
                    <a:pt x="5191595" y="2336"/>
                  </a:lnTo>
                  <a:lnTo>
                    <a:pt x="5191125" y="3454"/>
                  </a:lnTo>
                  <a:lnTo>
                    <a:pt x="5191125" y="6083"/>
                  </a:lnTo>
                  <a:lnTo>
                    <a:pt x="5191595" y="7200"/>
                  </a:lnTo>
                  <a:lnTo>
                    <a:pt x="5193449" y="9067"/>
                  </a:lnTo>
                  <a:lnTo>
                    <a:pt x="5194579" y="9525"/>
                  </a:lnTo>
                  <a:lnTo>
                    <a:pt x="5197208" y="9525"/>
                  </a:lnTo>
                  <a:lnTo>
                    <a:pt x="5198326" y="9067"/>
                  </a:lnTo>
                  <a:lnTo>
                    <a:pt x="5200193" y="7200"/>
                  </a:lnTo>
                  <a:lnTo>
                    <a:pt x="5200650" y="6083"/>
                  </a:lnTo>
                  <a:lnTo>
                    <a:pt x="5200650" y="3454"/>
                  </a:lnTo>
                  <a:close/>
                </a:path>
                <a:path w="9153525" h="1219200">
                  <a:moveTo>
                    <a:pt x="5248275" y="1212494"/>
                  </a:moveTo>
                  <a:lnTo>
                    <a:pt x="5247818" y="1211376"/>
                  </a:lnTo>
                  <a:lnTo>
                    <a:pt x="5245951" y="1209509"/>
                  </a:lnTo>
                  <a:lnTo>
                    <a:pt x="5244833" y="1209052"/>
                  </a:lnTo>
                  <a:lnTo>
                    <a:pt x="5242204" y="1209052"/>
                  </a:lnTo>
                  <a:lnTo>
                    <a:pt x="5241074" y="1209509"/>
                  </a:lnTo>
                  <a:lnTo>
                    <a:pt x="5239220" y="1211376"/>
                  </a:lnTo>
                  <a:lnTo>
                    <a:pt x="5238750" y="1212494"/>
                  </a:lnTo>
                  <a:lnTo>
                    <a:pt x="5238750" y="1215123"/>
                  </a:lnTo>
                  <a:lnTo>
                    <a:pt x="5239220" y="1216240"/>
                  </a:lnTo>
                  <a:lnTo>
                    <a:pt x="5241074" y="1218107"/>
                  </a:lnTo>
                  <a:lnTo>
                    <a:pt x="5242204" y="1218577"/>
                  </a:lnTo>
                  <a:lnTo>
                    <a:pt x="5244833" y="1218577"/>
                  </a:lnTo>
                  <a:lnTo>
                    <a:pt x="5245951" y="1218107"/>
                  </a:lnTo>
                  <a:lnTo>
                    <a:pt x="5247818" y="1216240"/>
                  </a:lnTo>
                  <a:lnTo>
                    <a:pt x="5248275" y="1215123"/>
                  </a:lnTo>
                  <a:lnTo>
                    <a:pt x="5248275" y="1212494"/>
                  </a:lnTo>
                  <a:close/>
                </a:path>
                <a:path w="9153525" h="1219200">
                  <a:moveTo>
                    <a:pt x="5248275" y="607974"/>
                  </a:moveTo>
                  <a:lnTo>
                    <a:pt x="5247818" y="606856"/>
                  </a:lnTo>
                  <a:lnTo>
                    <a:pt x="5245951" y="604989"/>
                  </a:lnTo>
                  <a:lnTo>
                    <a:pt x="5244833" y="604520"/>
                  </a:lnTo>
                  <a:lnTo>
                    <a:pt x="5242204" y="604520"/>
                  </a:lnTo>
                  <a:lnTo>
                    <a:pt x="5241074" y="604989"/>
                  </a:lnTo>
                  <a:lnTo>
                    <a:pt x="5239220" y="606856"/>
                  </a:lnTo>
                  <a:lnTo>
                    <a:pt x="5238750" y="607974"/>
                  </a:lnTo>
                  <a:lnTo>
                    <a:pt x="5238750" y="610603"/>
                  </a:lnTo>
                  <a:lnTo>
                    <a:pt x="5239220" y="611720"/>
                  </a:lnTo>
                  <a:lnTo>
                    <a:pt x="5241074" y="613587"/>
                  </a:lnTo>
                  <a:lnTo>
                    <a:pt x="5242204" y="614045"/>
                  </a:lnTo>
                  <a:lnTo>
                    <a:pt x="5244833" y="614045"/>
                  </a:lnTo>
                  <a:lnTo>
                    <a:pt x="5245951" y="613587"/>
                  </a:lnTo>
                  <a:lnTo>
                    <a:pt x="5247818" y="611720"/>
                  </a:lnTo>
                  <a:lnTo>
                    <a:pt x="5248275" y="610603"/>
                  </a:lnTo>
                  <a:lnTo>
                    <a:pt x="5248275" y="607974"/>
                  </a:lnTo>
                  <a:close/>
                </a:path>
                <a:path w="9153525" h="1219200">
                  <a:moveTo>
                    <a:pt x="5248275" y="3454"/>
                  </a:moveTo>
                  <a:lnTo>
                    <a:pt x="5247818" y="2336"/>
                  </a:lnTo>
                  <a:lnTo>
                    <a:pt x="5245951" y="469"/>
                  </a:lnTo>
                  <a:lnTo>
                    <a:pt x="5244833" y="0"/>
                  </a:lnTo>
                  <a:lnTo>
                    <a:pt x="5242204" y="0"/>
                  </a:lnTo>
                  <a:lnTo>
                    <a:pt x="5241074" y="469"/>
                  </a:lnTo>
                  <a:lnTo>
                    <a:pt x="5239220" y="2336"/>
                  </a:lnTo>
                  <a:lnTo>
                    <a:pt x="5238750" y="3454"/>
                  </a:lnTo>
                  <a:lnTo>
                    <a:pt x="5238750" y="6083"/>
                  </a:lnTo>
                  <a:lnTo>
                    <a:pt x="5239220" y="7200"/>
                  </a:lnTo>
                  <a:lnTo>
                    <a:pt x="5241074" y="9067"/>
                  </a:lnTo>
                  <a:lnTo>
                    <a:pt x="5242204" y="9525"/>
                  </a:lnTo>
                  <a:lnTo>
                    <a:pt x="5244833" y="9525"/>
                  </a:lnTo>
                  <a:lnTo>
                    <a:pt x="5245951" y="9067"/>
                  </a:lnTo>
                  <a:lnTo>
                    <a:pt x="5247818" y="7200"/>
                  </a:lnTo>
                  <a:lnTo>
                    <a:pt x="5248275" y="6083"/>
                  </a:lnTo>
                  <a:lnTo>
                    <a:pt x="5248275" y="3454"/>
                  </a:lnTo>
                  <a:close/>
                </a:path>
                <a:path w="9153525" h="1219200">
                  <a:moveTo>
                    <a:pt x="5295900" y="1212494"/>
                  </a:moveTo>
                  <a:lnTo>
                    <a:pt x="5295443" y="1211376"/>
                  </a:lnTo>
                  <a:lnTo>
                    <a:pt x="5293576" y="1209509"/>
                  </a:lnTo>
                  <a:lnTo>
                    <a:pt x="5292458" y="1209052"/>
                  </a:lnTo>
                  <a:lnTo>
                    <a:pt x="5289829" y="1209052"/>
                  </a:lnTo>
                  <a:lnTo>
                    <a:pt x="5288699" y="1209509"/>
                  </a:lnTo>
                  <a:lnTo>
                    <a:pt x="5286845" y="1211376"/>
                  </a:lnTo>
                  <a:lnTo>
                    <a:pt x="5286375" y="1212494"/>
                  </a:lnTo>
                  <a:lnTo>
                    <a:pt x="5286375" y="1215123"/>
                  </a:lnTo>
                  <a:lnTo>
                    <a:pt x="5286845" y="1216240"/>
                  </a:lnTo>
                  <a:lnTo>
                    <a:pt x="5288699" y="1218107"/>
                  </a:lnTo>
                  <a:lnTo>
                    <a:pt x="5289829" y="1218577"/>
                  </a:lnTo>
                  <a:lnTo>
                    <a:pt x="5292458" y="1218577"/>
                  </a:lnTo>
                  <a:lnTo>
                    <a:pt x="5293576" y="1218107"/>
                  </a:lnTo>
                  <a:lnTo>
                    <a:pt x="5295443" y="1216240"/>
                  </a:lnTo>
                  <a:lnTo>
                    <a:pt x="5295900" y="1215123"/>
                  </a:lnTo>
                  <a:lnTo>
                    <a:pt x="5295900" y="1212494"/>
                  </a:lnTo>
                  <a:close/>
                </a:path>
                <a:path w="9153525" h="1219200">
                  <a:moveTo>
                    <a:pt x="5295900" y="607974"/>
                  </a:moveTo>
                  <a:lnTo>
                    <a:pt x="5295443" y="606856"/>
                  </a:lnTo>
                  <a:lnTo>
                    <a:pt x="5293576" y="604989"/>
                  </a:lnTo>
                  <a:lnTo>
                    <a:pt x="5292458" y="604520"/>
                  </a:lnTo>
                  <a:lnTo>
                    <a:pt x="5289829" y="604520"/>
                  </a:lnTo>
                  <a:lnTo>
                    <a:pt x="5288699" y="604989"/>
                  </a:lnTo>
                  <a:lnTo>
                    <a:pt x="5286845" y="606856"/>
                  </a:lnTo>
                  <a:lnTo>
                    <a:pt x="5286375" y="607974"/>
                  </a:lnTo>
                  <a:lnTo>
                    <a:pt x="5286375" y="610603"/>
                  </a:lnTo>
                  <a:lnTo>
                    <a:pt x="5286845" y="611720"/>
                  </a:lnTo>
                  <a:lnTo>
                    <a:pt x="5288699" y="613587"/>
                  </a:lnTo>
                  <a:lnTo>
                    <a:pt x="5289829" y="614045"/>
                  </a:lnTo>
                  <a:lnTo>
                    <a:pt x="5292458" y="614045"/>
                  </a:lnTo>
                  <a:lnTo>
                    <a:pt x="5293576" y="613587"/>
                  </a:lnTo>
                  <a:lnTo>
                    <a:pt x="5295443" y="611720"/>
                  </a:lnTo>
                  <a:lnTo>
                    <a:pt x="5295900" y="610603"/>
                  </a:lnTo>
                  <a:lnTo>
                    <a:pt x="5295900" y="607974"/>
                  </a:lnTo>
                  <a:close/>
                </a:path>
                <a:path w="9153525" h="1219200">
                  <a:moveTo>
                    <a:pt x="5295900" y="3454"/>
                  </a:moveTo>
                  <a:lnTo>
                    <a:pt x="5295443" y="2336"/>
                  </a:lnTo>
                  <a:lnTo>
                    <a:pt x="5293576" y="469"/>
                  </a:lnTo>
                  <a:lnTo>
                    <a:pt x="5292458" y="0"/>
                  </a:lnTo>
                  <a:lnTo>
                    <a:pt x="5289829" y="0"/>
                  </a:lnTo>
                  <a:lnTo>
                    <a:pt x="5288699" y="469"/>
                  </a:lnTo>
                  <a:lnTo>
                    <a:pt x="5286845" y="2336"/>
                  </a:lnTo>
                  <a:lnTo>
                    <a:pt x="5286375" y="3454"/>
                  </a:lnTo>
                  <a:lnTo>
                    <a:pt x="5286375" y="6083"/>
                  </a:lnTo>
                  <a:lnTo>
                    <a:pt x="5286845" y="7200"/>
                  </a:lnTo>
                  <a:lnTo>
                    <a:pt x="5288699" y="9067"/>
                  </a:lnTo>
                  <a:lnTo>
                    <a:pt x="5289829" y="9525"/>
                  </a:lnTo>
                  <a:lnTo>
                    <a:pt x="5292458" y="9525"/>
                  </a:lnTo>
                  <a:lnTo>
                    <a:pt x="5293576" y="9067"/>
                  </a:lnTo>
                  <a:lnTo>
                    <a:pt x="5295443" y="7200"/>
                  </a:lnTo>
                  <a:lnTo>
                    <a:pt x="5295900" y="6083"/>
                  </a:lnTo>
                  <a:lnTo>
                    <a:pt x="5295900" y="3454"/>
                  </a:lnTo>
                  <a:close/>
                </a:path>
                <a:path w="9153525" h="1219200">
                  <a:moveTo>
                    <a:pt x="5343525" y="1212494"/>
                  </a:moveTo>
                  <a:lnTo>
                    <a:pt x="5343068" y="1211376"/>
                  </a:lnTo>
                  <a:lnTo>
                    <a:pt x="5341201" y="1209509"/>
                  </a:lnTo>
                  <a:lnTo>
                    <a:pt x="5340083" y="1209052"/>
                  </a:lnTo>
                  <a:lnTo>
                    <a:pt x="5337454" y="1209052"/>
                  </a:lnTo>
                  <a:lnTo>
                    <a:pt x="5336324" y="1209509"/>
                  </a:lnTo>
                  <a:lnTo>
                    <a:pt x="5334470" y="1211376"/>
                  </a:lnTo>
                  <a:lnTo>
                    <a:pt x="5334000" y="1212494"/>
                  </a:lnTo>
                  <a:lnTo>
                    <a:pt x="5334000" y="1215123"/>
                  </a:lnTo>
                  <a:lnTo>
                    <a:pt x="5334470" y="1216240"/>
                  </a:lnTo>
                  <a:lnTo>
                    <a:pt x="5336324" y="1218107"/>
                  </a:lnTo>
                  <a:lnTo>
                    <a:pt x="5337454" y="1218577"/>
                  </a:lnTo>
                  <a:lnTo>
                    <a:pt x="5340083" y="1218577"/>
                  </a:lnTo>
                  <a:lnTo>
                    <a:pt x="5341201" y="1218107"/>
                  </a:lnTo>
                  <a:lnTo>
                    <a:pt x="5343068" y="1216240"/>
                  </a:lnTo>
                  <a:lnTo>
                    <a:pt x="5343525" y="1215123"/>
                  </a:lnTo>
                  <a:lnTo>
                    <a:pt x="5343525" y="1212494"/>
                  </a:lnTo>
                  <a:close/>
                </a:path>
                <a:path w="9153525" h="1219200">
                  <a:moveTo>
                    <a:pt x="5343525" y="607974"/>
                  </a:moveTo>
                  <a:lnTo>
                    <a:pt x="5343068" y="606856"/>
                  </a:lnTo>
                  <a:lnTo>
                    <a:pt x="5341201" y="604989"/>
                  </a:lnTo>
                  <a:lnTo>
                    <a:pt x="5340083" y="604520"/>
                  </a:lnTo>
                  <a:lnTo>
                    <a:pt x="5337454" y="604520"/>
                  </a:lnTo>
                  <a:lnTo>
                    <a:pt x="5336324" y="604989"/>
                  </a:lnTo>
                  <a:lnTo>
                    <a:pt x="5334470" y="606856"/>
                  </a:lnTo>
                  <a:lnTo>
                    <a:pt x="5334000" y="607974"/>
                  </a:lnTo>
                  <a:lnTo>
                    <a:pt x="5334000" y="610603"/>
                  </a:lnTo>
                  <a:lnTo>
                    <a:pt x="5334470" y="611720"/>
                  </a:lnTo>
                  <a:lnTo>
                    <a:pt x="5336324" y="613587"/>
                  </a:lnTo>
                  <a:lnTo>
                    <a:pt x="5337454" y="614045"/>
                  </a:lnTo>
                  <a:lnTo>
                    <a:pt x="5340083" y="614045"/>
                  </a:lnTo>
                  <a:lnTo>
                    <a:pt x="5341201" y="613587"/>
                  </a:lnTo>
                  <a:lnTo>
                    <a:pt x="5343068" y="611720"/>
                  </a:lnTo>
                  <a:lnTo>
                    <a:pt x="5343525" y="610603"/>
                  </a:lnTo>
                  <a:lnTo>
                    <a:pt x="5343525" y="607974"/>
                  </a:lnTo>
                  <a:close/>
                </a:path>
                <a:path w="9153525" h="1219200">
                  <a:moveTo>
                    <a:pt x="5343525" y="3454"/>
                  </a:moveTo>
                  <a:lnTo>
                    <a:pt x="5343068" y="2336"/>
                  </a:lnTo>
                  <a:lnTo>
                    <a:pt x="5341201" y="469"/>
                  </a:lnTo>
                  <a:lnTo>
                    <a:pt x="5340083" y="0"/>
                  </a:lnTo>
                  <a:lnTo>
                    <a:pt x="5337454" y="0"/>
                  </a:lnTo>
                  <a:lnTo>
                    <a:pt x="5336324" y="469"/>
                  </a:lnTo>
                  <a:lnTo>
                    <a:pt x="5334470" y="2336"/>
                  </a:lnTo>
                  <a:lnTo>
                    <a:pt x="5334000" y="3454"/>
                  </a:lnTo>
                  <a:lnTo>
                    <a:pt x="5334000" y="6083"/>
                  </a:lnTo>
                  <a:lnTo>
                    <a:pt x="5334470" y="7200"/>
                  </a:lnTo>
                  <a:lnTo>
                    <a:pt x="5336324" y="9067"/>
                  </a:lnTo>
                  <a:lnTo>
                    <a:pt x="5337454" y="9525"/>
                  </a:lnTo>
                  <a:lnTo>
                    <a:pt x="5340083" y="9525"/>
                  </a:lnTo>
                  <a:lnTo>
                    <a:pt x="5341201" y="9067"/>
                  </a:lnTo>
                  <a:lnTo>
                    <a:pt x="5343068" y="7200"/>
                  </a:lnTo>
                  <a:lnTo>
                    <a:pt x="5343525" y="6083"/>
                  </a:lnTo>
                  <a:lnTo>
                    <a:pt x="5343525" y="3454"/>
                  </a:lnTo>
                  <a:close/>
                </a:path>
                <a:path w="9153525" h="1219200">
                  <a:moveTo>
                    <a:pt x="5391150" y="1212494"/>
                  </a:moveTo>
                  <a:lnTo>
                    <a:pt x="5390693" y="1211376"/>
                  </a:lnTo>
                  <a:lnTo>
                    <a:pt x="5388826" y="1209509"/>
                  </a:lnTo>
                  <a:lnTo>
                    <a:pt x="5387708" y="1209052"/>
                  </a:lnTo>
                  <a:lnTo>
                    <a:pt x="5385079" y="1209052"/>
                  </a:lnTo>
                  <a:lnTo>
                    <a:pt x="5383949" y="1209509"/>
                  </a:lnTo>
                  <a:lnTo>
                    <a:pt x="5382095" y="1211376"/>
                  </a:lnTo>
                  <a:lnTo>
                    <a:pt x="5381625" y="1212494"/>
                  </a:lnTo>
                  <a:lnTo>
                    <a:pt x="5381625" y="1215123"/>
                  </a:lnTo>
                  <a:lnTo>
                    <a:pt x="5382095" y="1216240"/>
                  </a:lnTo>
                  <a:lnTo>
                    <a:pt x="5383949" y="1218107"/>
                  </a:lnTo>
                  <a:lnTo>
                    <a:pt x="5385079" y="1218577"/>
                  </a:lnTo>
                  <a:lnTo>
                    <a:pt x="5387708" y="1218577"/>
                  </a:lnTo>
                  <a:lnTo>
                    <a:pt x="5388826" y="1218107"/>
                  </a:lnTo>
                  <a:lnTo>
                    <a:pt x="5390693" y="1216240"/>
                  </a:lnTo>
                  <a:lnTo>
                    <a:pt x="5391150" y="1215123"/>
                  </a:lnTo>
                  <a:lnTo>
                    <a:pt x="5391150" y="1212494"/>
                  </a:lnTo>
                  <a:close/>
                </a:path>
                <a:path w="9153525" h="1219200">
                  <a:moveTo>
                    <a:pt x="5391150" y="607974"/>
                  </a:moveTo>
                  <a:lnTo>
                    <a:pt x="5390693" y="606856"/>
                  </a:lnTo>
                  <a:lnTo>
                    <a:pt x="5388826" y="604989"/>
                  </a:lnTo>
                  <a:lnTo>
                    <a:pt x="5387708" y="604520"/>
                  </a:lnTo>
                  <a:lnTo>
                    <a:pt x="5385079" y="604520"/>
                  </a:lnTo>
                  <a:lnTo>
                    <a:pt x="5383949" y="604989"/>
                  </a:lnTo>
                  <a:lnTo>
                    <a:pt x="5382095" y="606856"/>
                  </a:lnTo>
                  <a:lnTo>
                    <a:pt x="5381625" y="607974"/>
                  </a:lnTo>
                  <a:lnTo>
                    <a:pt x="5381625" y="610603"/>
                  </a:lnTo>
                  <a:lnTo>
                    <a:pt x="5382095" y="611720"/>
                  </a:lnTo>
                  <a:lnTo>
                    <a:pt x="5383949" y="613587"/>
                  </a:lnTo>
                  <a:lnTo>
                    <a:pt x="5385079" y="614045"/>
                  </a:lnTo>
                  <a:lnTo>
                    <a:pt x="5387708" y="614045"/>
                  </a:lnTo>
                  <a:lnTo>
                    <a:pt x="5388826" y="613587"/>
                  </a:lnTo>
                  <a:lnTo>
                    <a:pt x="5390693" y="611720"/>
                  </a:lnTo>
                  <a:lnTo>
                    <a:pt x="5391150" y="610603"/>
                  </a:lnTo>
                  <a:lnTo>
                    <a:pt x="5391150" y="607974"/>
                  </a:lnTo>
                  <a:close/>
                </a:path>
                <a:path w="9153525" h="1219200">
                  <a:moveTo>
                    <a:pt x="5391150" y="3454"/>
                  </a:moveTo>
                  <a:lnTo>
                    <a:pt x="5390693" y="2336"/>
                  </a:lnTo>
                  <a:lnTo>
                    <a:pt x="5388826" y="469"/>
                  </a:lnTo>
                  <a:lnTo>
                    <a:pt x="5387708" y="0"/>
                  </a:lnTo>
                  <a:lnTo>
                    <a:pt x="5385079" y="0"/>
                  </a:lnTo>
                  <a:lnTo>
                    <a:pt x="5383949" y="469"/>
                  </a:lnTo>
                  <a:lnTo>
                    <a:pt x="5382095" y="2336"/>
                  </a:lnTo>
                  <a:lnTo>
                    <a:pt x="5381625" y="3454"/>
                  </a:lnTo>
                  <a:lnTo>
                    <a:pt x="5381625" y="6083"/>
                  </a:lnTo>
                  <a:lnTo>
                    <a:pt x="5382095" y="7200"/>
                  </a:lnTo>
                  <a:lnTo>
                    <a:pt x="5383949" y="9067"/>
                  </a:lnTo>
                  <a:lnTo>
                    <a:pt x="5385079" y="9525"/>
                  </a:lnTo>
                  <a:lnTo>
                    <a:pt x="5387708" y="9525"/>
                  </a:lnTo>
                  <a:lnTo>
                    <a:pt x="5388826" y="9067"/>
                  </a:lnTo>
                  <a:lnTo>
                    <a:pt x="5390693" y="7200"/>
                  </a:lnTo>
                  <a:lnTo>
                    <a:pt x="5391150" y="6083"/>
                  </a:lnTo>
                  <a:lnTo>
                    <a:pt x="5391150" y="3454"/>
                  </a:lnTo>
                  <a:close/>
                </a:path>
                <a:path w="9153525" h="1219200">
                  <a:moveTo>
                    <a:pt x="5438775" y="1212494"/>
                  </a:moveTo>
                  <a:lnTo>
                    <a:pt x="5438318" y="1211376"/>
                  </a:lnTo>
                  <a:lnTo>
                    <a:pt x="5436451" y="1209509"/>
                  </a:lnTo>
                  <a:lnTo>
                    <a:pt x="5435333" y="1209052"/>
                  </a:lnTo>
                  <a:lnTo>
                    <a:pt x="5432704" y="1209052"/>
                  </a:lnTo>
                  <a:lnTo>
                    <a:pt x="5431574" y="1209509"/>
                  </a:lnTo>
                  <a:lnTo>
                    <a:pt x="5429720" y="1211376"/>
                  </a:lnTo>
                  <a:lnTo>
                    <a:pt x="5429250" y="1212494"/>
                  </a:lnTo>
                  <a:lnTo>
                    <a:pt x="5429250" y="1215123"/>
                  </a:lnTo>
                  <a:lnTo>
                    <a:pt x="5429720" y="1216240"/>
                  </a:lnTo>
                  <a:lnTo>
                    <a:pt x="5431574" y="1218107"/>
                  </a:lnTo>
                  <a:lnTo>
                    <a:pt x="5432704" y="1218577"/>
                  </a:lnTo>
                  <a:lnTo>
                    <a:pt x="5435333" y="1218577"/>
                  </a:lnTo>
                  <a:lnTo>
                    <a:pt x="5436451" y="1218107"/>
                  </a:lnTo>
                  <a:lnTo>
                    <a:pt x="5438318" y="1216240"/>
                  </a:lnTo>
                  <a:lnTo>
                    <a:pt x="5438775" y="1215123"/>
                  </a:lnTo>
                  <a:lnTo>
                    <a:pt x="5438775" y="1212494"/>
                  </a:lnTo>
                  <a:close/>
                </a:path>
                <a:path w="9153525" h="1219200">
                  <a:moveTo>
                    <a:pt x="5438775" y="607974"/>
                  </a:moveTo>
                  <a:lnTo>
                    <a:pt x="5438318" y="606856"/>
                  </a:lnTo>
                  <a:lnTo>
                    <a:pt x="5436451" y="604989"/>
                  </a:lnTo>
                  <a:lnTo>
                    <a:pt x="5435333" y="604520"/>
                  </a:lnTo>
                  <a:lnTo>
                    <a:pt x="5432704" y="604520"/>
                  </a:lnTo>
                  <a:lnTo>
                    <a:pt x="5431574" y="604989"/>
                  </a:lnTo>
                  <a:lnTo>
                    <a:pt x="5429720" y="606856"/>
                  </a:lnTo>
                  <a:lnTo>
                    <a:pt x="5429250" y="607974"/>
                  </a:lnTo>
                  <a:lnTo>
                    <a:pt x="5429250" y="610603"/>
                  </a:lnTo>
                  <a:lnTo>
                    <a:pt x="5429720" y="611720"/>
                  </a:lnTo>
                  <a:lnTo>
                    <a:pt x="5431574" y="613587"/>
                  </a:lnTo>
                  <a:lnTo>
                    <a:pt x="5432704" y="614045"/>
                  </a:lnTo>
                  <a:lnTo>
                    <a:pt x="5435333" y="614045"/>
                  </a:lnTo>
                  <a:lnTo>
                    <a:pt x="5436451" y="613587"/>
                  </a:lnTo>
                  <a:lnTo>
                    <a:pt x="5438318" y="611720"/>
                  </a:lnTo>
                  <a:lnTo>
                    <a:pt x="5438775" y="610603"/>
                  </a:lnTo>
                  <a:lnTo>
                    <a:pt x="5438775" y="607974"/>
                  </a:lnTo>
                  <a:close/>
                </a:path>
                <a:path w="9153525" h="1219200">
                  <a:moveTo>
                    <a:pt x="5438775" y="3454"/>
                  </a:moveTo>
                  <a:lnTo>
                    <a:pt x="5438318" y="2336"/>
                  </a:lnTo>
                  <a:lnTo>
                    <a:pt x="5436451" y="469"/>
                  </a:lnTo>
                  <a:lnTo>
                    <a:pt x="5435333" y="0"/>
                  </a:lnTo>
                  <a:lnTo>
                    <a:pt x="5432704" y="0"/>
                  </a:lnTo>
                  <a:lnTo>
                    <a:pt x="5431574" y="469"/>
                  </a:lnTo>
                  <a:lnTo>
                    <a:pt x="5429720" y="2336"/>
                  </a:lnTo>
                  <a:lnTo>
                    <a:pt x="5429250" y="3454"/>
                  </a:lnTo>
                  <a:lnTo>
                    <a:pt x="5429250" y="6083"/>
                  </a:lnTo>
                  <a:lnTo>
                    <a:pt x="5429720" y="7200"/>
                  </a:lnTo>
                  <a:lnTo>
                    <a:pt x="5431574" y="9067"/>
                  </a:lnTo>
                  <a:lnTo>
                    <a:pt x="5432704" y="9525"/>
                  </a:lnTo>
                  <a:lnTo>
                    <a:pt x="5435333" y="9525"/>
                  </a:lnTo>
                  <a:lnTo>
                    <a:pt x="5436451" y="9067"/>
                  </a:lnTo>
                  <a:lnTo>
                    <a:pt x="5438318" y="7200"/>
                  </a:lnTo>
                  <a:lnTo>
                    <a:pt x="5438775" y="6083"/>
                  </a:lnTo>
                  <a:lnTo>
                    <a:pt x="5438775" y="3454"/>
                  </a:lnTo>
                  <a:close/>
                </a:path>
                <a:path w="9153525" h="1219200">
                  <a:moveTo>
                    <a:pt x="5486400" y="1212494"/>
                  </a:moveTo>
                  <a:lnTo>
                    <a:pt x="5485943" y="1211376"/>
                  </a:lnTo>
                  <a:lnTo>
                    <a:pt x="5484076" y="1209509"/>
                  </a:lnTo>
                  <a:lnTo>
                    <a:pt x="5482958" y="1209052"/>
                  </a:lnTo>
                  <a:lnTo>
                    <a:pt x="5480329" y="1209052"/>
                  </a:lnTo>
                  <a:lnTo>
                    <a:pt x="5479199" y="1209509"/>
                  </a:lnTo>
                  <a:lnTo>
                    <a:pt x="5477345" y="1211376"/>
                  </a:lnTo>
                  <a:lnTo>
                    <a:pt x="5476875" y="1212494"/>
                  </a:lnTo>
                  <a:lnTo>
                    <a:pt x="5476875" y="1215123"/>
                  </a:lnTo>
                  <a:lnTo>
                    <a:pt x="5477345" y="1216240"/>
                  </a:lnTo>
                  <a:lnTo>
                    <a:pt x="5479199" y="1218107"/>
                  </a:lnTo>
                  <a:lnTo>
                    <a:pt x="5480329" y="1218577"/>
                  </a:lnTo>
                  <a:lnTo>
                    <a:pt x="5482958" y="1218577"/>
                  </a:lnTo>
                  <a:lnTo>
                    <a:pt x="5484076" y="1218107"/>
                  </a:lnTo>
                  <a:lnTo>
                    <a:pt x="5485943" y="1216240"/>
                  </a:lnTo>
                  <a:lnTo>
                    <a:pt x="5486400" y="1215123"/>
                  </a:lnTo>
                  <a:lnTo>
                    <a:pt x="5486400" y="1212494"/>
                  </a:lnTo>
                  <a:close/>
                </a:path>
                <a:path w="9153525" h="1219200">
                  <a:moveTo>
                    <a:pt x="5486400" y="607974"/>
                  </a:moveTo>
                  <a:lnTo>
                    <a:pt x="5485943" y="606856"/>
                  </a:lnTo>
                  <a:lnTo>
                    <a:pt x="5484076" y="604989"/>
                  </a:lnTo>
                  <a:lnTo>
                    <a:pt x="5482958" y="604520"/>
                  </a:lnTo>
                  <a:lnTo>
                    <a:pt x="5480329" y="604520"/>
                  </a:lnTo>
                  <a:lnTo>
                    <a:pt x="5479199" y="604989"/>
                  </a:lnTo>
                  <a:lnTo>
                    <a:pt x="5477345" y="606856"/>
                  </a:lnTo>
                  <a:lnTo>
                    <a:pt x="5476875" y="607974"/>
                  </a:lnTo>
                  <a:lnTo>
                    <a:pt x="5476875" y="610603"/>
                  </a:lnTo>
                  <a:lnTo>
                    <a:pt x="5477345" y="611720"/>
                  </a:lnTo>
                  <a:lnTo>
                    <a:pt x="5479199" y="613587"/>
                  </a:lnTo>
                  <a:lnTo>
                    <a:pt x="5480329" y="614045"/>
                  </a:lnTo>
                  <a:lnTo>
                    <a:pt x="5482958" y="614045"/>
                  </a:lnTo>
                  <a:lnTo>
                    <a:pt x="5484076" y="613587"/>
                  </a:lnTo>
                  <a:lnTo>
                    <a:pt x="5485943" y="611720"/>
                  </a:lnTo>
                  <a:lnTo>
                    <a:pt x="5486400" y="610603"/>
                  </a:lnTo>
                  <a:lnTo>
                    <a:pt x="5486400" y="607974"/>
                  </a:lnTo>
                  <a:close/>
                </a:path>
                <a:path w="9153525" h="1219200">
                  <a:moveTo>
                    <a:pt x="5486400" y="3454"/>
                  </a:moveTo>
                  <a:lnTo>
                    <a:pt x="5485943" y="2336"/>
                  </a:lnTo>
                  <a:lnTo>
                    <a:pt x="5484076" y="469"/>
                  </a:lnTo>
                  <a:lnTo>
                    <a:pt x="5482958" y="0"/>
                  </a:lnTo>
                  <a:lnTo>
                    <a:pt x="5480329" y="0"/>
                  </a:lnTo>
                  <a:lnTo>
                    <a:pt x="5479199" y="469"/>
                  </a:lnTo>
                  <a:lnTo>
                    <a:pt x="5477345" y="2336"/>
                  </a:lnTo>
                  <a:lnTo>
                    <a:pt x="5476875" y="3454"/>
                  </a:lnTo>
                  <a:lnTo>
                    <a:pt x="5476875" y="6083"/>
                  </a:lnTo>
                  <a:lnTo>
                    <a:pt x="5477345" y="7200"/>
                  </a:lnTo>
                  <a:lnTo>
                    <a:pt x="5479199" y="9067"/>
                  </a:lnTo>
                  <a:lnTo>
                    <a:pt x="5480329" y="9525"/>
                  </a:lnTo>
                  <a:lnTo>
                    <a:pt x="5482958" y="9525"/>
                  </a:lnTo>
                  <a:lnTo>
                    <a:pt x="5484076" y="9067"/>
                  </a:lnTo>
                  <a:lnTo>
                    <a:pt x="5485943" y="7200"/>
                  </a:lnTo>
                  <a:lnTo>
                    <a:pt x="5486400" y="6083"/>
                  </a:lnTo>
                  <a:lnTo>
                    <a:pt x="5486400" y="3454"/>
                  </a:lnTo>
                  <a:close/>
                </a:path>
                <a:path w="9153525" h="1219200">
                  <a:moveTo>
                    <a:pt x="5534025" y="1212494"/>
                  </a:moveTo>
                  <a:lnTo>
                    <a:pt x="5533568" y="1211376"/>
                  </a:lnTo>
                  <a:lnTo>
                    <a:pt x="5531701" y="1209509"/>
                  </a:lnTo>
                  <a:lnTo>
                    <a:pt x="5530583" y="1209052"/>
                  </a:lnTo>
                  <a:lnTo>
                    <a:pt x="5527954" y="1209052"/>
                  </a:lnTo>
                  <a:lnTo>
                    <a:pt x="5526824" y="1209509"/>
                  </a:lnTo>
                  <a:lnTo>
                    <a:pt x="5524970" y="1211376"/>
                  </a:lnTo>
                  <a:lnTo>
                    <a:pt x="5524500" y="1212494"/>
                  </a:lnTo>
                  <a:lnTo>
                    <a:pt x="5524500" y="1215123"/>
                  </a:lnTo>
                  <a:lnTo>
                    <a:pt x="5524970" y="1216240"/>
                  </a:lnTo>
                  <a:lnTo>
                    <a:pt x="5526824" y="1218107"/>
                  </a:lnTo>
                  <a:lnTo>
                    <a:pt x="5527954" y="1218577"/>
                  </a:lnTo>
                  <a:lnTo>
                    <a:pt x="5530583" y="1218577"/>
                  </a:lnTo>
                  <a:lnTo>
                    <a:pt x="5531701" y="1218107"/>
                  </a:lnTo>
                  <a:lnTo>
                    <a:pt x="5533568" y="1216240"/>
                  </a:lnTo>
                  <a:lnTo>
                    <a:pt x="5534025" y="1215123"/>
                  </a:lnTo>
                  <a:lnTo>
                    <a:pt x="5534025" y="1212494"/>
                  </a:lnTo>
                  <a:close/>
                </a:path>
                <a:path w="9153525" h="1219200">
                  <a:moveTo>
                    <a:pt x="5534025" y="607974"/>
                  </a:moveTo>
                  <a:lnTo>
                    <a:pt x="5533568" y="606856"/>
                  </a:lnTo>
                  <a:lnTo>
                    <a:pt x="5531701" y="604989"/>
                  </a:lnTo>
                  <a:lnTo>
                    <a:pt x="5530583" y="604520"/>
                  </a:lnTo>
                  <a:lnTo>
                    <a:pt x="5527954" y="604520"/>
                  </a:lnTo>
                  <a:lnTo>
                    <a:pt x="5526824" y="604989"/>
                  </a:lnTo>
                  <a:lnTo>
                    <a:pt x="5524970" y="606856"/>
                  </a:lnTo>
                  <a:lnTo>
                    <a:pt x="5524500" y="607974"/>
                  </a:lnTo>
                  <a:lnTo>
                    <a:pt x="5524500" y="610603"/>
                  </a:lnTo>
                  <a:lnTo>
                    <a:pt x="5524970" y="611720"/>
                  </a:lnTo>
                  <a:lnTo>
                    <a:pt x="5526824" y="613587"/>
                  </a:lnTo>
                  <a:lnTo>
                    <a:pt x="5527954" y="614045"/>
                  </a:lnTo>
                  <a:lnTo>
                    <a:pt x="5530583" y="614045"/>
                  </a:lnTo>
                  <a:lnTo>
                    <a:pt x="5531701" y="613587"/>
                  </a:lnTo>
                  <a:lnTo>
                    <a:pt x="5533568" y="611720"/>
                  </a:lnTo>
                  <a:lnTo>
                    <a:pt x="5534025" y="610603"/>
                  </a:lnTo>
                  <a:lnTo>
                    <a:pt x="5534025" y="607974"/>
                  </a:lnTo>
                  <a:close/>
                </a:path>
                <a:path w="9153525" h="1219200">
                  <a:moveTo>
                    <a:pt x="5534025" y="3454"/>
                  </a:moveTo>
                  <a:lnTo>
                    <a:pt x="5533568" y="2336"/>
                  </a:lnTo>
                  <a:lnTo>
                    <a:pt x="5531701" y="469"/>
                  </a:lnTo>
                  <a:lnTo>
                    <a:pt x="5530583" y="0"/>
                  </a:lnTo>
                  <a:lnTo>
                    <a:pt x="5527954" y="0"/>
                  </a:lnTo>
                  <a:lnTo>
                    <a:pt x="5526824" y="469"/>
                  </a:lnTo>
                  <a:lnTo>
                    <a:pt x="5524970" y="2336"/>
                  </a:lnTo>
                  <a:lnTo>
                    <a:pt x="5524500" y="3454"/>
                  </a:lnTo>
                  <a:lnTo>
                    <a:pt x="5524500" y="6083"/>
                  </a:lnTo>
                  <a:lnTo>
                    <a:pt x="5524970" y="7200"/>
                  </a:lnTo>
                  <a:lnTo>
                    <a:pt x="5526824" y="9067"/>
                  </a:lnTo>
                  <a:lnTo>
                    <a:pt x="5527954" y="9525"/>
                  </a:lnTo>
                  <a:lnTo>
                    <a:pt x="5530583" y="9525"/>
                  </a:lnTo>
                  <a:lnTo>
                    <a:pt x="5531701" y="9067"/>
                  </a:lnTo>
                  <a:lnTo>
                    <a:pt x="5533568" y="7200"/>
                  </a:lnTo>
                  <a:lnTo>
                    <a:pt x="5534025" y="6083"/>
                  </a:lnTo>
                  <a:lnTo>
                    <a:pt x="5534025" y="3454"/>
                  </a:lnTo>
                  <a:close/>
                </a:path>
                <a:path w="9153525" h="1219200">
                  <a:moveTo>
                    <a:pt x="5581650" y="1212494"/>
                  </a:moveTo>
                  <a:lnTo>
                    <a:pt x="5581193" y="1211376"/>
                  </a:lnTo>
                  <a:lnTo>
                    <a:pt x="5579326" y="1209509"/>
                  </a:lnTo>
                  <a:lnTo>
                    <a:pt x="5578208" y="1209052"/>
                  </a:lnTo>
                  <a:lnTo>
                    <a:pt x="5575579" y="1209052"/>
                  </a:lnTo>
                  <a:lnTo>
                    <a:pt x="5574449" y="1209509"/>
                  </a:lnTo>
                  <a:lnTo>
                    <a:pt x="5572595" y="1211376"/>
                  </a:lnTo>
                  <a:lnTo>
                    <a:pt x="5572125" y="1212494"/>
                  </a:lnTo>
                  <a:lnTo>
                    <a:pt x="5572125" y="1215123"/>
                  </a:lnTo>
                  <a:lnTo>
                    <a:pt x="5572595" y="1216240"/>
                  </a:lnTo>
                  <a:lnTo>
                    <a:pt x="5574449" y="1218107"/>
                  </a:lnTo>
                  <a:lnTo>
                    <a:pt x="5575579" y="1218577"/>
                  </a:lnTo>
                  <a:lnTo>
                    <a:pt x="5578208" y="1218577"/>
                  </a:lnTo>
                  <a:lnTo>
                    <a:pt x="5579326" y="1218107"/>
                  </a:lnTo>
                  <a:lnTo>
                    <a:pt x="5581193" y="1216240"/>
                  </a:lnTo>
                  <a:lnTo>
                    <a:pt x="5581650" y="1215123"/>
                  </a:lnTo>
                  <a:lnTo>
                    <a:pt x="5581650" y="1212494"/>
                  </a:lnTo>
                  <a:close/>
                </a:path>
                <a:path w="9153525" h="1219200">
                  <a:moveTo>
                    <a:pt x="5581650" y="607974"/>
                  </a:moveTo>
                  <a:lnTo>
                    <a:pt x="5581193" y="606856"/>
                  </a:lnTo>
                  <a:lnTo>
                    <a:pt x="5579326" y="604989"/>
                  </a:lnTo>
                  <a:lnTo>
                    <a:pt x="5578208" y="604520"/>
                  </a:lnTo>
                  <a:lnTo>
                    <a:pt x="5575579" y="604520"/>
                  </a:lnTo>
                  <a:lnTo>
                    <a:pt x="5574449" y="604989"/>
                  </a:lnTo>
                  <a:lnTo>
                    <a:pt x="5572595" y="606856"/>
                  </a:lnTo>
                  <a:lnTo>
                    <a:pt x="5572125" y="607974"/>
                  </a:lnTo>
                  <a:lnTo>
                    <a:pt x="5572125" y="610603"/>
                  </a:lnTo>
                  <a:lnTo>
                    <a:pt x="5572595" y="611720"/>
                  </a:lnTo>
                  <a:lnTo>
                    <a:pt x="5574449" y="613587"/>
                  </a:lnTo>
                  <a:lnTo>
                    <a:pt x="5575579" y="614045"/>
                  </a:lnTo>
                  <a:lnTo>
                    <a:pt x="5578208" y="614045"/>
                  </a:lnTo>
                  <a:lnTo>
                    <a:pt x="5579326" y="613587"/>
                  </a:lnTo>
                  <a:lnTo>
                    <a:pt x="5581193" y="611720"/>
                  </a:lnTo>
                  <a:lnTo>
                    <a:pt x="5581650" y="610603"/>
                  </a:lnTo>
                  <a:lnTo>
                    <a:pt x="5581650" y="607974"/>
                  </a:lnTo>
                  <a:close/>
                </a:path>
                <a:path w="9153525" h="1219200">
                  <a:moveTo>
                    <a:pt x="5581650" y="3454"/>
                  </a:moveTo>
                  <a:lnTo>
                    <a:pt x="5581193" y="2336"/>
                  </a:lnTo>
                  <a:lnTo>
                    <a:pt x="5579326" y="469"/>
                  </a:lnTo>
                  <a:lnTo>
                    <a:pt x="5578208" y="0"/>
                  </a:lnTo>
                  <a:lnTo>
                    <a:pt x="5575579" y="0"/>
                  </a:lnTo>
                  <a:lnTo>
                    <a:pt x="5574449" y="469"/>
                  </a:lnTo>
                  <a:lnTo>
                    <a:pt x="5572595" y="2336"/>
                  </a:lnTo>
                  <a:lnTo>
                    <a:pt x="5572125" y="3454"/>
                  </a:lnTo>
                  <a:lnTo>
                    <a:pt x="5572125" y="6083"/>
                  </a:lnTo>
                  <a:lnTo>
                    <a:pt x="5572595" y="7200"/>
                  </a:lnTo>
                  <a:lnTo>
                    <a:pt x="5574449" y="9067"/>
                  </a:lnTo>
                  <a:lnTo>
                    <a:pt x="5575579" y="9525"/>
                  </a:lnTo>
                  <a:lnTo>
                    <a:pt x="5578208" y="9525"/>
                  </a:lnTo>
                  <a:lnTo>
                    <a:pt x="5579326" y="9067"/>
                  </a:lnTo>
                  <a:lnTo>
                    <a:pt x="5581193" y="7200"/>
                  </a:lnTo>
                  <a:lnTo>
                    <a:pt x="5581650" y="6083"/>
                  </a:lnTo>
                  <a:lnTo>
                    <a:pt x="5581650" y="3454"/>
                  </a:lnTo>
                  <a:close/>
                </a:path>
                <a:path w="9153525" h="1219200">
                  <a:moveTo>
                    <a:pt x="5629275" y="1212494"/>
                  </a:moveTo>
                  <a:lnTo>
                    <a:pt x="5628818" y="1211376"/>
                  </a:lnTo>
                  <a:lnTo>
                    <a:pt x="5626951" y="1209509"/>
                  </a:lnTo>
                  <a:lnTo>
                    <a:pt x="5625833" y="1209052"/>
                  </a:lnTo>
                  <a:lnTo>
                    <a:pt x="5623204" y="1209052"/>
                  </a:lnTo>
                  <a:lnTo>
                    <a:pt x="5622074" y="1209509"/>
                  </a:lnTo>
                  <a:lnTo>
                    <a:pt x="5620220" y="1211376"/>
                  </a:lnTo>
                  <a:lnTo>
                    <a:pt x="5619750" y="1212494"/>
                  </a:lnTo>
                  <a:lnTo>
                    <a:pt x="5619750" y="1215123"/>
                  </a:lnTo>
                  <a:lnTo>
                    <a:pt x="5620220" y="1216240"/>
                  </a:lnTo>
                  <a:lnTo>
                    <a:pt x="5622074" y="1218107"/>
                  </a:lnTo>
                  <a:lnTo>
                    <a:pt x="5623204" y="1218577"/>
                  </a:lnTo>
                  <a:lnTo>
                    <a:pt x="5625833" y="1218577"/>
                  </a:lnTo>
                  <a:lnTo>
                    <a:pt x="5626951" y="1218107"/>
                  </a:lnTo>
                  <a:lnTo>
                    <a:pt x="5628818" y="1216240"/>
                  </a:lnTo>
                  <a:lnTo>
                    <a:pt x="5629275" y="1215123"/>
                  </a:lnTo>
                  <a:lnTo>
                    <a:pt x="5629275" y="1212494"/>
                  </a:lnTo>
                  <a:close/>
                </a:path>
                <a:path w="9153525" h="1219200">
                  <a:moveTo>
                    <a:pt x="5629275" y="607974"/>
                  </a:moveTo>
                  <a:lnTo>
                    <a:pt x="5628818" y="606856"/>
                  </a:lnTo>
                  <a:lnTo>
                    <a:pt x="5626951" y="604989"/>
                  </a:lnTo>
                  <a:lnTo>
                    <a:pt x="5625833" y="604520"/>
                  </a:lnTo>
                  <a:lnTo>
                    <a:pt x="5623204" y="604520"/>
                  </a:lnTo>
                  <a:lnTo>
                    <a:pt x="5622074" y="604989"/>
                  </a:lnTo>
                  <a:lnTo>
                    <a:pt x="5620220" y="606856"/>
                  </a:lnTo>
                  <a:lnTo>
                    <a:pt x="5619750" y="607974"/>
                  </a:lnTo>
                  <a:lnTo>
                    <a:pt x="5619750" y="610603"/>
                  </a:lnTo>
                  <a:lnTo>
                    <a:pt x="5620220" y="611720"/>
                  </a:lnTo>
                  <a:lnTo>
                    <a:pt x="5622074" y="613587"/>
                  </a:lnTo>
                  <a:lnTo>
                    <a:pt x="5623204" y="614045"/>
                  </a:lnTo>
                  <a:lnTo>
                    <a:pt x="5625833" y="614045"/>
                  </a:lnTo>
                  <a:lnTo>
                    <a:pt x="5626951" y="613587"/>
                  </a:lnTo>
                  <a:lnTo>
                    <a:pt x="5628818" y="611720"/>
                  </a:lnTo>
                  <a:lnTo>
                    <a:pt x="5629275" y="610603"/>
                  </a:lnTo>
                  <a:lnTo>
                    <a:pt x="5629275" y="607974"/>
                  </a:lnTo>
                  <a:close/>
                </a:path>
                <a:path w="9153525" h="1219200">
                  <a:moveTo>
                    <a:pt x="5629275" y="3454"/>
                  </a:moveTo>
                  <a:lnTo>
                    <a:pt x="5628818" y="2336"/>
                  </a:lnTo>
                  <a:lnTo>
                    <a:pt x="5626951" y="469"/>
                  </a:lnTo>
                  <a:lnTo>
                    <a:pt x="5625833" y="0"/>
                  </a:lnTo>
                  <a:lnTo>
                    <a:pt x="5623204" y="0"/>
                  </a:lnTo>
                  <a:lnTo>
                    <a:pt x="5622074" y="469"/>
                  </a:lnTo>
                  <a:lnTo>
                    <a:pt x="5620220" y="2336"/>
                  </a:lnTo>
                  <a:lnTo>
                    <a:pt x="5619750" y="3454"/>
                  </a:lnTo>
                  <a:lnTo>
                    <a:pt x="5619750" y="6083"/>
                  </a:lnTo>
                  <a:lnTo>
                    <a:pt x="5620220" y="7200"/>
                  </a:lnTo>
                  <a:lnTo>
                    <a:pt x="5622074" y="9067"/>
                  </a:lnTo>
                  <a:lnTo>
                    <a:pt x="5623204" y="9525"/>
                  </a:lnTo>
                  <a:lnTo>
                    <a:pt x="5625833" y="9525"/>
                  </a:lnTo>
                  <a:lnTo>
                    <a:pt x="5626951" y="9067"/>
                  </a:lnTo>
                  <a:lnTo>
                    <a:pt x="5628818" y="7200"/>
                  </a:lnTo>
                  <a:lnTo>
                    <a:pt x="5629275" y="6083"/>
                  </a:lnTo>
                  <a:lnTo>
                    <a:pt x="5629275" y="3454"/>
                  </a:lnTo>
                  <a:close/>
                </a:path>
                <a:path w="9153525" h="1219200">
                  <a:moveTo>
                    <a:pt x="5676900" y="1212494"/>
                  </a:moveTo>
                  <a:lnTo>
                    <a:pt x="5676443" y="1211376"/>
                  </a:lnTo>
                  <a:lnTo>
                    <a:pt x="5674576" y="1209509"/>
                  </a:lnTo>
                  <a:lnTo>
                    <a:pt x="5673458" y="1209052"/>
                  </a:lnTo>
                  <a:lnTo>
                    <a:pt x="5670829" y="1209052"/>
                  </a:lnTo>
                  <a:lnTo>
                    <a:pt x="5669699" y="1209509"/>
                  </a:lnTo>
                  <a:lnTo>
                    <a:pt x="5667845" y="1211376"/>
                  </a:lnTo>
                  <a:lnTo>
                    <a:pt x="5667375" y="1212494"/>
                  </a:lnTo>
                  <a:lnTo>
                    <a:pt x="5667375" y="1215123"/>
                  </a:lnTo>
                  <a:lnTo>
                    <a:pt x="5667845" y="1216240"/>
                  </a:lnTo>
                  <a:lnTo>
                    <a:pt x="5669699" y="1218107"/>
                  </a:lnTo>
                  <a:lnTo>
                    <a:pt x="5670829" y="1218577"/>
                  </a:lnTo>
                  <a:lnTo>
                    <a:pt x="5673458" y="1218577"/>
                  </a:lnTo>
                  <a:lnTo>
                    <a:pt x="5674576" y="1218107"/>
                  </a:lnTo>
                  <a:lnTo>
                    <a:pt x="5676443" y="1216240"/>
                  </a:lnTo>
                  <a:lnTo>
                    <a:pt x="5676900" y="1215123"/>
                  </a:lnTo>
                  <a:lnTo>
                    <a:pt x="5676900" y="1212494"/>
                  </a:lnTo>
                  <a:close/>
                </a:path>
                <a:path w="9153525" h="1219200">
                  <a:moveTo>
                    <a:pt x="5676900" y="607974"/>
                  </a:moveTo>
                  <a:lnTo>
                    <a:pt x="5676443" y="606856"/>
                  </a:lnTo>
                  <a:lnTo>
                    <a:pt x="5674576" y="604989"/>
                  </a:lnTo>
                  <a:lnTo>
                    <a:pt x="5673458" y="604520"/>
                  </a:lnTo>
                  <a:lnTo>
                    <a:pt x="5670829" y="604520"/>
                  </a:lnTo>
                  <a:lnTo>
                    <a:pt x="5669699" y="604989"/>
                  </a:lnTo>
                  <a:lnTo>
                    <a:pt x="5667845" y="606856"/>
                  </a:lnTo>
                  <a:lnTo>
                    <a:pt x="5667375" y="607974"/>
                  </a:lnTo>
                  <a:lnTo>
                    <a:pt x="5667375" y="610603"/>
                  </a:lnTo>
                  <a:lnTo>
                    <a:pt x="5667845" y="611720"/>
                  </a:lnTo>
                  <a:lnTo>
                    <a:pt x="5669699" y="613587"/>
                  </a:lnTo>
                  <a:lnTo>
                    <a:pt x="5670829" y="614045"/>
                  </a:lnTo>
                  <a:lnTo>
                    <a:pt x="5673458" y="614045"/>
                  </a:lnTo>
                  <a:lnTo>
                    <a:pt x="5674576" y="613587"/>
                  </a:lnTo>
                  <a:lnTo>
                    <a:pt x="5676443" y="611720"/>
                  </a:lnTo>
                  <a:lnTo>
                    <a:pt x="5676900" y="610603"/>
                  </a:lnTo>
                  <a:lnTo>
                    <a:pt x="5676900" y="607974"/>
                  </a:lnTo>
                  <a:close/>
                </a:path>
                <a:path w="9153525" h="1219200">
                  <a:moveTo>
                    <a:pt x="5676900" y="3454"/>
                  </a:moveTo>
                  <a:lnTo>
                    <a:pt x="5676443" y="2336"/>
                  </a:lnTo>
                  <a:lnTo>
                    <a:pt x="5674576" y="469"/>
                  </a:lnTo>
                  <a:lnTo>
                    <a:pt x="5673458" y="0"/>
                  </a:lnTo>
                  <a:lnTo>
                    <a:pt x="5670829" y="0"/>
                  </a:lnTo>
                  <a:lnTo>
                    <a:pt x="5669699" y="469"/>
                  </a:lnTo>
                  <a:lnTo>
                    <a:pt x="5667845" y="2336"/>
                  </a:lnTo>
                  <a:lnTo>
                    <a:pt x="5667375" y="3454"/>
                  </a:lnTo>
                  <a:lnTo>
                    <a:pt x="5667375" y="6083"/>
                  </a:lnTo>
                  <a:lnTo>
                    <a:pt x="5667845" y="7200"/>
                  </a:lnTo>
                  <a:lnTo>
                    <a:pt x="5669699" y="9067"/>
                  </a:lnTo>
                  <a:lnTo>
                    <a:pt x="5670829" y="9525"/>
                  </a:lnTo>
                  <a:lnTo>
                    <a:pt x="5673458" y="9525"/>
                  </a:lnTo>
                  <a:lnTo>
                    <a:pt x="5674576" y="9067"/>
                  </a:lnTo>
                  <a:lnTo>
                    <a:pt x="5676443" y="7200"/>
                  </a:lnTo>
                  <a:lnTo>
                    <a:pt x="5676900" y="6083"/>
                  </a:lnTo>
                  <a:lnTo>
                    <a:pt x="5676900" y="3454"/>
                  </a:lnTo>
                  <a:close/>
                </a:path>
                <a:path w="9153525" h="1219200">
                  <a:moveTo>
                    <a:pt x="5724525" y="1212494"/>
                  </a:moveTo>
                  <a:lnTo>
                    <a:pt x="5724068" y="1211376"/>
                  </a:lnTo>
                  <a:lnTo>
                    <a:pt x="5722201" y="1209509"/>
                  </a:lnTo>
                  <a:lnTo>
                    <a:pt x="5721083" y="1209052"/>
                  </a:lnTo>
                  <a:lnTo>
                    <a:pt x="5718454" y="1209052"/>
                  </a:lnTo>
                  <a:lnTo>
                    <a:pt x="5717324" y="1209509"/>
                  </a:lnTo>
                  <a:lnTo>
                    <a:pt x="5715470" y="1211376"/>
                  </a:lnTo>
                  <a:lnTo>
                    <a:pt x="5715000" y="1212494"/>
                  </a:lnTo>
                  <a:lnTo>
                    <a:pt x="5715000" y="1215123"/>
                  </a:lnTo>
                  <a:lnTo>
                    <a:pt x="5715470" y="1216240"/>
                  </a:lnTo>
                  <a:lnTo>
                    <a:pt x="5717324" y="1218107"/>
                  </a:lnTo>
                  <a:lnTo>
                    <a:pt x="5718454" y="1218577"/>
                  </a:lnTo>
                  <a:lnTo>
                    <a:pt x="5721083" y="1218577"/>
                  </a:lnTo>
                  <a:lnTo>
                    <a:pt x="5722201" y="1218107"/>
                  </a:lnTo>
                  <a:lnTo>
                    <a:pt x="5724068" y="1216240"/>
                  </a:lnTo>
                  <a:lnTo>
                    <a:pt x="5724525" y="1215123"/>
                  </a:lnTo>
                  <a:lnTo>
                    <a:pt x="5724525" y="1212494"/>
                  </a:lnTo>
                  <a:close/>
                </a:path>
                <a:path w="9153525" h="1219200">
                  <a:moveTo>
                    <a:pt x="5724525" y="607974"/>
                  </a:moveTo>
                  <a:lnTo>
                    <a:pt x="5724068" y="606856"/>
                  </a:lnTo>
                  <a:lnTo>
                    <a:pt x="5722201" y="604989"/>
                  </a:lnTo>
                  <a:lnTo>
                    <a:pt x="5721083" y="604520"/>
                  </a:lnTo>
                  <a:lnTo>
                    <a:pt x="5718454" y="604520"/>
                  </a:lnTo>
                  <a:lnTo>
                    <a:pt x="5717324" y="604989"/>
                  </a:lnTo>
                  <a:lnTo>
                    <a:pt x="5715470" y="606856"/>
                  </a:lnTo>
                  <a:lnTo>
                    <a:pt x="5715000" y="607974"/>
                  </a:lnTo>
                  <a:lnTo>
                    <a:pt x="5715000" y="610603"/>
                  </a:lnTo>
                  <a:lnTo>
                    <a:pt x="5715470" y="611720"/>
                  </a:lnTo>
                  <a:lnTo>
                    <a:pt x="5717324" y="613587"/>
                  </a:lnTo>
                  <a:lnTo>
                    <a:pt x="5718454" y="614045"/>
                  </a:lnTo>
                  <a:lnTo>
                    <a:pt x="5721083" y="614045"/>
                  </a:lnTo>
                  <a:lnTo>
                    <a:pt x="5722201" y="613587"/>
                  </a:lnTo>
                  <a:lnTo>
                    <a:pt x="5724068" y="611720"/>
                  </a:lnTo>
                  <a:lnTo>
                    <a:pt x="5724525" y="610603"/>
                  </a:lnTo>
                  <a:lnTo>
                    <a:pt x="5724525" y="607974"/>
                  </a:lnTo>
                  <a:close/>
                </a:path>
                <a:path w="9153525" h="1219200">
                  <a:moveTo>
                    <a:pt x="5724525" y="3454"/>
                  </a:moveTo>
                  <a:lnTo>
                    <a:pt x="5724068" y="2336"/>
                  </a:lnTo>
                  <a:lnTo>
                    <a:pt x="5722201" y="469"/>
                  </a:lnTo>
                  <a:lnTo>
                    <a:pt x="5721083" y="0"/>
                  </a:lnTo>
                  <a:lnTo>
                    <a:pt x="5718454" y="0"/>
                  </a:lnTo>
                  <a:lnTo>
                    <a:pt x="5717324" y="469"/>
                  </a:lnTo>
                  <a:lnTo>
                    <a:pt x="5715470" y="2336"/>
                  </a:lnTo>
                  <a:lnTo>
                    <a:pt x="5715000" y="3454"/>
                  </a:lnTo>
                  <a:lnTo>
                    <a:pt x="5715000" y="6083"/>
                  </a:lnTo>
                  <a:lnTo>
                    <a:pt x="5715470" y="7200"/>
                  </a:lnTo>
                  <a:lnTo>
                    <a:pt x="5717324" y="9067"/>
                  </a:lnTo>
                  <a:lnTo>
                    <a:pt x="5718454" y="9525"/>
                  </a:lnTo>
                  <a:lnTo>
                    <a:pt x="5721083" y="9525"/>
                  </a:lnTo>
                  <a:lnTo>
                    <a:pt x="5722201" y="9067"/>
                  </a:lnTo>
                  <a:lnTo>
                    <a:pt x="5724068" y="7200"/>
                  </a:lnTo>
                  <a:lnTo>
                    <a:pt x="5724525" y="6083"/>
                  </a:lnTo>
                  <a:lnTo>
                    <a:pt x="5724525" y="3454"/>
                  </a:lnTo>
                  <a:close/>
                </a:path>
                <a:path w="9153525" h="1219200">
                  <a:moveTo>
                    <a:pt x="5772150" y="1212494"/>
                  </a:moveTo>
                  <a:lnTo>
                    <a:pt x="5771693" y="1211376"/>
                  </a:lnTo>
                  <a:lnTo>
                    <a:pt x="5769826" y="1209509"/>
                  </a:lnTo>
                  <a:lnTo>
                    <a:pt x="5768708" y="1209052"/>
                  </a:lnTo>
                  <a:lnTo>
                    <a:pt x="5766079" y="1209052"/>
                  </a:lnTo>
                  <a:lnTo>
                    <a:pt x="5764949" y="1209509"/>
                  </a:lnTo>
                  <a:lnTo>
                    <a:pt x="5763095" y="1211376"/>
                  </a:lnTo>
                  <a:lnTo>
                    <a:pt x="5762625" y="1212494"/>
                  </a:lnTo>
                  <a:lnTo>
                    <a:pt x="5762625" y="1215123"/>
                  </a:lnTo>
                  <a:lnTo>
                    <a:pt x="5763095" y="1216240"/>
                  </a:lnTo>
                  <a:lnTo>
                    <a:pt x="5764949" y="1218107"/>
                  </a:lnTo>
                  <a:lnTo>
                    <a:pt x="5766079" y="1218577"/>
                  </a:lnTo>
                  <a:lnTo>
                    <a:pt x="5768708" y="1218577"/>
                  </a:lnTo>
                  <a:lnTo>
                    <a:pt x="5769826" y="1218107"/>
                  </a:lnTo>
                  <a:lnTo>
                    <a:pt x="5771693" y="1216240"/>
                  </a:lnTo>
                  <a:lnTo>
                    <a:pt x="5772150" y="1215123"/>
                  </a:lnTo>
                  <a:lnTo>
                    <a:pt x="5772150" y="1212494"/>
                  </a:lnTo>
                  <a:close/>
                </a:path>
                <a:path w="9153525" h="1219200">
                  <a:moveTo>
                    <a:pt x="5772150" y="607974"/>
                  </a:moveTo>
                  <a:lnTo>
                    <a:pt x="5771693" y="606856"/>
                  </a:lnTo>
                  <a:lnTo>
                    <a:pt x="5769826" y="604989"/>
                  </a:lnTo>
                  <a:lnTo>
                    <a:pt x="5768708" y="604520"/>
                  </a:lnTo>
                  <a:lnTo>
                    <a:pt x="5766079" y="604520"/>
                  </a:lnTo>
                  <a:lnTo>
                    <a:pt x="5764949" y="604989"/>
                  </a:lnTo>
                  <a:lnTo>
                    <a:pt x="5763095" y="606856"/>
                  </a:lnTo>
                  <a:lnTo>
                    <a:pt x="5762625" y="607974"/>
                  </a:lnTo>
                  <a:lnTo>
                    <a:pt x="5762625" y="610603"/>
                  </a:lnTo>
                  <a:lnTo>
                    <a:pt x="5763095" y="611720"/>
                  </a:lnTo>
                  <a:lnTo>
                    <a:pt x="5764949" y="613587"/>
                  </a:lnTo>
                  <a:lnTo>
                    <a:pt x="5766079" y="614045"/>
                  </a:lnTo>
                  <a:lnTo>
                    <a:pt x="5768708" y="614045"/>
                  </a:lnTo>
                  <a:lnTo>
                    <a:pt x="5769826" y="613587"/>
                  </a:lnTo>
                  <a:lnTo>
                    <a:pt x="5771693" y="611720"/>
                  </a:lnTo>
                  <a:lnTo>
                    <a:pt x="5772150" y="610603"/>
                  </a:lnTo>
                  <a:lnTo>
                    <a:pt x="5772150" y="607974"/>
                  </a:lnTo>
                  <a:close/>
                </a:path>
                <a:path w="9153525" h="1219200">
                  <a:moveTo>
                    <a:pt x="5772150" y="3454"/>
                  </a:moveTo>
                  <a:lnTo>
                    <a:pt x="5771693" y="2336"/>
                  </a:lnTo>
                  <a:lnTo>
                    <a:pt x="5769826" y="469"/>
                  </a:lnTo>
                  <a:lnTo>
                    <a:pt x="5768708" y="0"/>
                  </a:lnTo>
                  <a:lnTo>
                    <a:pt x="5766079" y="0"/>
                  </a:lnTo>
                  <a:lnTo>
                    <a:pt x="5764949" y="469"/>
                  </a:lnTo>
                  <a:lnTo>
                    <a:pt x="5763095" y="2336"/>
                  </a:lnTo>
                  <a:lnTo>
                    <a:pt x="5762625" y="3454"/>
                  </a:lnTo>
                  <a:lnTo>
                    <a:pt x="5762625" y="6083"/>
                  </a:lnTo>
                  <a:lnTo>
                    <a:pt x="5763095" y="7200"/>
                  </a:lnTo>
                  <a:lnTo>
                    <a:pt x="5764949" y="9067"/>
                  </a:lnTo>
                  <a:lnTo>
                    <a:pt x="5766079" y="9525"/>
                  </a:lnTo>
                  <a:lnTo>
                    <a:pt x="5768708" y="9525"/>
                  </a:lnTo>
                  <a:lnTo>
                    <a:pt x="5769826" y="9067"/>
                  </a:lnTo>
                  <a:lnTo>
                    <a:pt x="5771693" y="7200"/>
                  </a:lnTo>
                  <a:lnTo>
                    <a:pt x="5772150" y="6083"/>
                  </a:lnTo>
                  <a:lnTo>
                    <a:pt x="5772150" y="3454"/>
                  </a:lnTo>
                  <a:close/>
                </a:path>
                <a:path w="9153525" h="1219200">
                  <a:moveTo>
                    <a:pt x="5819775" y="1212494"/>
                  </a:moveTo>
                  <a:lnTo>
                    <a:pt x="5819318" y="1211376"/>
                  </a:lnTo>
                  <a:lnTo>
                    <a:pt x="5817451" y="1209509"/>
                  </a:lnTo>
                  <a:lnTo>
                    <a:pt x="5816333" y="1209052"/>
                  </a:lnTo>
                  <a:lnTo>
                    <a:pt x="5813704" y="1209052"/>
                  </a:lnTo>
                  <a:lnTo>
                    <a:pt x="5812574" y="1209509"/>
                  </a:lnTo>
                  <a:lnTo>
                    <a:pt x="5810720" y="1211376"/>
                  </a:lnTo>
                  <a:lnTo>
                    <a:pt x="5810250" y="1212494"/>
                  </a:lnTo>
                  <a:lnTo>
                    <a:pt x="5810250" y="1215123"/>
                  </a:lnTo>
                  <a:lnTo>
                    <a:pt x="5810720" y="1216240"/>
                  </a:lnTo>
                  <a:lnTo>
                    <a:pt x="5812574" y="1218107"/>
                  </a:lnTo>
                  <a:lnTo>
                    <a:pt x="5813704" y="1218577"/>
                  </a:lnTo>
                  <a:lnTo>
                    <a:pt x="5816333" y="1218577"/>
                  </a:lnTo>
                  <a:lnTo>
                    <a:pt x="5817451" y="1218107"/>
                  </a:lnTo>
                  <a:lnTo>
                    <a:pt x="5819318" y="1216240"/>
                  </a:lnTo>
                  <a:lnTo>
                    <a:pt x="5819775" y="1215123"/>
                  </a:lnTo>
                  <a:lnTo>
                    <a:pt x="5819775" y="1212494"/>
                  </a:lnTo>
                  <a:close/>
                </a:path>
                <a:path w="9153525" h="1219200">
                  <a:moveTo>
                    <a:pt x="5819775" y="607974"/>
                  </a:moveTo>
                  <a:lnTo>
                    <a:pt x="5819318" y="606856"/>
                  </a:lnTo>
                  <a:lnTo>
                    <a:pt x="5817451" y="604989"/>
                  </a:lnTo>
                  <a:lnTo>
                    <a:pt x="5816333" y="604520"/>
                  </a:lnTo>
                  <a:lnTo>
                    <a:pt x="5813704" y="604520"/>
                  </a:lnTo>
                  <a:lnTo>
                    <a:pt x="5812574" y="604989"/>
                  </a:lnTo>
                  <a:lnTo>
                    <a:pt x="5810720" y="606856"/>
                  </a:lnTo>
                  <a:lnTo>
                    <a:pt x="5810250" y="607974"/>
                  </a:lnTo>
                  <a:lnTo>
                    <a:pt x="5810250" y="610603"/>
                  </a:lnTo>
                  <a:lnTo>
                    <a:pt x="5810720" y="611720"/>
                  </a:lnTo>
                  <a:lnTo>
                    <a:pt x="5812574" y="613587"/>
                  </a:lnTo>
                  <a:lnTo>
                    <a:pt x="5813704" y="614045"/>
                  </a:lnTo>
                  <a:lnTo>
                    <a:pt x="5816333" y="614045"/>
                  </a:lnTo>
                  <a:lnTo>
                    <a:pt x="5817451" y="613587"/>
                  </a:lnTo>
                  <a:lnTo>
                    <a:pt x="5819318" y="611720"/>
                  </a:lnTo>
                  <a:lnTo>
                    <a:pt x="5819775" y="610603"/>
                  </a:lnTo>
                  <a:lnTo>
                    <a:pt x="5819775" y="607974"/>
                  </a:lnTo>
                  <a:close/>
                </a:path>
                <a:path w="9153525" h="1219200">
                  <a:moveTo>
                    <a:pt x="5819775" y="3454"/>
                  </a:moveTo>
                  <a:lnTo>
                    <a:pt x="5819318" y="2336"/>
                  </a:lnTo>
                  <a:lnTo>
                    <a:pt x="5817451" y="469"/>
                  </a:lnTo>
                  <a:lnTo>
                    <a:pt x="5816333" y="0"/>
                  </a:lnTo>
                  <a:lnTo>
                    <a:pt x="5813704" y="0"/>
                  </a:lnTo>
                  <a:lnTo>
                    <a:pt x="5812574" y="469"/>
                  </a:lnTo>
                  <a:lnTo>
                    <a:pt x="5810720" y="2336"/>
                  </a:lnTo>
                  <a:lnTo>
                    <a:pt x="5810250" y="3454"/>
                  </a:lnTo>
                  <a:lnTo>
                    <a:pt x="5810250" y="6083"/>
                  </a:lnTo>
                  <a:lnTo>
                    <a:pt x="5810720" y="7200"/>
                  </a:lnTo>
                  <a:lnTo>
                    <a:pt x="5812574" y="9067"/>
                  </a:lnTo>
                  <a:lnTo>
                    <a:pt x="5813704" y="9525"/>
                  </a:lnTo>
                  <a:lnTo>
                    <a:pt x="5816333" y="9525"/>
                  </a:lnTo>
                  <a:lnTo>
                    <a:pt x="5817451" y="9067"/>
                  </a:lnTo>
                  <a:lnTo>
                    <a:pt x="5819318" y="7200"/>
                  </a:lnTo>
                  <a:lnTo>
                    <a:pt x="5819775" y="6083"/>
                  </a:lnTo>
                  <a:lnTo>
                    <a:pt x="5819775" y="3454"/>
                  </a:lnTo>
                  <a:close/>
                </a:path>
                <a:path w="9153525" h="1219200">
                  <a:moveTo>
                    <a:pt x="5867400" y="1212494"/>
                  </a:moveTo>
                  <a:lnTo>
                    <a:pt x="5866943" y="1211376"/>
                  </a:lnTo>
                  <a:lnTo>
                    <a:pt x="5865076" y="1209509"/>
                  </a:lnTo>
                  <a:lnTo>
                    <a:pt x="5863958" y="1209052"/>
                  </a:lnTo>
                  <a:lnTo>
                    <a:pt x="5861329" y="1209052"/>
                  </a:lnTo>
                  <a:lnTo>
                    <a:pt x="5860199" y="1209509"/>
                  </a:lnTo>
                  <a:lnTo>
                    <a:pt x="5858345" y="1211376"/>
                  </a:lnTo>
                  <a:lnTo>
                    <a:pt x="5857875" y="1212494"/>
                  </a:lnTo>
                  <a:lnTo>
                    <a:pt x="5857875" y="1215123"/>
                  </a:lnTo>
                  <a:lnTo>
                    <a:pt x="5858345" y="1216240"/>
                  </a:lnTo>
                  <a:lnTo>
                    <a:pt x="5860199" y="1218107"/>
                  </a:lnTo>
                  <a:lnTo>
                    <a:pt x="5861329" y="1218577"/>
                  </a:lnTo>
                  <a:lnTo>
                    <a:pt x="5863958" y="1218577"/>
                  </a:lnTo>
                  <a:lnTo>
                    <a:pt x="5865076" y="1218107"/>
                  </a:lnTo>
                  <a:lnTo>
                    <a:pt x="5866943" y="1216240"/>
                  </a:lnTo>
                  <a:lnTo>
                    <a:pt x="5867400" y="1215123"/>
                  </a:lnTo>
                  <a:lnTo>
                    <a:pt x="5867400" y="1212494"/>
                  </a:lnTo>
                  <a:close/>
                </a:path>
                <a:path w="9153525" h="1219200">
                  <a:moveTo>
                    <a:pt x="5867400" y="607974"/>
                  </a:moveTo>
                  <a:lnTo>
                    <a:pt x="5866943" y="606856"/>
                  </a:lnTo>
                  <a:lnTo>
                    <a:pt x="5865076" y="604989"/>
                  </a:lnTo>
                  <a:lnTo>
                    <a:pt x="5863958" y="604520"/>
                  </a:lnTo>
                  <a:lnTo>
                    <a:pt x="5861329" y="604520"/>
                  </a:lnTo>
                  <a:lnTo>
                    <a:pt x="5860199" y="604989"/>
                  </a:lnTo>
                  <a:lnTo>
                    <a:pt x="5858345" y="606856"/>
                  </a:lnTo>
                  <a:lnTo>
                    <a:pt x="5857875" y="607974"/>
                  </a:lnTo>
                  <a:lnTo>
                    <a:pt x="5857875" y="610603"/>
                  </a:lnTo>
                  <a:lnTo>
                    <a:pt x="5858345" y="611720"/>
                  </a:lnTo>
                  <a:lnTo>
                    <a:pt x="5860199" y="613587"/>
                  </a:lnTo>
                  <a:lnTo>
                    <a:pt x="5861329" y="614045"/>
                  </a:lnTo>
                  <a:lnTo>
                    <a:pt x="5863958" y="614045"/>
                  </a:lnTo>
                  <a:lnTo>
                    <a:pt x="5865076" y="613587"/>
                  </a:lnTo>
                  <a:lnTo>
                    <a:pt x="5866943" y="611720"/>
                  </a:lnTo>
                  <a:lnTo>
                    <a:pt x="5867400" y="610603"/>
                  </a:lnTo>
                  <a:lnTo>
                    <a:pt x="5867400" y="607974"/>
                  </a:lnTo>
                  <a:close/>
                </a:path>
                <a:path w="9153525" h="1219200">
                  <a:moveTo>
                    <a:pt x="5867400" y="3454"/>
                  </a:moveTo>
                  <a:lnTo>
                    <a:pt x="5866943" y="2336"/>
                  </a:lnTo>
                  <a:lnTo>
                    <a:pt x="5865076" y="469"/>
                  </a:lnTo>
                  <a:lnTo>
                    <a:pt x="5863958" y="0"/>
                  </a:lnTo>
                  <a:lnTo>
                    <a:pt x="5861329" y="0"/>
                  </a:lnTo>
                  <a:lnTo>
                    <a:pt x="5860199" y="469"/>
                  </a:lnTo>
                  <a:lnTo>
                    <a:pt x="5858345" y="2336"/>
                  </a:lnTo>
                  <a:lnTo>
                    <a:pt x="5857875" y="3454"/>
                  </a:lnTo>
                  <a:lnTo>
                    <a:pt x="5857875" y="6083"/>
                  </a:lnTo>
                  <a:lnTo>
                    <a:pt x="5858345" y="7200"/>
                  </a:lnTo>
                  <a:lnTo>
                    <a:pt x="5860199" y="9067"/>
                  </a:lnTo>
                  <a:lnTo>
                    <a:pt x="5861329" y="9525"/>
                  </a:lnTo>
                  <a:lnTo>
                    <a:pt x="5863958" y="9525"/>
                  </a:lnTo>
                  <a:lnTo>
                    <a:pt x="5865076" y="9067"/>
                  </a:lnTo>
                  <a:lnTo>
                    <a:pt x="5866943" y="7200"/>
                  </a:lnTo>
                  <a:lnTo>
                    <a:pt x="5867400" y="6083"/>
                  </a:lnTo>
                  <a:lnTo>
                    <a:pt x="5867400" y="3454"/>
                  </a:lnTo>
                  <a:close/>
                </a:path>
                <a:path w="9153525" h="1219200">
                  <a:moveTo>
                    <a:pt x="5915025" y="1212494"/>
                  </a:moveTo>
                  <a:lnTo>
                    <a:pt x="5914568" y="1211376"/>
                  </a:lnTo>
                  <a:lnTo>
                    <a:pt x="5912701" y="1209509"/>
                  </a:lnTo>
                  <a:lnTo>
                    <a:pt x="5911583" y="1209052"/>
                  </a:lnTo>
                  <a:lnTo>
                    <a:pt x="5908954" y="1209052"/>
                  </a:lnTo>
                  <a:lnTo>
                    <a:pt x="5907824" y="1209509"/>
                  </a:lnTo>
                  <a:lnTo>
                    <a:pt x="5905970" y="1211376"/>
                  </a:lnTo>
                  <a:lnTo>
                    <a:pt x="5905500" y="1212494"/>
                  </a:lnTo>
                  <a:lnTo>
                    <a:pt x="5905500" y="1215123"/>
                  </a:lnTo>
                  <a:lnTo>
                    <a:pt x="5905970" y="1216240"/>
                  </a:lnTo>
                  <a:lnTo>
                    <a:pt x="5907824" y="1218107"/>
                  </a:lnTo>
                  <a:lnTo>
                    <a:pt x="5908954" y="1218577"/>
                  </a:lnTo>
                  <a:lnTo>
                    <a:pt x="5911583" y="1218577"/>
                  </a:lnTo>
                  <a:lnTo>
                    <a:pt x="5912701" y="1218107"/>
                  </a:lnTo>
                  <a:lnTo>
                    <a:pt x="5914568" y="1216240"/>
                  </a:lnTo>
                  <a:lnTo>
                    <a:pt x="5915025" y="1215123"/>
                  </a:lnTo>
                  <a:lnTo>
                    <a:pt x="5915025" y="1212494"/>
                  </a:lnTo>
                  <a:close/>
                </a:path>
                <a:path w="9153525" h="1219200">
                  <a:moveTo>
                    <a:pt x="5915025" y="607974"/>
                  </a:moveTo>
                  <a:lnTo>
                    <a:pt x="5914568" y="606856"/>
                  </a:lnTo>
                  <a:lnTo>
                    <a:pt x="5912701" y="604989"/>
                  </a:lnTo>
                  <a:lnTo>
                    <a:pt x="5911583" y="604520"/>
                  </a:lnTo>
                  <a:lnTo>
                    <a:pt x="5908954" y="604520"/>
                  </a:lnTo>
                  <a:lnTo>
                    <a:pt x="5907824" y="604989"/>
                  </a:lnTo>
                  <a:lnTo>
                    <a:pt x="5905970" y="606856"/>
                  </a:lnTo>
                  <a:lnTo>
                    <a:pt x="5905500" y="607974"/>
                  </a:lnTo>
                  <a:lnTo>
                    <a:pt x="5905500" y="610603"/>
                  </a:lnTo>
                  <a:lnTo>
                    <a:pt x="5905970" y="611720"/>
                  </a:lnTo>
                  <a:lnTo>
                    <a:pt x="5907824" y="613587"/>
                  </a:lnTo>
                  <a:lnTo>
                    <a:pt x="5908954" y="614045"/>
                  </a:lnTo>
                  <a:lnTo>
                    <a:pt x="5911583" y="614045"/>
                  </a:lnTo>
                  <a:lnTo>
                    <a:pt x="5912701" y="613587"/>
                  </a:lnTo>
                  <a:lnTo>
                    <a:pt x="5914568" y="611720"/>
                  </a:lnTo>
                  <a:lnTo>
                    <a:pt x="5915025" y="610603"/>
                  </a:lnTo>
                  <a:lnTo>
                    <a:pt x="5915025" y="607974"/>
                  </a:lnTo>
                  <a:close/>
                </a:path>
                <a:path w="9153525" h="1219200">
                  <a:moveTo>
                    <a:pt x="5915025" y="3454"/>
                  </a:moveTo>
                  <a:lnTo>
                    <a:pt x="5914568" y="2336"/>
                  </a:lnTo>
                  <a:lnTo>
                    <a:pt x="5912701" y="469"/>
                  </a:lnTo>
                  <a:lnTo>
                    <a:pt x="5911583" y="0"/>
                  </a:lnTo>
                  <a:lnTo>
                    <a:pt x="5908954" y="0"/>
                  </a:lnTo>
                  <a:lnTo>
                    <a:pt x="5907824" y="469"/>
                  </a:lnTo>
                  <a:lnTo>
                    <a:pt x="5905970" y="2336"/>
                  </a:lnTo>
                  <a:lnTo>
                    <a:pt x="5905500" y="3454"/>
                  </a:lnTo>
                  <a:lnTo>
                    <a:pt x="5905500" y="6083"/>
                  </a:lnTo>
                  <a:lnTo>
                    <a:pt x="5905970" y="7200"/>
                  </a:lnTo>
                  <a:lnTo>
                    <a:pt x="5907824" y="9067"/>
                  </a:lnTo>
                  <a:lnTo>
                    <a:pt x="5908954" y="9525"/>
                  </a:lnTo>
                  <a:lnTo>
                    <a:pt x="5911583" y="9525"/>
                  </a:lnTo>
                  <a:lnTo>
                    <a:pt x="5912701" y="9067"/>
                  </a:lnTo>
                  <a:lnTo>
                    <a:pt x="5914568" y="7200"/>
                  </a:lnTo>
                  <a:lnTo>
                    <a:pt x="5915025" y="6083"/>
                  </a:lnTo>
                  <a:lnTo>
                    <a:pt x="5915025" y="3454"/>
                  </a:lnTo>
                  <a:close/>
                </a:path>
                <a:path w="9153525" h="1219200">
                  <a:moveTo>
                    <a:pt x="5962650" y="1212494"/>
                  </a:moveTo>
                  <a:lnTo>
                    <a:pt x="5962193" y="1211376"/>
                  </a:lnTo>
                  <a:lnTo>
                    <a:pt x="5960326" y="1209509"/>
                  </a:lnTo>
                  <a:lnTo>
                    <a:pt x="5959208" y="1209052"/>
                  </a:lnTo>
                  <a:lnTo>
                    <a:pt x="5956579" y="1209052"/>
                  </a:lnTo>
                  <a:lnTo>
                    <a:pt x="5955449" y="1209509"/>
                  </a:lnTo>
                  <a:lnTo>
                    <a:pt x="5953595" y="1211376"/>
                  </a:lnTo>
                  <a:lnTo>
                    <a:pt x="5953125" y="1212494"/>
                  </a:lnTo>
                  <a:lnTo>
                    <a:pt x="5953125" y="1215123"/>
                  </a:lnTo>
                  <a:lnTo>
                    <a:pt x="5953595" y="1216240"/>
                  </a:lnTo>
                  <a:lnTo>
                    <a:pt x="5955449" y="1218107"/>
                  </a:lnTo>
                  <a:lnTo>
                    <a:pt x="5956579" y="1218577"/>
                  </a:lnTo>
                  <a:lnTo>
                    <a:pt x="5959208" y="1218577"/>
                  </a:lnTo>
                  <a:lnTo>
                    <a:pt x="5960326" y="1218107"/>
                  </a:lnTo>
                  <a:lnTo>
                    <a:pt x="5962193" y="1216240"/>
                  </a:lnTo>
                  <a:lnTo>
                    <a:pt x="5962650" y="1215123"/>
                  </a:lnTo>
                  <a:lnTo>
                    <a:pt x="5962650" y="1212494"/>
                  </a:lnTo>
                  <a:close/>
                </a:path>
                <a:path w="9153525" h="1219200">
                  <a:moveTo>
                    <a:pt x="5962650" y="607974"/>
                  </a:moveTo>
                  <a:lnTo>
                    <a:pt x="5962193" y="606856"/>
                  </a:lnTo>
                  <a:lnTo>
                    <a:pt x="5960326" y="604989"/>
                  </a:lnTo>
                  <a:lnTo>
                    <a:pt x="5959208" y="604520"/>
                  </a:lnTo>
                  <a:lnTo>
                    <a:pt x="5956579" y="604520"/>
                  </a:lnTo>
                  <a:lnTo>
                    <a:pt x="5955449" y="604989"/>
                  </a:lnTo>
                  <a:lnTo>
                    <a:pt x="5953595" y="606856"/>
                  </a:lnTo>
                  <a:lnTo>
                    <a:pt x="5953125" y="607974"/>
                  </a:lnTo>
                  <a:lnTo>
                    <a:pt x="5953125" y="610603"/>
                  </a:lnTo>
                  <a:lnTo>
                    <a:pt x="5953595" y="611720"/>
                  </a:lnTo>
                  <a:lnTo>
                    <a:pt x="5955449" y="613587"/>
                  </a:lnTo>
                  <a:lnTo>
                    <a:pt x="5956579" y="614045"/>
                  </a:lnTo>
                  <a:lnTo>
                    <a:pt x="5959208" y="614045"/>
                  </a:lnTo>
                  <a:lnTo>
                    <a:pt x="5960326" y="613587"/>
                  </a:lnTo>
                  <a:lnTo>
                    <a:pt x="5962193" y="611720"/>
                  </a:lnTo>
                  <a:lnTo>
                    <a:pt x="5962650" y="610603"/>
                  </a:lnTo>
                  <a:lnTo>
                    <a:pt x="5962650" y="607974"/>
                  </a:lnTo>
                  <a:close/>
                </a:path>
                <a:path w="9153525" h="1219200">
                  <a:moveTo>
                    <a:pt x="5962650" y="3454"/>
                  </a:moveTo>
                  <a:lnTo>
                    <a:pt x="5962193" y="2336"/>
                  </a:lnTo>
                  <a:lnTo>
                    <a:pt x="5960326" y="469"/>
                  </a:lnTo>
                  <a:lnTo>
                    <a:pt x="5959208" y="0"/>
                  </a:lnTo>
                  <a:lnTo>
                    <a:pt x="5956579" y="0"/>
                  </a:lnTo>
                  <a:lnTo>
                    <a:pt x="5955449" y="469"/>
                  </a:lnTo>
                  <a:lnTo>
                    <a:pt x="5953595" y="2336"/>
                  </a:lnTo>
                  <a:lnTo>
                    <a:pt x="5953125" y="3454"/>
                  </a:lnTo>
                  <a:lnTo>
                    <a:pt x="5953125" y="6083"/>
                  </a:lnTo>
                  <a:lnTo>
                    <a:pt x="5953595" y="7200"/>
                  </a:lnTo>
                  <a:lnTo>
                    <a:pt x="5955449" y="9067"/>
                  </a:lnTo>
                  <a:lnTo>
                    <a:pt x="5956579" y="9525"/>
                  </a:lnTo>
                  <a:lnTo>
                    <a:pt x="5959208" y="9525"/>
                  </a:lnTo>
                  <a:lnTo>
                    <a:pt x="5960326" y="9067"/>
                  </a:lnTo>
                  <a:lnTo>
                    <a:pt x="5962193" y="7200"/>
                  </a:lnTo>
                  <a:lnTo>
                    <a:pt x="5962650" y="6083"/>
                  </a:lnTo>
                  <a:lnTo>
                    <a:pt x="5962650" y="3454"/>
                  </a:lnTo>
                  <a:close/>
                </a:path>
                <a:path w="9153525" h="1219200">
                  <a:moveTo>
                    <a:pt x="6010275" y="1212494"/>
                  </a:moveTo>
                  <a:lnTo>
                    <a:pt x="6009818" y="1211376"/>
                  </a:lnTo>
                  <a:lnTo>
                    <a:pt x="6007951" y="1209509"/>
                  </a:lnTo>
                  <a:lnTo>
                    <a:pt x="6006833" y="1209052"/>
                  </a:lnTo>
                  <a:lnTo>
                    <a:pt x="6004204" y="1209052"/>
                  </a:lnTo>
                  <a:lnTo>
                    <a:pt x="6003087" y="1209509"/>
                  </a:lnTo>
                  <a:lnTo>
                    <a:pt x="6001220" y="1211376"/>
                  </a:lnTo>
                  <a:lnTo>
                    <a:pt x="6000750" y="1212494"/>
                  </a:lnTo>
                  <a:lnTo>
                    <a:pt x="6000750" y="1215123"/>
                  </a:lnTo>
                  <a:lnTo>
                    <a:pt x="6001220" y="1216240"/>
                  </a:lnTo>
                  <a:lnTo>
                    <a:pt x="6003087" y="1218107"/>
                  </a:lnTo>
                  <a:lnTo>
                    <a:pt x="6004204" y="1218577"/>
                  </a:lnTo>
                  <a:lnTo>
                    <a:pt x="6006833" y="1218577"/>
                  </a:lnTo>
                  <a:lnTo>
                    <a:pt x="6007951" y="1218107"/>
                  </a:lnTo>
                  <a:lnTo>
                    <a:pt x="6009818" y="1216240"/>
                  </a:lnTo>
                  <a:lnTo>
                    <a:pt x="6010275" y="1215123"/>
                  </a:lnTo>
                  <a:lnTo>
                    <a:pt x="6010275" y="1212494"/>
                  </a:lnTo>
                  <a:close/>
                </a:path>
                <a:path w="9153525" h="1219200">
                  <a:moveTo>
                    <a:pt x="6010275" y="607974"/>
                  </a:moveTo>
                  <a:lnTo>
                    <a:pt x="6009818" y="606856"/>
                  </a:lnTo>
                  <a:lnTo>
                    <a:pt x="6007951" y="604989"/>
                  </a:lnTo>
                  <a:lnTo>
                    <a:pt x="6006833" y="604520"/>
                  </a:lnTo>
                  <a:lnTo>
                    <a:pt x="6004204" y="604520"/>
                  </a:lnTo>
                  <a:lnTo>
                    <a:pt x="6003087" y="604989"/>
                  </a:lnTo>
                  <a:lnTo>
                    <a:pt x="6001220" y="606856"/>
                  </a:lnTo>
                  <a:lnTo>
                    <a:pt x="6000750" y="607974"/>
                  </a:lnTo>
                  <a:lnTo>
                    <a:pt x="6000750" y="610603"/>
                  </a:lnTo>
                  <a:lnTo>
                    <a:pt x="6001220" y="611720"/>
                  </a:lnTo>
                  <a:lnTo>
                    <a:pt x="6003087" y="613587"/>
                  </a:lnTo>
                  <a:lnTo>
                    <a:pt x="6004204" y="614045"/>
                  </a:lnTo>
                  <a:lnTo>
                    <a:pt x="6006833" y="614045"/>
                  </a:lnTo>
                  <a:lnTo>
                    <a:pt x="6007951" y="613587"/>
                  </a:lnTo>
                  <a:lnTo>
                    <a:pt x="6009818" y="611720"/>
                  </a:lnTo>
                  <a:lnTo>
                    <a:pt x="6010275" y="610603"/>
                  </a:lnTo>
                  <a:lnTo>
                    <a:pt x="6010275" y="607974"/>
                  </a:lnTo>
                  <a:close/>
                </a:path>
                <a:path w="9153525" h="1219200">
                  <a:moveTo>
                    <a:pt x="6010275" y="3454"/>
                  </a:moveTo>
                  <a:lnTo>
                    <a:pt x="6009818" y="2336"/>
                  </a:lnTo>
                  <a:lnTo>
                    <a:pt x="6007951" y="469"/>
                  </a:lnTo>
                  <a:lnTo>
                    <a:pt x="6006833" y="0"/>
                  </a:lnTo>
                  <a:lnTo>
                    <a:pt x="6004204" y="0"/>
                  </a:lnTo>
                  <a:lnTo>
                    <a:pt x="6003087" y="469"/>
                  </a:lnTo>
                  <a:lnTo>
                    <a:pt x="6001220" y="2336"/>
                  </a:lnTo>
                  <a:lnTo>
                    <a:pt x="6000750" y="3454"/>
                  </a:lnTo>
                  <a:lnTo>
                    <a:pt x="6000750" y="6083"/>
                  </a:lnTo>
                  <a:lnTo>
                    <a:pt x="6001220" y="7200"/>
                  </a:lnTo>
                  <a:lnTo>
                    <a:pt x="6003087" y="9067"/>
                  </a:lnTo>
                  <a:lnTo>
                    <a:pt x="6004204" y="9525"/>
                  </a:lnTo>
                  <a:lnTo>
                    <a:pt x="6006833" y="9525"/>
                  </a:lnTo>
                  <a:lnTo>
                    <a:pt x="6007951" y="9067"/>
                  </a:lnTo>
                  <a:lnTo>
                    <a:pt x="6009818" y="7200"/>
                  </a:lnTo>
                  <a:lnTo>
                    <a:pt x="6010275" y="6083"/>
                  </a:lnTo>
                  <a:lnTo>
                    <a:pt x="6010275" y="3454"/>
                  </a:lnTo>
                  <a:close/>
                </a:path>
                <a:path w="9153525" h="1219200">
                  <a:moveTo>
                    <a:pt x="6057900" y="1212494"/>
                  </a:moveTo>
                  <a:lnTo>
                    <a:pt x="6057443" y="1211376"/>
                  </a:lnTo>
                  <a:lnTo>
                    <a:pt x="6055576" y="1209509"/>
                  </a:lnTo>
                  <a:lnTo>
                    <a:pt x="6054458" y="1209052"/>
                  </a:lnTo>
                  <a:lnTo>
                    <a:pt x="6051829" y="1209052"/>
                  </a:lnTo>
                  <a:lnTo>
                    <a:pt x="6050699" y="1209509"/>
                  </a:lnTo>
                  <a:lnTo>
                    <a:pt x="6048845" y="1211376"/>
                  </a:lnTo>
                  <a:lnTo>
                    <a:pt x="6048375" y="1212494"/>
                  </a:lnTo>
                  <a:lnTo>
                    <a:pt x="6048375" y="1215123"/>
                  </a:lnTo>
                  <a:lnTo>
                    <a:pt x="6048845" y="1216240"/>
                  </a:lnTo>
                  <a:lnTo>
                    <a:pt x="6050699" y="1218107"/>
                  </a:lnTo>
                  <a:lnTo>
                    <a:pt x="6051829" y="1218577"/>
                  </a:lnTo>
                  <a:lnTo>
                    <a:pt x="6054458" y="1218577"/>
                  </a:lnTo>
                  <a:lnTo>
                    <a:pt x="6055576" y="1218107"/>
                  </a:lnTo>
                  <a:lnTo>
                    <a:pt x="6057443" y="1216240"/>
                  </a:lnTo>
                  <a:lnTo>
                    <a:pt x="6057900" y="1215123"/>
                  </a:lnTo>
                  <a:lnTo>
                    <a:pt x="6057900" y="1212494"/>
                  </a:lnTo>
                  <a:close/>
                </a:path>
                <a:path w="9153525" h="1219200">
                  <a:moveTo>
                    <a:pt x="6057900" y="607974"/>
                  </a:moveTo>
                  <a:lnTo>
                    <a:pt x="6057443" y="606856"/>
                  </a:lnTo>
                  <a:lnTo>
                    <a:pt x="6055576" y="604989"/>
                  </a:lnTo>
                  <a:lnTo>
                    <a:pt x="6054458" y="604520"/>
                  </a:lnTo>
                  <a:lnTo>
                    <a:pt x="6051829" y="604520"/>
                  </a:lnTo>
                  <a:lnTo>
                    <a:pt x="6050699" y="604989"/>
                  </a:lnTo>
                  <a:lnTo>
                    <a:pt x="6048845" y="606856"/>
                  </a:lnTo>
                  <a:lnTo>
                    <a:pt x="6048375" y="607974"/>
                  </a:lnTo>
                  <a:lnTo>
                    <a:pt x="6048375" y="610603"/>
                  </a:lnTo>
                  <a:lnTo>
                    <a:pt x="6048845" y="611720"/>
                  </a:lnTo>
                  <a:lnTo>
                    <a:pt x="6050699" y="613587"/>
                  </a:lnTo>
                  <a:lnTo>
                    <a:pt x="6051829" y="614045"/>
                  </a:lnTo>
                  <a:lnTo>
                    <a:pt x="6054458" y="614045"/>
                  </a:lnTo>
                  <a:lnTo>
                    <a:pt x="6055576" y="613587"/>
                  </a:lnTo>
                  <a:lnTo>
                    <a:pt x="6057443" y="611720"/>
                  </a:lnTo>
                  <a:lnTo>
                    <a:pt x="6057900" y="610603"/>
                  </a:lnTo>
                  <a:lnTo>
                    <a:pt x="6057900" y="607974"/>
                  </a:lnTo>
                  <a:close/>
                </a:path>
                <a:path w="9153525" h="1219200">
                  <a:moveTo>
                    <a:pt x="6057900" y="3454"/>
                  </a:moveTo>
                  <a:lnTo>
                    <a:pt x="6057443" y="2336"/>
                  </a:lnTo>
                  <a:lnTo>
                    <a:pt x="6055576" y="469"/>
                  </a:lnTo>
                  <a:lnTo>
                    <a:pt x="6054458" y="0"/>
                  </a:lnTo>
                  <a:lnTo>
                    <a:pt x="6051829" y="0"/>
                  </a:lnTo>
                  <a:lnTo>
                    <a:pt x="6050699" y="469"/>
                  </a:lnTo>
                  <a:lnTo>
                    <a:pt x="6048845" y="2336"/>
                  </a:lnTo>
                  <a:lnTo>
                    <a:pt x="6048375" y="3454"/>
                  </a:lnTo>
                  <a:lnTo>
                    <a:pt x="6048375" y="6083"/>
                  </a:lnTo>
                  <a:lnTo>
                    <a:pt x="6048845" y="7200"/>
                  </a:lnTo>
                  <a:lnTo>
                    <a:pt x="6050699" y="9067"/>
                  </a:lnTo>
                  <a:lnTo>
                    <a:pt x="6051829" y="9525"/>
                  </a:lnTo>
                  <a:lnTo>
                    <a:pt x="6054458" y="9525"/>
                  </a:lnTo>
                  <a:lnTo>
                    <a:pt x="6055576" y="9067"/>
                  </a:lnTo>
                  <a:lnTo>
                    <a:pt x="6057443" y="7200"/>
                  </a:lnTo>
                  <a:lnTo>
                    <a:pt x="6057900" y="6083"/>
                  </a:lnTo>
                  <a:lnTo>
                    <a:pt x="6057900" y="3454"/>
                  </a:lnTo>
                  <a:close/>
                </a:path>
                <a:path w="9153525" h="1219200">
                  <a:moveTo>
                    <a:pt x="6105525" y="1212494"/>
                  </a:moveTo>
                  <a:lnTo>
                    <a:pt x="6105068" y="1211376"/>
                  </a:lnTo>
                  <a:lnTo>
                    <a:pt x="6103201" y="1209509"/>
                  </a:lnTo>
                  <a:lnTo>
                    <a:pt x="6102083" y="1209052"/>
                  </a:lnTo>
                  <a:lnTo>
                    <a:pt x="6099454" y="1209052"/>
                  </a:lnTo>
                  <a:lnTo>
                    <a:pt x="6098324" y="1209509"/>
                  </a:lnTo>
                  <a:lnTo>
                    <a:pt x="6096470" y="1211376"/>
                  </a:lnTo>
                  <a:lnTo>
                    <a:pt x="6096000" y="1212494"/>
                  </a:lnTo>
                  <a:lnTo>
                    <a:pt x="6096000" y="1215123"/>
                  </a:lnTo>
                  <a:lnTo>
                    <a:pt x="6096470" y="1216240"/>
                  </a:lnTo>
                  <a:lnTo>
                    <a:pt x="6098324" y="1218107"/>
                  </a:lnTo>
                  <a:lnTo>
                    <a:pt x="6099454" y="1218577"/>
                  </a:lnTo>
                  <a:lnTo>
                    <a:pt x="6102083" y="1218577"/>
                  </a:lnTo>
                  <a:lnTo>
                    <a:pt x="6103201" y="1218107"/>
                  </a:lnTo>
                  <a:lnTo>
                    <a:pt x="6105068" y="1216240"/>
                  </a:lnTo>
                  <a:lnTo>
                    <a:pt x="6105525" y="1215123"/>
                  </a:lnTo>
                  <a:lnTo>
                    <a:pt x="6105525" y="1212494"/>
                  </a:lnTo>
                  <a:close/>
                </a:path>
                <a:path w="9153525" h="1219200">
                  <a:moveTo>
                    <a:pt x="6105525" y="607974"/>
                  </a:moveTo>
                  <a:lnTo>
                    <a:pt x="6105068" y="606856"/>
                  </a:lnTo>
                  <a:lnTo>
                    <a:pt x="6103201" y="604989"/>
                  </a:lnTo>
                  <a:lnTo>
                    <a:pt x="6102083" y="604520"/>
                  </a:lnTo>
                  <a:lnTo>
                    <a:pt x="6099454" y="604520"/>
                  </a:lnTo>
                  <a:lnTo>
                    <a:pt x="6098324" y="604989"/>
                  </a:lnTo>
                  <a:lnTo>
                    <a:pt x="6096470" y="606856"/>
                  </a:lnTo>
                  <a:lnTo>
                    <a:pt x="6096000" y="607974"/>
                  </a:lnTo>
                  <a:lnTo>
                    <a:pt x="6096000" y="610603"/>
                  </a:lnTo>
                  <a:lnTo>
                    <a:pt x="6096470" y="611720"/>
                  </a:lnTo>
                  <a:lnTo>
                    <a:pt x="6098324" y="613587"/>
                  </a:lnTo>
                  <a:lnTo>
                    <a:pt x="6099454" y="614045"/>
                  </a:lnTo>
                  <a:lnTo>
                    <a:pt x="6102083" y="614045"/>
                  </a:lnTo>
                  <a:lnTo>
                    <a:pt x="6103201" y="613587"/>
                  </a:lnTo>
                  <a:lnTo>
                    <a:pt x="6105068" y="611720"/>
                  </a:lnTo>
                  <a:lnTo>
                    <a:pt x="6105525" y="610603"/>
                  </a:lnTo>
                  <a:lnTo>
                    <a:pt x="6105525" y="607974"/>
                  </a:lnTo>
                  <a:close/>
                </a:path>
                <a:path w="9153525" h="1219200">
                  <a:moveTo>
                    <a:pt x="6105525" y="3454"/>
                  </a:moveTo>
                  <a:lnTo>
                    <a:pt x="6105068" y="2336"/>
                  </a:lnTo>
                  <a:lnTo>
                    <a:pt x="6103201" y="469"/>
                  </a:lnTo>
                  <a:lnTo>
                    <a:pt x="6102083" y="0"/>
                  </a:lnTo>
                  <a:lnTo>
                    <a:pt x="6099454" y="0"/>
                  </a:lnTo>
                  <a:lnTo>
                    <a:pt x="6098324" y="469"/>
                  </a:lnTo>
                  <a:lnTo>
                    <a:pt x="6096470" y="2336"/>
                  </a:lnTo>
                  <a:lnTo>
                    <a:pt x="6096000" y="3454"/>
                  </a:lnTo>
                  <a:lnTo>
                    <a:pt x="6096000" y="6083"/>
                  </a:lnTo>
                  <a:lnTo>
                    <a:pt x="6096470" y="7200"/>
                  </a:lnTo>
                  <a:lnTo>
                    <a:pt x="6098324" y="9067"/>
                  </a:lnTo>
                  <a:lnTo>
                    <a:pt x="6099454" y="9525"/>
                  </a:lnTo>
                  <a:lnTo>
                    <a:pt x="6102083" y="9525"/>
                  </a:lnTo>
                  <a:lnTo>
                    <a:pt x="6103201" y="9067"/>
                  </a:lnTo>
                  <a:lnTo>
                    <a:pt x="6105068" y="7200"/>
                  </a:lnTo>
                  <a:lnTo>
                    <a:pt x="6105525" y="6083"/>
                  </a:lnTo>
                  <a:lnTo>
                    <a:pt x="6105525" y="3454"/>
                  </a:lnTo>
                  <a:close/>
                </a:path>
                <a:path w="9153525" h="1219200">
                  <a:moveTo>
                    <a:pt x="6153150" y="1212494"/>
                  </a:moveTo>
                  <a:lnTo>
                    <a:pt x="6152693" y="1211376"/>
                  </a:lnTo>
                  <a:lnTo>
                    <a:pt x="6150826" y="1209509"/>
                  </a:lnTo>
                  <a:lnTo>
                    <a:pt x="6149708" y="1209052"/>
                  </a:lnTo>
                  <a:lnTo>
                    <a:pt x="6147079" y="1209052"/>
                  </a:lnTo>
                  <a:lnTo>
                    <a:pt x="6145949" y="1209509"/>
                  </a:lnTo>
                  <a:lnTo>
                    <a:pt x="6144095" y="1211376"/>
                  </a:lnTo>
                  <a:lnTo>
                    <a:pt x="6143625" y="1212494"/>
                  </a:lnTo>
                  <a:lnTo>
                    <a:pt x="6143625" y="1215123"/>
                  </a:lnTo>
                  <a:lnTo>
                    <a:pt x="6144095" y="1216240"/>
                  </a:lnTo>
                  <a:lnTo>
                    <a:pt x="6145949" y="1218107"/>
                  </a:lnTo>
                  <a:lnTo>
                    <a:pt x="6147079" y="1218577"/>
                  </a:lnTo>
                  <a:lnTo>
                    <a:pt x="6149708" y="1218577"/>
                  </a:lnTo>
                  <a:lnTo>
                    <a:pt x="6150826" y="1218107"/>
                  </a:lnTo>
                  <a:lnTo>
                    <a:pt x="6152693" y="1216240"/>
                  </a:lnTo>
                  <a:lnTo>
                    <a:pt x="6153150" y="1215123"/>
                  </a:lnTo>
                  <a:lnTo>
                    <a:pt x="6153150" y="1212494"/>
                  </a:lnTo>
                  <a:close/>
                </a:path>
                <a:path w="9153525" h="1219200">
                  <a:moveTo>
                    <a:pt x="6153150" y="607974"/>
                  </a:moveTo>
                  <a:lnTo>
                    <a:pt x="6152693" y="606856"/>
                  </a:lnTo>
                  <a:lnTo>
                    <a:pt x="6150826" y="604989"/>
                  </a:lnTo>
                  <a:lnTo>
                    <a:pt x="6149708" y="604520"/>
                  </a:lnTo>
                  <a:lnTo>
                    <a:pt x="6147079" y="604520"/>
                  </a:lnTo>
                  <a:lnTo>
                    <a:pt x="6145949" y="604989"/>
                  </a:lnTo>
                  <a:lnTo>
                    <a:pt x="6144095" y="606856"/>
                  </a:lnTo>
                  <a:lnTo>
                    <a:pt x="6143625" y="607974"/>
                  </a:lnTo>
                  <a:lnTo>
                    <a:pt x="6143625" y="610603"/>
                  </a:lnTo>
                  <a:lnTo>
                    <a:pt x="6144095" y="611720"/>
                  </a:lnTo>
                  <a:lnTo>
                    <a:pt x="6145949" y="613587"/>
                  </a:lnTo>
                  <a:lnTo>
                    <a:pt x="6147079" y="614045"/>
                  </a:lnTo>
                  <a:lnTo>
                    <a:pt x="6149708" y="614045"/>
                  </a:lnTo>
                  <a:lnTo>
                    <a:pt x="6150826" y="613587"/>
                  </a:lnTo>
                  <a:lnTo>
                    <a:pt x="6152693" y="611720"/>
                  </a:lnTo>
                  <a:lnTo>
                    <a:pt x="6153150" y="610603"/>
                  </a:lnTo>
                  <a:lnTo>
                    <a:pt x="6153150" y="607974"/>
                  </a:lnTo>
                  <a:close/>
                </a:path>
                <a:path w="9153525" h="1219200">
                  <a:moveTo>
                    <a:pt x="6153150" y="3454"/>
                  </a:moveTo>
                  <a:lnTo>
                    <a:pt x="6152693" y="2336"/>
                  </a:lnTo>
                  <a:lnTo>
                    <a:pt x="6150826" y="469"/>
                  </a:lnTo>
                  <a:lnTo>
                    <a:pt x="6149708" y="0"/>
                  </a:lnTo>
                  <a:lnTo>
                    <a:pt x="6147079" y="0"/>
                  </a:lnTo>
                  <a:lnTo>
                    <a:pt x="6145949" y="469"/>
                  </a:lnTo>
                  <a:lnTo>
                    <a:pt x="6144095" y="2336"/>
                  </a:lnTo>
                  <a:lnTo>
                    <a:pt x="6143625" y="3454"/>
                  </a:lnTo>
                  <a:lnTo>
                    <a:pt x="6143625" y="6083"/>
                  </a:lnTo>
                  <a:lnTo>
                    <a:pt x="6144095" y="7200"/>
                  </a:lnTo>
                  <a:lnTo>
                    <a:pt x="6145949" y="9067"/>
                  </a:lnTo>
                  <a:lnTo>
                    <a:pt x="6147079" y="9525"/>
                  </a:lnTo>
                  <a:lnTo>
                    <a:pt x="6149708" y="9525"/>
                  </a:lnTo>
                  <a:lnTo>
                    <a:pt x="6150826" y="9067"/>
                  </a:lnTo>
                  <a:lnTo>
                    <a:pt x="6152693" y="7200"/>
                  </a:lnTo>
                  <a:lnTo>
                    <a:pt x="6153150" y="6083"/>
                  </a:lnTo>
                  <a:lnTo>
                    <a:pt x="6153150" y="3454"/>
                  </a:lnTo>
                  <a:close/>
                </a:path>
                <a:path w="9153525" h="1219200">
                  <a:moveTo>
                    <a:pt x="6200775" y="1212494"/>
                  </a:moveTo>
                  <a:lnTo>
                    <a:pt x="6200318" y="1211376"/>
                  </a:lnTo>
                  <a:lnTo>
                    <a:pt x="6198451" y="1209509"/>
                  </a:lnTo>
                  <a:lnTo>
                    <a:pt x="6197333" y="1209052"/>
                  </a:lnTo>
                  <a:lnTo>
                    <a:pt x="6194704" y="1209052"/>
                  </a:lnTo>
                  <a:lnTo>
                    <a:pt x="6193574" y="1209509"/>
                  </a:lnTo>
                  <a:lnTo>
                    <a:pt x="6191720" y="1211376"/>
                  </a:lnTo>
                  <a:lnTo>
                    <a:pt x="6191250" y="1212494"/>
                  </a:lnTo>
                  <a:lnTo>
                    <a:pt x="6191250" y="1215123"/>
                  </a:lnTo>
                  <a:lnTo>
                    <a:pt x="6191720" y="1216240"/>
                  </a:lnTo>
                  <a:lnTo>
                    <a:pt x="6193574" y="1218107"/>
                  </a:lnTo>
                  <a:lnTo>
                    <a:pt x="6194704" y="1218577"/>
                  </a:lnTo>
                  <a:lnTo>
                    <a:pt x="6197333" y="1218577"/>
                  </a:lnTo>
                  <a:lnTo>
                    <a:pt x="6198451" y="1218107"/>
                  </a:lnTo>
                  <a:lnTo>
                    <a:pt x="6200318" y="1216240"/>
                  </a:lnTo>
                  <a:lnTo>
                    <a:pt x="6200775" y="1215123"/>
                  </a:lnTo>
                  <a:lnTo>
                    <a:pt x="6200775" y="1212494"/>
                  </a:lnTo>
                  <a:close/>
                </a:path>
                <a:path w="9153525" h="1219200">
                  <a:moveTo>
                    <a:pt x="6200775" y="607974"/>
                  </a:moveTo>
                  <a:lnTo>
                    <a:pt x="6200318" y="606856"/>
                  </a:lnTo>
                  <a:lnTo>
                    <a:pt x="6198451" y="604989"/>
                  </a:lnTo>
                  <a:lnTo>
                    <a:pt x="6197333" y="604520"/>
                  </a:lnTo>
                  <a:lnTo>
                    <a:pt x="6194704" y="604520"/>
                  </a:lnTo>
                  <a:lnTo>
                    <a:pt x="6193574" y="604989"/>
                  </a:lnTo>
                  <a:lnTo>
                    <a:pt x="6191720" y="606856"/>
                  </a:lnTo>
                  <a:lnTo>
                    <a:pt x="6191250" y="607974"/>
                  </a:lnTo>
                  <a:lnTo>
                    <a:pt x="6191250" y="610603"/>
                  </a:lnTo>
                  <a:lnTo>
                    <a:pt x="6191720" y="611720"/>
                  </a:lnTo>
                  <a:lnTo>
                    <a:pt x="6193574" y="613587"/>
                  </a:lnTo>
                  <a:lnTo>
                    <a:pt x="6194704" y="614045"/>
                  </a:lnTo>
                  <a:lnTo>
                    <a:pt x="6197333" y="614045"/>
                  </a:lnTo>
                  <a:lnTo>
                    <a:pt x="6198451" y="613587"/>
                  </a:lnTo>
                  <a:lnTo>
                    <a:pt x="6200318" y="611720"/>
                  </a:lnTo>
                  <a:lnTo>
                    <a:pt x="6200775" y="610603"/>
                  </a:lnTo>
                  <a:lnTo>
                    <a:pt x="6200775" y="607974"/>
                  </a:lnTo>
                  <a:close/>
                </a:path>
                <a:path w="9153525" h="1219200">
                  <a:moveTo>
                    <a:pt x="6200775" y="3454"/>
                  </a:moveTo>
                  <a:lnTo>
                    <a:pt x="6200318" y="2336"/>
                  </a:lnTo>
                  <a:lnTo>
                    <a:pt x="6198451" y="469"/>
                  </a:lnTo>
                  <a:lnTo>
                    <a:pt x="6197333" y="0"/>
                  </a:lnTo>
                  <a:lnTo>
                    <a:pt x="6194704" y="0"/>
                  </a:lnTo>
                  <a:lnTo>
                    <a:pt x="6193574" y="469"/>
                  </a:lnTo>
                  <a:lnTo>
                    <a:pt x="6191720" y="2336"/>
                  </a:lnTo>
                  <a:lnTo>
                    <a:pt x="6191250" y="3454"/>
                  </a:lnTo>
                  <a:lnTo>
                    <a:pt x="6191250" y="6083"/>
                  </a:lnTo>
                  <a:lnTo>
                    <a:pt x="6191720" y="7200"/>
                  </a:lnTo>
                  <a:lnTo>
                    <a:pt x="6193574" y="9067"/>
                  </a:lnTo>
                  <a:lnTo>
                    <a:pt x="6194704" y="9525"/>
                  </a:lnTo>
                  <a:lnTo>
                    <a:pt x="6197333" y="9525"/>
                  </a:lnTo>
                  <a:lnTo>
                    <a:pt x="6198451" y="9067"/>
                  </a:lnTo>
                  <a:lnTo>
                    <a:pt x="6200318" y="7200"/>
                  </a:lnTo>
                  <a:lnTo>
                    <a:pt x="6200775" y="6083"/>
                  </a:lnTo>
                  <a:lnTo>
                    <a:pt x="6200775" y="3454"/>
                  </a:lnTo>
                  <a:close/>
                </a:path>
                <a:path w="9153525" h="1219200">
                  <a:moveTo>
                    <a:pt x="6248400" y="1212494"/>
                  </a:moveTo>
                  <a:lnTo>
                    <a:pt x="6247943" y="1211376"/>
                  </a:lnTo>
                  <a:lnTo>
                    <a:pt x="6246076" y="1209509"/>
                  </a:lnTo>
                  <a:lnTo>
                    <a:pt x="6244958" y="1209052"/>
                  </a:lnTo>
                  <a:lnTo>
                    <a:pt x="6242329" y="1209052"/>
                  </a:lnTo>
                  <a:lnTo>
                    <a:pt x="6241199" y="1209509"/>
                  </a:lnTo>
                  <a:lnTo>
                    <a:pt x="6239345" y="1211376"/>
                  </a:lnTo>
                  <a:lnTo>
                    <a:pt x="6238875" y="1212494"/>
                  </a:lnTo>
                  <a:lnTo>
                    <a:pt x="6238875" y="1215123"/>
                  </a:lnTo>
                  <a:lnTo>
                    <a:pt x="6239345" y="1216240"/>
                  </a:lnTo>
                  <a:lnTo>
                    <a:pt x="6241199" y="1218107"/>
                  </a:lnTo>
                  <a:lnTo>
                    <a:pt x="6242329" y="1218577"/>
                  </a:lnTo>
                  <a:lnTo>
                    <a:pt x="6244958" y="1218577"/>
                  </a:lnTo>
                  <a:lnTo>
                    <a:pt x="6246076" y="1218107"/>
                  </a:lnTo>
                  <a:lnTo>
                    <a:pt x="6247943" y="1216240"/>
                  </a:lnTo>
                  <a:lnTo>
                    <a:pt x="6248400" y="1215123"/>
                  </a:lnTo>
                  <a:lnTo>
                    <a:pt x="6248400" y="1212494"/>
                  </a:lnTo>
                  <a:close/>
                </a:path>
                <a:path w="9153525" h="1219200">
                  <a:moveTo>
                    <a:pt x="6248400" y="607974"/>
                  </a:moveTo>
                  <a:lnTo>
                    <a:pt x="6247943" y="606856"/>
                  </a:lnTo>
                  <a:lnTo>
                    <a:pt x="6246076" y="604989"/>
                  </a:lnTo>
                  <a:lnTo>
                    <a:pt x="6244958" y="604520"/>
                  </a:lnTo>
                  <a:lnTo>
                    <a:pt x="6242329" y="604520"/>
                  </a:lnTo>
                  <a:lnTo>
                    <a:pt x="6241199" y="604989"/>
                  </a:lnTo>
                  <a:lnTo>
                    <a:pt x="6239345" y="606856"/>
                  </a:lnTo>
                  <a:lnTo>
                    <a:pt x="6238875" y="607974"/>
                  </a:lnTo>
                  <a:lnTo>
                    <a:pt x="6238875" y="610603"/>
                  </a:lnTo>
                  <a:lnTo>
                    <a:pt x="6239345" y="611720"/>
                  </a:lnTo>
                  <a:lnTo>
                    <a:pt x="6241199" y="613587"/>
                  </a:lnTo>
                  <a:lnTo>
                    <a:pt x="6242329" y="614045"/>
                  </a:lnTo>
                  <a:lnTo>
                    <a:pt x="6244958" y="614045"/>
                  </a:lnTo>
                  <a:lnTo>
                    <a:pt x="6246076" y="613587"/>
                  </a:lnTo>
                  <a:lnTo>
                    <a:pt x="6247943" y="611720"/>
                  </a:lnTo>
                  <a:lnTo>
                    <a:pt x="6248400" y="610603"/>
                  </a:lnTo>
                  <a:lnTo>
                    <a:pt x="6248400" y="607974"/>
                  </a:lnTo>
                  <a:close/>
                </a:path>
                <a:path w="9153525" h="1219200">
                  <a:moveTo>
                    <a:pt x="6248400" y="3454"/>
                  </a:moveTo>
                  <a:lnTo>
                    <a:pt x="6247943" y="2336"/>
                  </a:lnTo>
                  <a:lnTo>
                    <a:pt x="6246076" y="469"/>
                  </a:lnTo>
                  <a:lnTo>
                    <a:pt x="6244958" y="0"/>
                  </a:lnTo>
                  <a:lnTo>
                    <a:pt x="6242329" y="0"/>
                  </a:lnTo>
                  <a:lnTo>
                    <a:pt x="6241199" y="469"/>
                  </a:lnTo>
                  <a:lnTo>
                    <a:pt x="6239345" y="2336"/>
                  </a:lnTo>
                  <a:lnTo>
                    <a:pt x="6238875" y="3454"/>
                  </a:lnTo>
                  <a:lnTo>
                    <a:pt x="6238875" y="6083"/>
                  </a:lnTo>
                  <a:lnTo>
                    <a:pt x="6239345" y="7200"/>
                  </a:lnTo>
                  <a:lnTo>
                    <a:pt x="6241199" y="9067"/>
                  </a:lnTo>
                  <a:lnTo>
                    <a:pt x="6242329" y="9525"/>
                  </a:lnTo>
                  <a:lnTo>
                    <a:pt x="6244958" y="9525"/>
                  </a:lnTo>
                  <a:lnTo>
                    <a:pt x="6246076" y="9067"/>
                  </a:lnTo>
                  <a:lnTo>
                    <a:pt x="6247943" y="7200"/>
                  </a:lnTo>
                  <a:lnTo>
                    <a:pt x="6248400" y="6083"/>
                  </a:lnTo>
                  <a:lnTo>
                    <a:pt x="6248400" y="3454"/>
                  </a:lnTo>
                  <a:close/>
                </a:path>
                <a:path w="9153525" h="1219200">
                  <a:moveTo>
                    <a:pt x="6296025" y="1212494"/>
                  </a:moveTo>
                  <a:lnTo>
                    <a:pt x="6295568" y="1211376"/>
                  </a:lnTo>
                  <a:lnTo>
                    <a:pt x="6293701" y="1209509"/>
                  </a:lnTo>
                  <a:lnTo>
                    <a:pt x="6292583" y="1209052"/>
                  </a:lnTo>
                  <a:lnTo>
                    <a:pt x="6289954" y="1209052"/>
                  </a:lnTo>
                  <a:lnTo>
                    <a:pt x="6288824" y="1209509"/>
                  </a:lnTo>
                  <a:lnTo>
                    <a:pt x="6286970" y="1211376"/>
                  </a:lnTo>
                  <a:lnTo>
                    <a:pt x="6286500" y="1212494"/>
                  </a:lnTo>
                  <a:lnTo>
                    <a:pt x="6286500" y="1215123"/>
                  </a:lnTo>
                  <a:lnTo>
                    <a:pt x="6286970" y="1216240"/>
                  </a:lnTo>
                  <a:lnTo>
                    <a:pt x="6288824" y="1218107"/>
                  </a:lnTo>
                  <a:lnTo>
                    <a:pt x="6289954" y="1218577"/>
                  </a:lnTo>
                  <a:lnTo>
                    <a:pt x="6292583" y="1218577"/>
                  </a:lnTo>
                  <a:lnTo>
                    <a:pt x="6293701" y="1218107"/>
                  </a:lnTo>
                  <a:lnTo>
                    <a:pt x="6295568" y="1216240"/>
                  </a:lnTo>
                  <a:lnTo>
                    <a:pt x="6296025" y="1215123"/>
                  </a:lnTo>
                  <a:lnTo>
                    <a:pt x="6296025" y="1212494"/>
                  </a:lnTo>
                  <a:close/>
                </a:path>
                <a:path w="9153525" h="1219200">
                  <a:moveTo>
                    <a:pt x="6296025" y="607974"/>
                  </a:moveTo>
                  <a:lnTo>
                    <a:pt x="6295568" y="606856"/>
                  </a:lnTo>
                  <a:lnTo>
                    <a:pt x="6293701" y="604989"/>
                  </a:lnTo>
                  <a:lnTo>
                    <a:pt x="6292583" y="604520"/>
                  </a:lnTo>
                  <a:lnTo>
                    <a:pt x="6289954" y="604520"/>
                  </a:lnTo>
                  <a:lnTo>
                    <a:pt x="6288824" y="604989"/>
                  </a:lnTo>
                  <a:lnTo>
                    <a:pt x="6286970" y="606856"/>
                  </a:lnTo>
                  <a:lnTo>
                    <a:pt x="6286500" y="607974"/>
                  </a:lnTo>
                  <a:lnTo>
                    <a:pt x="6286500" y="610603"/>
                  </a:lnTo>
                  <a:lnTo>
                    <a:pt x="6286970" y="611720"/>
                  </a:lnTo>
                  <a:lnTo>
                    <a:pt x="6288824" y="613587"/>
                  </a:lnTo>
                  <a:lnTo>
                    <a:pt x="6289954" y="614045"/>
                  </a:lnTo>
                  <a:lnTo>
                    <a:pt x="6292583" y="614045"/>
                  </a:lnTo>
                  <a:lnTo>
                    <a:pt x="6293701" y="613587"/>
                  </a:lnTo>
                  <a:lnTo>
                    <a:pt x="6295568" y="611720"/>
                  </a:lnTo>
                  <a:lnTo>
                    <a:pt x="6296025" y="610603"/>
                  </a:lnTo>
                  <a:lnTo>
                    <a:pt x="6296025" y="607974"/>
                  </a:lnTo>
                  <a:close/>
                </a:path>
                <a:path w="9153525" h="1219200">
                  <a:moveTo>
                    <a:pt x="6296025" y="3454"/>
                  </a:moveTo>
                  <a:lnTo>
                    <a:pt x="6295568" y="2336"/>
                  </a:lnTo>
                  <a:lnTo>
                    <a:pt x="6293701" y="469"/>
                  </a:lnTo>
                  <a:lnTo>
                    <a:pt x="6292583" y="0"/>
                  </a:lnTo>
                  <a:lnTo>
                    <a:pt x="6289954" y="0"/>
                  </a:lnTo>
                  <a:lnTo>
                    <a:pt x="6288824" y="469"/>
                  </a:lnTo>
                  <a:lnTo>
                    <a:pt x="6286970" y="2336"/>
                  </a:lnTo>
                  <a:lnTo>
                    <a:pt x="6286500" y="3454"/>
                  </a:lnTo>
                  <a:lnTo>
                    <a:pt x="6286500" y="6083"/>
                  </a:lnTo>
                  <a:lnTo>
                    <a:pt x="6286970" y="7200"/>
                  </a:lnTo>
                  <a:lnTo>
                    <a:pt x="6288824" y="9067"/>
                  </a:lnTo>
                  <a:lnTo>
                    <a:pt x="6289954" y="9525"/>
                  </a:lnTo>
                  <a:lnTo>
                    <a:pt x="6292583" y="9525"/>
                  </a:lnTo>
                  <a:lnTo>
                    <a:pt x="6293701" y="9067"/>
                  </a:lnTo>
                  <a:lnTo>
                    <a:pt x="6295568" y="7200"/>
                  </a:lnTo>
                  <a:lnTo>
                    <a:pt x="6296025" y="6083"/>
                  </a:lnTo>
                  <a:lnTo>
                    <a:pt x="6296025" y="3454"/>
                  </a:lnTo>
                  <a:close/>
                </a:path>
                <a:path w="9153525" h="1219200">
                  <a:moveTo>
                    <a:pt x="6343650" y="1212494"/>
                  </a:moveTo>
                  <a:lnTo>
                    <a:pt x="6343193" y="1211376"/>
                  </a:lnTo>
                  <a:lnTo>
                    <a:pt x="6341326" y="1209509"/>
                  </a:lnTo>
                  <a:lnTo>
                    <a:pt x="6340208" y="1209052"/>
                  </a:lnTo>
                  <a:lnTo>
                    <a:pt x="6337579" y="1209052"/>
                  </a:lnTo>
                  <a:lnTo>
                    <a:pt x="6336449" y="1209509"/>
                  </a:lnTo>
                  <a:lnTo>
                    <a:pt x="6334595" y="1211376"/>
                  </a:lnTo>
                  <a:lnTo>
                    <a:pt x="6334125" y="1212494"/>
                  </a:lnTo>
                  <a:lnTo>
                    <a:pt x="6334125" y="1215123"/>
                  </a:lnTo>
                  <a:lnTo>
                    <a:pt x="6334595" y="1216240"/>
                  </a:lnTo>
                  <a:lnTo>
                    <a:pt x="6336449" y="1218107"/>
                  </a:lnTo>
                  <a:lnTo>
                    <a:pt x="6337579" y="1218577"/>
                  </a:lnTo>
                  <a:lnTo>
                    <a:pt x="6340208" y="1218577"/>
                  </a:lnTo>
                  <a:lnTo>
                    <a:pt x="6341326" y="1218107"/>
                  </a:lnTo>
                  <a:lnTo>
                    <a:pt x="6343193" y="1216240"/>
                  </a:lnTo>
                  <a:lnTo>
                    <a:pt x="6343650" y="1215123"/>
                  </a:lnTo>
                  <a:lnTo>
                    <a:pt x="6343650" y="1212494"/>
                  </a:lnTo>
                  <a:close/>
                </a:path>
                <a:path w="9153525" h="1219200">
                  <a:moveTo>
                    <a:pt x="6343650" y="607974"/>
                  </a:moveTo>
                  <a:lnTo>
                    <a:pt x="6343193" y="606856"/>
                  </a:lnTo>
                  <a:lnTo>
                    <a:pt x="6341326" y="604989"/>
                  </a:lnTo>
                  <a:lnTo>
                    <a:pt x="6340208" y="604520"/>
                  </a:lnTo>
                  <a:lnTo>
                    <a:pt x="6337579" y="604520"/>
                  </a:lnTo>
                  <a:lnTo>
                    <a:pt x="6336449" y="604989"/>
                  </a:lnTo>
                  <a:lnTo>
                    <a:pt x="6334595" y="606856"/>
                  </a:lnTo>
                  <a:lnTo>
                    <a:pt x="6334125" y="607974"/>
                  </a:lnTo>
                  <a:lnTo>
                    <a:pt x="6334125" y="610603"/>
                  </a:lnTo>
                  <a:lnTo>
                    <a:pt x="6334595" y="611720"/>
                  </a:lnTo>
                  <a:lnTo>
                    <a:pt x="6336449" y="613587"/>
                  </a:lnTo>
                  <a:lnTo>
                    <a:pt x="6337579" y="614045"/>
                  </a:lnTo>
                  <a:lnTo>
                    <a:pt x="6340208" y="614045"/>
                  </a:lnTo>
                  <a:lnTo>
                    <a:pt x="6341326" y="613587"/>
                  </a:lnTo>
                  <a:lnTo>
                    <a:pt x="6343193" y="611720"/>
                  </a:lnTo>
                  <a:lnTo>
                    <a:pt x="6343650" y="610603"/>
                  </a:lnTo>
                  <a:lnTo>
                    <a:pt x="6343650" y="607974"/>
                  </a:lnTo>
                  <a:close/>
                </a:path>
                <a:path w="9153525" h="1219200">
                  <a:moveTo>
                    <a:pt x="6343650" y="3454"/>
                  </a:moveTo>
                  <a:lnTo>
                    <a:pt x="6343193" y="2336"/>
                  </a:lnTo>
                  <a:lnTo>
                    <a:pt x="6341326" y="469"/>
                  </a:lnTo>
                  <a:lnTo>
                    <a:pt x="6340208" y="0"/>
                  </a:lnTo>
                  <a:lnTo>
                    <a:pt x="6337579" y="0"/>
                  </a:lnTo>
                  <a:lnTo>
                    <a:pt x="6336449" y="469"/>
                  </a:lnTo>
                  <a:lnTo>
                    <a:pt x="6334595" y="2336"/>
                  </a:lnTo>
                  <a:lnTo>
                    <a:pt x="6334125" y="3454"/>
                  </a:lnTo>
                  <a:lnTo>
                    <a:pt x="6334125" y="6083"/>
                  </a:lnTo>
                  <a:lnTo>
                    <a:pt x="6334595" y="7200"/>
                  </a:lnTo>
                  <a:lnTo>
                    <a:pt x="6336449" y="9067"/>
                  </a:lnTo>
                  <a:lnTo>
                    <a:pt x="6337579" y="9525"/>
                  </a:lnTo>
                  <a:lnTo>
                    <a:pt x="6340208" y="9525"/>
                  </a:lnTo>
                  <a:lnTo>
                    <a:pt x="6341326" y="9067"/>
                  </a:lnTo>
                  <a:lnTo>
                    <a:pt x="6343193" y="7200"/>
                  </a:lnTo>
                  <a:lnTo>
                    <a:pt x="6343650" y="6083"/>
                  </a:lnTo>
                  <a:lnTo>
                    <a:pt x="6343650" y="3454"/>
                  </a:lnTo>
                  <a:close/>
                </a:path>
                <a:path w="9153525" h="1219200">
                  <a:moveTo>
                    <a:pt x="6391275" y="1212494"/>
                  </a:moveTo>
                  <a:lnTo>
                    <a:pt x="6390818" y="1211376"/>
                  </a:lnTo>
                  <a:lnTo>
                    <a:pt x="6388951" y="1209509"/>
                  </a:lnTo>
                  <a:lnTo>
                    <a:pt x="6387833" y="1209052"/>
                  </a:lnTo>
                  <a:lnTo>
                    <a:pt x="6385204" y="1209052"/>
                  </a:lnTo>
                  <a:lnTo>
                    <a:pt x="6384074" y="1209509"/>
                  </a:lnTo>
                  <a:lnTo>
                    <a:pt x="6382220" y="1211376"/>
                  </a:lnTo>
                  <a:lnTo>
                    <a:pt x="6381750" y="1212494"/>
                  </a:lnTo>
                  <a:lnTo>
                    <a:pt x="6381750" y="1215123"/>
                  </a:lnTo>
                  <a:lnTo>
                    <a:pt x="6382220" y="1216240"/>
                  </a:lnTo>
                  <a:lnTo>
                    <a:pt x="6384074" y="1218107"/>
                  </a:lnTo>
                  <a:lnTo>
                    <a:pt x="6385204" y="1218577"/>
                  </a:lnTo>
                  <a:lnTo>
                    <a:pt x="6387833" y="1218577"/>
                  </a:lnTo>
                  <a:lnTo>
                    <a:pt x="6388951" y="1218107"/>
                  </a:lnTo>
                  <a:lnTo>
                    <a:pt x="6390818" y="1216240"/>
                  </a:lnTo>
                  <a:lnTo>
                    <a:pt x="6391275" y="1215123"/>
                  </a:lnTo>
                  <a:lnTo>
                    <a:pt x="6391275" y="1212494"/>
                  </a:lnTo>
                  <a:close/>
                </a:path>
                <a:path w="9153525" h="1219200">
                  <a:moveTo>
                    <a:pt x="6391275" y="607974"/>
                  </a:moveTo>
                  <a:lnTo>
                    <a:pt x="6390818" y="606856"/>
                  </a:lnTo>
                  <a:lnTo>
                    <a:pt x="6388951" y="604989"/>
                  </a:lnTo>
                  <a:lnTo>
                    <a:pt x="6387833" y="604520"/>
                  </a:lnTo>
                  <a:lnTo>
                    <a:pt x="6385204" y="604520"/>
                  </a:lnTo>
                  <a:lnTo>
                    <a:pt x="6384074" y="604989"/>
                  </a:lnTo>
                  <a:lnTo>
                    <a:pt x="6382220" y="606856"/>
                  </a:lnTo>
                  <a:lnTo>
                    <a:pt x="6381750" y="607974"/>
                  </a:lnTo>
                  <a:lnTo>
                    <a:pt x="6381750" y="610603"/>
                  </a:lnTo>
                  <a:lnTo>
                    <a:pt x="6382220" y="611720"/>
                  </a:lnTo>
                  <a:lnTo>
                    <a:pt x="6384074" y="613587"/>
                  </a:lnTo>
                  <a:lnTo>
                    <a:pt x="6385204" y="614045"/>
                  </a:lnTo>
                  <a:lnTo>
                    <a:pt x="6387833" y="614045"/>
                  </a:lnTo>
                  <a:lnTo>
                    <a:pt x="6388951" y="613587"/>
                  </a:lnTo>
                  <a:lnTo>
                    <a:pt x="6390818" y="611720"/>
                  </a:lnTo>
                  <a:lnTo>
                    <a:pt x="6391275" y="610603"/>
                  </a:lnTo>
                  <a:lnTo>
                    <a:pt x="6391275" y="607974"/>
                  </a:lnTo>
                  <a:close/>
                </a:path>
                <a:path w="9153525" h="1219200">
                  <a:moveTo>
                    <a:pt x="6391275" y="3454"/>
                  </a:moveTo>
                  <a:lnTo>
                    <a:pt x="6390818" y="2336"/>
                  </a:lnTo>
                  <a:lnTo>
                    <a:pt x="6388951" y="469"/>
                  </a:lnTo>
                  <a:lnTo>
                    <a:pt x="6387833" y="0"/>
                  </a:lnTo>
                  <a:lnTo>
                    <a:pt x="6385204" y="0"/>
                  </a:lnTo>
                  <a:lnTo>
                    <a:pt x="6384074" y="469"/>
                  </a:lnTo>
                  <a:lnTo>
                    <a:pt x="6382220" y="2336"/>
                  </a:lnTo>
                  <a:lnTo>
                    <a:pt x="6381750" y="3454"/>
                  </a:lnTo>
                  <a:lnTo>
                    <a:pt x="6381750" y="6083"/>
                  </a:lnTo>
                  <a:lnTo>
                    <a:pt x="6382220" y="7200"/>
                  </a:lnTo>
                  <a:lnTo>
                    <a:pt x="6384074" y="9067"/>
                  </a:lnTo>
                  <a:lnTo>
                    <a:pt x="6385204" y="9525"/>
                  </a:lnTo>
                  <a:lnTo>
                    <a:pt x="6387833" y="9525"/>
                  </a:lnTo>
                  <a:lnTo>
                    <a:pt x="6388951" y="9067"/>
                  </a:lnTo>
                  <a:lnTo>
                    <a:pt x="6390818" y="7200"/>
                  </a:lnTo>
                  <a:lnTo>
                    <a:pt x="6391275" y="6083"/>
                  </a:lnTo>
                  <a:lnTo>
                    <a:pt x="6391275" y="3454"/>
                  </a:lnTo>
                  <a:close/>
                </a:path>
                <a:path w="9153525" h="1219200">
                  <a:moveTo>
                    <a:pt x="6438900" y="1212494"/>
                  </a:moveTo>
                  <a:lnTo>
                    <a:pt x="6438443" y="1211376"/>
                  </a:lnTo>
                  <a:lnTo>
                    <a:pt x="6436576" y="1209509"/>
                  </a:lnTo>
                  <a:lnTo>
                    <a:pt x="6435458" y="1209052"/>
                  </a:lnTo>
                  <a:lnTo>
                    <a:pt x="6432829" y="1209052"/>
                  </a:lnTo>
                  <a:lnTo>
                    <a:pt x="6431699" y="1209509"/>
                  </a:lnTo>
                  <a:lnTo>
                    <a:pt x="6429845" y="1211376"/>
                  </a:lnTo>
                  <a:lnTo>
                    <a:pt x="6429375" y="1212494"/>
                  </a:lnTo>
                  <a:lnTo>
                    <a:pt x="6429375" y="1215123"/>
                  </a:lnTo>
                  <a:lnTo>
                    <a:pt x="6429845" y="1216240"/>
                  </a:lnTo>
                  <a:lnTo>
                    <a:pt x="6431699" y="1218107"/>
                  </a:lnTo>
                  <a:lnTo>
                    <a:pt x="6432829" y="1218577"/>
                  </a:lnTo>
                  <a:lnTo>
                    <a:pt x="6435458" y="1218577"/>
                  </a:lnTo>
                  <a:lnTo>
                    <a:pt x="6436576" y="1218107"/>
                  </a:lnTo>
                  <a:lnTo>
                    <a:pt x="6438443" y="1216240"/>
                  </a:lnTo>
                  <a:lnTo>
                    <a:pt x="6438900" y="1215123"/>
                  </a:lnTo>
                  <a:lnTo>
                    <a:pt x="6438900" y="1212494"/>
                  </a:lnTo>
                  <a:close/>
                </a:path>
                <a:path w="9153525" h="1219200">
                  <a:moveTo>
                    <a:pt x="6438900" y="607974"/>
                  </a:moveTo>
                  <a:lnTo>
                    <a:pt x="6438443" y="606856"/>
                  </a:lnTo>
                  <a:lnTo>
                    <a:pt x="6436576" y="604989"/>
                  </a:lnTo>
                  <a:lnTo>
                    <a:pt x="6435458" y="604520"/>
                  </a:lnTo>
                  <a:lnTo>
                    <a:pt x="6432829" y="604520"/>
                  </a:lnTo>
                  <a:lnTo>
                    <a:pt x="6431699" y="604989"/>
                  </a:lnTo>
                  <a:lnTo>
                    <a:pt x="6429845" y="606856"/>
                  </a:lnTo>
                  <a:lnTo>
                    <a:pt x="6429375" y="607974"/>
                  </a:lnTo>
                  <a:lnTo>
                    <a:pt x="6429375" y="610603"/>
                  </a:lnTo>
                  <a:lnTo>
                    <a:pt x="6429845" y="611720"/>
                  </a:lnTo>
                  <a:lnTo>
                    <a:pt x="6431699" y="613587"/>
                  </a:lnTo>
                  <a:lnTo>
                    <a:pt x="6432829" y="614045"/>
                  </a:lnTo>
                  <a:lnTo>
                    <a:pt x="6435458" y="614045"/>
                  </a:lnTo>
                  <a:lnTo>
                    <a:pt x="6436576" y="613587"/>
                  </a:lnTo>
                  <a:lnTo>
                    <a:pt x="6438443" y="611720"/>
                  </a:lnTo>
                  <a:lnTo>
                    <a:pt x="6438900" y="610603"/>
                  </a:lnTo>
                  <a:lnTo>
                    <a:pt x="6438900" y="607974"/>
                  </a:lnTo>
                  <a:close/>
                </a:path>
                <a:path w="9153525" h="1219200">
                  <a:moveTo>
                    <a:pt x="6438900" y="3454"/>
                  </a:moveTo>
                  <a:lnTo>
                    <a:pt x="6438443" y="2336"/>
                  </a:lnTo>
                  <a:lnTo>
                    <a:pt x="6436576" y="469"/>
                  </a:lnTo>
                  <a:lnTo>
                    <a:pt x="6435458" y="0"/>
                  </a:lnTo>
                  <a:lnTo>
                    <a:pt x="6432829" y="0"/>
                  </a:lnTo>
                  <a:lnTo>
                    <a:pt x="6431699" y="469"/>
                  </a:lnTo>
                  <a:lnTo>
                    <a:pt x="6429845" y="2336"/>
                  </a:lnTo>
                  <a:lnTo>
                    <a:pt x="6429375" y="3454"/>
                  </a:lnTo>
                  <a:lnTo>
                    <a:pt x="6429375" y="6083"/>
                  </a:lnTo>
                  <a:lnTo>
                    <a:pt x="6429845" y="7200"/>
                  </a:lnTo>
                  <a:lnTo>
                    <a:pt x="6431699" y="9067"/>
                  </a:lnTo>
                  <a:lnTo>
                    <a:pt x="6432829" y="9525"/>
                  </a:lnTo>
                  <a:lnTo>
                    <a:pt x="6435458" y="9525"/>
                  </a:lnTo>
                  <a:lnTo>
                    <a:pt x="6436576" y="9067"/>
                  </a:lnTo>
                  <a:lnTo>
                    <a:pt x="6438443" y="7200"/>
                  </a:lnTo>
                  <a:lnTo>
                    <a:pt x="6438900" y="6083"/>
                  </a:lnTo>
                  <a:lnTo>
                    <a:pt x="6438900" y="3454"/>
                  </a:lnTo>
                  <a:close/>
                </a:path>
                <a:path w="9153525" h="1219200">
                  <a:moveTo>
                    <a:pt x="6486525" y="1212494"/>
                  </a:moveTo>
                  <a:lnTo>
                    <a:pt x="6486068" y="1211376"/>
                  </a:lnTo>
                  <a:lnTo>
                    <a:pt x="6484201" y="1209509"/>
                  </a:lnTo>
                  <a:lnTo>
                    <a:pt x="6483083" y="1209052"/>
                  </a:lnTo>
                  <a:lnTo>
                    <a:pt x="6480454" y="1209052"/>
                  </a:lnTo>
                  <a:lnTo>
                    <a:pt x="6479324" y="1209509"/>
                  </a:lnTo>
                  <a:lnTo>
                    <a:pt x="6477470" y="1211376"/>
                  </a:lnTo>
                  <a:lnTo>
                    <a:pt x="6477000" y="1212494"/>
                  </a:lnTo>
                  <a:lnTo>
                    <a:pt x="6477000" y="1215123"/>
                  </a:lnTo>
                  <a:lnTo>
                    <a:pt x="6477470" y="1216240"/>
                  </a:lnTo>
                  <a:lnTo>
                    <a:pt x="6479324" y="1218107"/>
                  </a:lnTo>
                  <a:lnTo>
                    <a:pt x="6480454" y="1218577"/>
                  </a:lnTo>
                  <a:lnTo>
                    <a:pt x="6483083" y="1218577"/>
                  </a:lnTo>
                  <a:lnTo>
                    <a:pt x="6484201" y="1218107"/>
                  </a:lnTo>
                  <a:lnTo>
                    <a:pt x="6486068" y="1216240"/>
                  </a:lnTo>
                  <a:lnTo>
                    <a:pt x="6486525" y="1215123"/>
                  </a:lnTo>
                  <a:lnTo>
                    <a:pt x="6486525" y="1212494"/>
                  </a:lnTo>
                  <a:close/>
                </a:path>
                <a:path w="9153525" h="1219200">
                  <a:moveTo>
                    <a:pt x="6486525" y="607974"/>
                  </a:moveTo>
                  <a:lnTo>
                    <a:pt x="6486068" y="606856"/>
                  </a:lnTo>
                  <a:lnTo>
                    <a:pt x="6484201" y="604989"/>
                  </a:lnTo>
                  <a:lnTo>
                    <a:pt x="6483083" y="604520"/>
                  </a:lnTo>
                  <a:lnTo>
                    <a:pt x="6480454" y="604520"/>
                  </a:lnTo>
                  <a:lnTo>
                    <a:pt x="6479324" y="604989"/>
                  </a:lnTo>
                  <a:lnTo>
                    <a:pt x="6477470" y="606856"/>
                  </a:lnTo>
                  <a:lnTo>
                    <a:pt x="6477000" y="607974"/>
                  </a:lnTo>
                  <a:lnTo>
                    <a:pt x="6477000" y="610603"/>
                  </a:lnTo>
                  <a:lnTo>
                    <a:pt x="6477470" y="611720"/>
                  </a:lnTo>
                  <a:lnTo>
                    <a:pt x="6479324" y="613587"/>
                  </a:lnTo>
                  <a:lnTo>
                    <a:pt x="6480454" y="614045"/>
                  </a:lnTo>
                  <a:lnTo>
                    <a:pt x="6483083" y="614045"/>
                  </a:lnTo>
                  <a:lnTo>
                    <a:pt x="6484201" y="613587"/>
                  </a:lnTo>
                  <a:lnTo>
                    <a:pt x="6486068" y="611720"/>
                  </a:lnTo>
                  <a:lnTo>
                    <a:pt x="6486525" y="610603"/>
                  </a:lnTo>
                  <a:lnTo>
                    <a:pt x="6486525" y="607974"/>
                  </a:lnTo>
                  <a:close/>
                </a:path>
                <a:path w="9153525" h="1219200">
                  <a:moveTo>
                    <a:pt x="6486525" y="3454"/>
                  </a:moveTo>
                  <a:lnTo>
                    <a:pt x="6486068" y="2336"/>
                  </a:lnTo>
                  <a:lnTo>
                    <a:pt x="6484201" y="469"/>
                  </a:lnTo>
                  <a:lnTo>
                    <a:pt x="6483083" y="0"/>
                  </a:lnTo>
                  <a:lnTo>
                    <a:pt x="6480454" y="0"/>
                  </a:lnTo>
                  <a:lnTo>
                    <a:pt x="6479324" y="469"/>
                  </a:lnTo>
                  <a:lnTo>
                    <a:pt x="6477470" y="2336"/>
                  </a:lnTo>
                  <a:lnTo>
                    <a:pt x="6477000" y="3454"/>
                  </a:lnTo>
                  <a:lnTo>
                    <a:pt x="6477000" y="6083"/>
                  </a:lnTo>
                  <a:lnTo>
                    <a:pt x="6477470" y="7200"/>
                  </a:lnTo>
                  <a:lnTo>
                    <a:pt x="6479324" y="9067"/>
                  </a:lnTo>
                  <a:lnTo>
                    <a:pt x="6480454" y="9525"/>
                  </a:lnTo>
                  <a:lnTo>
                    <a:pt x="6483083" y="9525"/>
                  </a:lnTo>
                  <a:lnTo>
                    <a:pt x="6484201" y="9067"/>
                  </a:lnTo>
                  <a:lnTo>
                    <a:pt x="6486068" y="7200"/>
                  </a:lnTo>
                  <a:lnTo>
                    <a:pt x="6486525" y="6083"/>
                  </a:lnTo>
                  <a:lnTo>
                    <a:pt x="6486525" y="3454"/>
                  </a:lnTo>
                  <a:close/>
                </a:path>
                <a:path w="9153525" h="1219200">
                  <a:moveTo>
                    <a:pt x="6534150" y="1212494"/>
                  </a:moveTo>
                  <a:lnTo>
                    <a:pt x="6533693" y="1211376"/>
                  </a:lnTo>
                  <a:lnTo>
                    <a:pt x="6531826" y="1209509"/>
                  </a:lnTo>
                  <a:lnTo>
                    <a:pt x="6530708" y="1209052"/>
                  </a:lnTo>
                  <a:lnTo>
                    <a:pt x="6528079" y="1209052"/>
                  </a:lnTo>
                  <a:lnTo>
                    <a:pt x="6526962" y="1209509"/>
                  </a:lnTo>
                  <a:lnTo>
                    <a:pt x="6525095" y="1211376"/>
                  </a:lnTo>
                  <a:lnTo>
                    <a:pt x="6524625" y="1212494"/>
                  </a:lnTo>
                  <a:lnTo>
                    <a:pt x="6524625" y="1215123"/>
                  </a:lnTo>
                  <a:lnTo>
                    <a:pt x="6525095" y="1216240"/>
                  </a:lnTo>
                  <a:lnTo>
                    <a:pt x="6526962" y="1218107"/>
                  </a:lnTo>
                  <a:lnTo>
                    <a:pt x="6528079" y="1218577"/>
                  </a:lnTo>
                  <a:lnTo>
                    <a:pt x="6530708" y="1218577"/>
                  </a:lnTo>
                  <a:lnTo>
                    <a:pt x="6531826" y="1218107"/>
                  </a:lnTo>
                  <a:lnTo>
                    <a:pt x="6533693" y="1216240"/>
                  </a:lnTo>
                  <a:lnTo>
                    <a:pt x="6534150" y="1215123"/>
                  </a:lnTo>
                  <a:lnTo>
                    <a:pt x="6534150" y="1212494"/>
                  </a:lnTo>
                  <a:close/>
                </a:path>
                <a:path w="9153525" h="1219200">
                  <a:moveTo>
                    <a:pt x="6534150" y="607974"/>
                  </a:moveTo>
                  <a:lnTo>
                    <a:pt x="6533693" y="606856"/>
                  </a:lnTo>
                  <a:lnTo>
                    <a:pt x="6531826" y="604989"/>
                  </a:lnTo>
                  <a:lnTo>
                    <a:pt x="6530708" y="604520"/>
                  </a:lnTo>
                  <a:lnTo>
                    <a:pt x="6528079" y="604520"/>
                  </a:lnTo>
                  <a:lnTo>
                    <a:pt x="6526962" y="604989"/>
                  </a:lnTo>
                  <a:lnTo>
                    <a:pt x="6525095" y="606856"/>
                  </a:lnTo>
                  <a:lnTo>
                    <a:pt x="6524625" y="607974"/>
                  </a:lnTo>
                  <a:lnTo>
                    <a:pt x="6524625" y="610603"/>
                  </a:lnTo>
                  <a:lnTo>
                    <a:pt x="6525095" y="611720"/>
                  </a:lnTo>
                  <a:lnTo>
                    <a:pt x="6526962" y="613587"/>
                  </a:lnTo>
                  <a:lnTo>
                    <a:pt x="6528079" y="614045"/>
                  </a:lnTo>
                  <a:lnTo>
                    <a:pt x="6530708" y="614045"/>
                  </a:lnTo>
                  <a:lnTo>
                    <a:pt x="6531826" y="613587"/>
                  </a:lnTo>
                  <a:lnTo>
                    <a:pt x="6533693" y="611720"/>
                  </a:lnTo>
                  <a:lnTo>
                    <a:pt x="6534150" y="610603"/>
                  </a:lnTo>
                  <a:lnTo>
                    <a:pt x="6534150" y="607974"/>
                  </a:lnTo>
                  <a:close/>
                </a:path>
                <a:path w="9153525" h="1219200">
                  <a:moveTo>
                    <a:pt x="6534150" y="3454"/>
                  </a:moveTo>
                  <a:lnTo>
                    <a:pt x="6533693" y="2336"/>
                  </a:lnTo>
                  <a:lnTo>
                    <a:pt x="6531826" y="469"/>
                  </a:lnTo>
                  <a:lnTo>
                    <a:pt x="6530708" y="0"/>
                  </a:lnTo>
                  <a:lnTo>
                    <a:pt x="6528079" y="0"/>
                  </a:lnTo>
                  <a:lnTo>
                    <a:pt x="6526962" y="469"/>
                  </a:lnTo>
                  <a:lnTo>
                    <a:pt x="6525095" y="2336"/>
                  </a:lnTo>
                  <a:lnTo>
                    <a:pt x="6524625" y="3454"/>
                  </a:lnTo>
                  <a:lnTo>
                    <a:pt x="6524625" y="6083"/>
                  </a:lnTo>
                  <a:lnTo>
                    <a:pt x="6525095" y="7200"/>
                  </a:lnTo>
                  <a:lnTo>
                    <a:pt x="6526962" y="9067"/>
                  </a:lnTo>
                  <a:lnTo>
                    <a:pt x="6528079" y="9525"/>
                  </a:lnTo>
                  <a:lnTo>
                    <a:pt x="6530708" y="9525"/>
                  </a:lnTo>
                  <a:lnTo>
                    <a:pt x="6531826" y="9067"/>
                  </a:lnTo>
                  <a:lnTo>
                    <a:pt x="6533693" y="7200"/>
                  </a:lnTo>
                  <a:lnTo>
                    <a:pt x="6534150" y="6083"/>
                  </a:lnTo>
                  <a:lnTo>
                    <a:pt x="6534150" y="3454"/>
                  </a:lnTo>
                  <a:close/>
                </a:path>
                <a:path w="9153525" h="1219200">
                  <a:moveTo>
                    <a:pt x="6581775" y="1212494"/>
                  </a:moveTo>
                  <a:lnTo>
                    <a:pt x="6581318" y="1211376"/>
                  </a:lnTo>
                  <a:lnTo>
                    <a:pt x="6579451" y="1209509"/>
                  </a:lnTo>
                  <a:lnTo>
                    <a:pt x="6578333" y="1209052"/>
                  </a:lnTo>
                  <a:lnTo>
                    <a:pt x="6575704" y="1209052"/>
                  </a:lnTo>
                  <a:lnTo>
                    <a:pt x="6574574" y="1209509"/>
                  </a:lnTo>
                  <a:lnTo>
                    <a:pt x="6572720" y="1211376"/>
                  </a:lnTo>
                  <a:lnTo>
                    <a:pt x="6572250" y="1212494"/>
                  </a:lnTo>
                  <a:lnTo>
                    <a:pt x="6572250" y="1215123"/>
                  </a:lnTo>
                  <a:lnTo>
                    <a:pt x="6572720" y="1216240"/>
                  </a:lnTo>
                  <a:lnTo>
                    <a:pt x="6574574" y="1218107"/>
                  </a:lnTo>
                  <a:lnTo>
                    <a:pt x="6575704" y="1218577"/>
                  </a:lnTo>
                  <a:lnTo>
                    <a:pt x="6578333" y="1218577"/>
                  </a:lnTo>
                  <a:lnTo>
                    <a:pt x="6579451" y="1218107"/>
                  </a:lnTo>
                  <a:lnTo>
                    <a:pt x="6581318" y="1216240"/>
                  </a:lnTo>
                  <a:lnTo>
                    <a:pt x="6581775" y="1215123"/>
                  </a:lnTo>
                  <a:lnTo>
                    <a:pt x="6581775" y="1212494"/>
                  </a:lnTo>
                  <a:close/>
                </a:path>
                <a:path w="9153525" h="1219200">
                  <a:moveTo>
                    <a:pt x="6581775" y="607974"/>
                  </a:moveTo>
                  <a:lnTo>
                    <a:pt x="6581318" y="606856"/>
                  </a:lnTo>
                  <a:lnTo>
                    <a:pt x="6579451" y="604989"/>
                  </a:lnTo>
                  <a:lnTo>
                    <a:pt x="6578333" y="604520"/>
                  </a:lnTo>
                  <a:lnTo>
                    <a:pt x="6575704" y="604520"/>
                  </a:lnTo>
                  <a:lnTo>
                    <a:pt x="6574574" y="604989"/>
                  </a:lnTo>
                  <a:lnTo>
                    <a:pt x="6572720" y="606856"/>
                  </a:lnTo>
                  <a:lnTo>
                    <a:pt x="6572250" y="607974"/>
                  </a:lnTo>
                  <a:lnTo>
                    <a:pt x="6572250" y="610603"/>
                  </a:lnTo>
                  <a:lnTo>
                    <a:pt x="6572720" y="611720"/>
                  </a:lnTo>
                  <a:lnTo>
                    <a:pt x="6574574" y="613587"/>
                  </a:lnTo>
                  <a:lnTo>
                    <a:pt x="6575704" y="614045"/>
                  </a:lnTo>
                  <a:lnTo>
                    <a:pt x="6578333" y="614045"/>
                  </a:lnTo>
                  <a:lnTo>
                    <a:pt x="6579451" y="613587"/>
                  </a:lnTo>
                  <a:lnTo>
                    <a:pt x="6581318" y="611720"/>
                  </a:lnTo>
                  <a:lnTo>
                    <a:pt x="6581775" y="610603"/>
                  </a:lnTo>
                  <a:lnTo>
                    <a:pt x="6581775" y="607974"/>
                  </a:lnTo>
                  <a:close/>
                </a:path>
                <a:path w="9153525" h="1219200">
                  <a:moveTo>
                    <a:pt x="6581775" y="3454"/>
                  </a:moveTo>
                  <a:lnTo>
                    <a:pt x="6581318" y="2336"/>
                  </a:lnTo>
                  <a:lnTo>
                    <a:pt x="6579451" y="469"/>
                  </a:lnTo>
                  <a:lnTo>
                    <a:pt x="6578333" y="0"/>
                  </a:lnTo>
                  <a:lnTo>
                    <a:pt x="6575704" y="0"/>
                  </a:lnTo>
                  <a:lnTo>
                    <a:pt x="6574574" y="469"/>
                  </a:lnTo>
                  <a:lnTo>
                    <a:pt x="6572720" y="2336"/>
                  </a:lnTo>
                  <a:lnTo>
                    <a:pt x="6572250" y="3454"/>
                  </a:lnTo>
                  <a:lnTo>
                    <a:pt x="6572250" y="6083"/>
                  </a:lnTo>
                  <a:lnTo>
                    <a:pt x="6572720" y="7200"/>
                  </a:lnTo>
                  <a:lnTo>
                    <a:pt x="6574574" y="9067"/>
                  </a:lnTo>
                  <a:lnTo>
                    <a:pt x="6575704" y="9525"/>
                  </a:lnTo>
                  <a:lnTo>
                    <a:pt x="6578333" y="9525"/>
                  </a:lnTo>
                  <a:lnTo>
                    <a:pt x="6579451" y="9067"/>
                  </a:lnTo>
                  <a:lnTo>
                    <a:pt x="6581318" y="7200"/>
                  </a:lnTo>
                  <a:lnTo>
                    <a:pt x="6581775" y="6083"/>
                  </a:lnTo>
                  <a:lnTo>
                    <a:pt x="6581775" y="3454"/>
                  </a:lnTo>
                  <a:close/>
                </a:path>
                <a:path w="9153525" h="1219200">
                  <a:moveTo>
                    <a:pt x="6629400" y="1212494"/>
                  </a:moveTo>
                  <a:lnTo>
                    <a:pt x="6628943" y="1211376"/>
                  </a:lnTo>
                  <a:lnTo>
                    <a:pt x="6627076" y="1209509"/>
                  </a:lnTo>
                  <a:lnTo>
                    <a:pt x="6625958" y="1209052"/>
                  </a:lnTo>
                  <a:lnTo>
                    <a:pt x="6623329" y="1209052"/>
                  </a:lnTo>
                  <a:lnTo>
                    <a:pt x="6622199" y="1209509"/>
                  </a:lnTo>
                  <a:lnTo>
                    <a:pt x="6620345" y="1211376"/>
                  </a:lnTo>
                  <a:lnTo>
                    <a:pt x="6619875" y="1212494"/>
                  </a:lnTo>
                  <a:lnTo>
                    <a:pt x="6619875" y="1215123"/>
                  </a:lnTo>
                  <a:lnTo>
                    <a:pt x="6620345" y="1216240"/>
                  </a:lnTo>
                  <a:lnTo>
                    <a:pt x="6622199" y="1218107"/>
                  </a:lnTo>
                  <a:lnTo>
                    <a:pt x="6623329" y="1218577"/>
                  </a:lnTo>
                  <a:lnTo>
                    <a:pt x="6625958" y="1218577"/>
                  </a:lnTo>
                  <a:lnTo>
                    <a:pt x="6627076" y="1218107"/>
                  </a:lnTo>
                  <a:lnTo>
                    <a:pt x="6628943" y="1216240"/>
                  </a:lnTo>
                  <a:lnTo>
                    <a:pt x="6629400" y="1215123"/>
                  </a:lnTo>
                  <a:lnTo>
                    <a:pt x="6629400" y="1212494"/>
                  </a:lnTo>
                  <a:close/>
                </a:path>
                <a:path w="9153525" h="1219200">
                  <a:moveTo>
                    <a:pt x="6629400" y="607974"/>
                  </a:moveTo>
                  <a:lnTo>
                    <a:pt x="6628943" y="606856"/>
                  </a:lnTo>
                  <a:lnTo>
                    <a:pt x="6627076" y="604989"/>
                  </a:lnTo>
                  <a:lnTo>
                    <a:pt x="6625958" y="604520"/>
                  </a:lnTo>
                  <a:lnTo>
                    <a:pt x="6623329" y="604520"/>
                  </a:lnTo>
                  <a:lnTo>
                    <a:pt x="6622199" y="604989"/>
                  </a:lnTo>
                  <a:lnTo>
                    <a:pt x="6620345" y="606856"/>
                  </a:lnTo>
                  <a:lnTo>
                    <a:pt x="6619875" y="607974"/>
                  </a:lnTo>
                  <a:lnTo>
                    <a:pt x="6619875" y="610603"/>
                  </a:lnTo>
                  <a:lnTo>
                    <a:pt x="6620345" y="611720"/>
                  </a:lnTo>
                  <a:lnTo>
                    <a:pt x="6622199" y="613587"/>
                  </a:lnTo>
                  <a:lnTo>
                    <a:pt x="6623329" y="614045"/>
                  </a:lnTo>
                  <a:lnTo>
                    <a:pt x="6625958" y="614045"/>
                  </a:lnTo>
                  <a:lnTo>
                    <a:pt x="6627076" y="613587"/>
                  </a:lnTo>
                  <a:lnTo>
                    <a:pt x="6628943" y="611720"/>
                  </a:lnTo>
                  <a:lnTo>
                    <a:pt x="6629400" y="610603"/>
                  </a:lnTo>
                  <a:lnTo>
                    <a:pt x="6629400" y="607974"/>
                  </a:lnTo>
                  <a:close/>
                </a:path>
                <a:path w="9153525" h="1219200">
                  <a:moveTo>
                    <a:pt x="6629400" y="3454"/>
                  </a:moveTo>
                  <a:lnTo>
                    <a:pt x="6628943" y="2336"/>
                  </a:lnTo>
                  <a:lnTo>
                    <a:pt x="6627076" y="469"/>
                  </a:lnTo>
                  <a:lnTo>
                    <a:pt x="6625958" y="0"/>
                  </a:lnTo>
                  <a:lnTo>
                    <a:pt x="6623329" y="0"/>
                  </a:lnTo>
                  <a:lnTo>
                    <a:pt x="6622199" y="469"/>
                  </a:lnTo>
                  <a:lnTo>
                    <a:pt x="6620345" y="2336"/>
                  </a:lnTo>
                  <a:lnTo>
                    <a:pt x="6619875" y="3454"/>
                  </a:lnTo>
                  <a:lnTo>
                    <a:pt x="6619875" y="6083"/>
                  </a:lnTo>
                  <a:lnTo>
                    <a:pt x="6620345" y="7200"/>
                  </a:lnTo>
                  <a:lnTo>
                    <a:pt x="6622199" y="9067"/>
                  </a:lnTo>
                  <a:lnTo>
                    <a:pt x="6623329" y="9525"/>
                  </a:lnTo>
                  <a:lnTo>
                    <a:pt x="6625958" y="9525"/>
                  </a:lnTo>
                  <a:lnTo>
                    <a:pt x="6627076" y="9067"/>
                  </a:lnTo>
                  <a:lnTo>
                    <a:pt x="6628943" y="7200"/>
                  </a:lnTo>
                  <a:lnTo>
                    <a:pt x="6629400" y="6083"/>
                  </a:lnTo>
                  <a:lnTo>
                    <a:pt x="6629400" y="3454"/>
                  </a:lnTo>
                  <a:close/>
                </a:path>
                <a:path w="9153525" h="1219200">
                  <a:moveTo>
                    <a:pt x="6677025" y="1212494"/>
                  </a:moveTo>
                  <a:lnTo>
                    <a:pt x="6676568" y="1211376"/>
                  </a:lnTo>
                  <a:lnTo>
                    <a:pt x="6674701" y="1209509"/>
                  </a:lnTo>
                  <a:lnTo>
                    <a:pt x="6673583" y="1209052"/>
                  </a:lnTo>
                  <a:lnTo>
                    <a:pt x="6670954" y="1209052"/>
                  </a:lnTo>
                  <a:lnTo>
                    <a:pt x="6669824" y="1209509"/>
                  </a:lnTo>
                  <a:lnTo>
                    <a:pt x="6667970" y="1211376"/>
                  </a:lnTo>
                  <a:lnTo>
                    <a:pt x="6667500" y="1212494"/>
                  </a:lnTo>
                  <a:lnTo>
                    <a:pt x="6667500" y="1215123"/>
                  </a:lnTo>
                  <a:lnTo>
                    <a:pt x="6667970" y="1216240"/>
                  </a:lnTo>
                  <a:lnTo>
                    <a:pt x="6669824" y="1218107"/>
                  </a:lnTo>
                  <a:lnTo>
                    <a:pt x="6670954" y="1218577"/>
                  </a:lnTo>
                  <a:lnTo>
                    <a:pt x="6673583" y="1218577"/>
                  </a:lnTo>
                  <a:lnTo>
                    <a:pt x="6674701" y="1218107"/>
                  </a:lnTo>
                  <a:lnTo>
                    <a:pt x="6676568" y="1216240"/>
                  </a:lnTo>
                  <a:lnTo>
                    <a:pt x="6677025" y="1215123"/>
                  </a:lnTo>
                  <a:lnTo>
                    <a:pt x="6677025" y="1212494"/>
                  </a:lnTo>
                  <a:close/>
                </a:path>
                <a:path w="9153525" h="1219200">
                  <a:moveTo>
                    <a:pt x="6677025" y="607974"/>
                  </a:moveTo>
                  <a:lnTo>
                    <a:pt x="6676568" y="606856"/>
                  </a:lnTo>
                  <a:lnTo>
                    <a:pt x="6674701" y="604989"/>
                  </a:lnTo>
                  <a:lnTo>
                    <a:pt x="6673583" y="604520"/>
                  </a:lnTo>
                  <a:lnTo>
                    <a:pt x="6670954" y="604520"/>
                  </a:lnTo>
                  <a:lnTo>
                    <a:pt x="6669824" y="604989"/>
                  </a:lnTo>
                  <a:lnTo>
                    <a:pt x="6667970" y="606856"/>
                  </a:lnTo>
                  <a:lnTo>
                    <a:pt x="6667500" y="607974"/>
                  </a:lnTo>
                  <a:lnTo>
                    <a:pt x="6667500" y="610603"/>
                  </a:lnTo>
                  <a:lnTo>
                    <a:pt x="6667970" y="611720"/>
                  </a:lnTo>
                  <a:lnTo>
                    <a:pt x="6669824" y="613587"/>
                  </a:lnTo>
                  <a:lnTo>
                    <a:pt x="6670954" y="614045"/>
                  </a:lnTo>
                  <a:lnTo>
                    <a:pt x="6673583" y="614045"/>
                  </a:lnTo>
                  <a:lnTo>
                    <a:pt x="6674701" y="613587"/>
                  </a:lnTo>
                  <a:lnTo>
                    <a:pt x="6676568" y="611720"/>
                  </a:lnTo>
                  <a:lnTo>
                    <a:pt x="6677025" y="610603"/>
                  </a:lnTo>
                  <a:lnTo>
                    <a:pt x="6677025" y="607974"/>
                  </a:lnTo>
                  <a:close/>
                </a:path>
                <a:path w="9153525" h="1219200">
                  <a:moveTo>
                    <a:pt x="6677025" y="3454"/>
                  </a:moveTo>
                  <a:lnTo>
                    <a:pt x="6676568" y="2336"/>
                  </a:lnTo>
                  <a:lnTo>
                    <a:pt x="6674701" y="469"/>
                  </a:lnTo>
                  <a:lnTo>
                    <a:pt x="6673583" y="0"/>
                  </a:lnTo>
                  <a:lnTo>
                    <a:pt x="6670954" y="0"/>
                  </a:lnTo>
                  <a:lnTo>
                    <a:pt x="6669824" y="469"/>
                  </a:lnTo>
                  <a:lnTo>
                    <a:pt x="6667970" y="2336"/>
                  </a:lnTo>
                  <a:lnTo>
                    <a:pt x="6667500" y="3454"/>
                  </a:lnTo>
                  <a:lnTo>
                    <a:pt x="6667500" y="6083"/>
                  </a:lnTo>
                  <a:lnTo>
                    <a:pt x="6667970" y="7200"/>
                  </a:lnTo>
                  <a:lnTo>
                    <a:pt x="6669824" y="9067"/>
                  </a:lnTo>
                  <a:lnTo>
                    <a:pt x="6670954" y="9525"/>
                  </a:lnTo>
                  <a:lnTo>
                    <a:pt x="6673583" y="9525"/>
                  </a:lnTo>
                  <a:lnTo>
                    <a:pt x="6674701" y="9067"/>
                  </a:lnTo>
                  <a:lnTo>
                    <a:pt x="6676568" y="7200"/>
                  </a:lnTo>
                  <a:lnTo>
                    <a:pt x="6677025" y="6083"/>
                  </a:lnTo>
                  <a:lnTo>
                    <a:pt x="6677025" y="3454"/>
                  </a:lnTo>
                  <a:close/>
                </a:path>
                <a:path w="9153525" h="1219200">
                  <a:moveTo>
                    <a:pt x="6724650" y="1212494"/>
                  </a:moveTo>
                  <a:lnTo>
                    <a:pt x="6724193" y="1211376"/>
                  </a:lnTo>
                  <a:lnTo>
                    <a:pt x="6722326" y="1209509"/>
                  </a:lnTo>
                  <a:lnTo>
                    <a:pt x="6721208" y="1209052"/>
                  </a:lnTo>
                  <a:lnTo>
                    <a:pt x="6718579" y="1209052"/>
                  </a:lnTo>
                  <a:lnTo>
                    <a:pt x="6717449" y="1209509"/>
                  </a:lnTo>
                  <a:lnTo>
                    <a:pt x="6715595" y="1211376"/>
                  </a:lnTo>
                  <a:lnTo>
                    <a:pt x="6715125" y="1212494"/>
                  </a:lnTo>
                  <a:lnTo>
                    <a:pt x="6715125" y="1215123"/>
                  </a:lnTo>
                  <a:lnTo>
                    <a:pt x="6715595" y="1216240"/>
                  </a:lnTo>
                  <a:lnTo>
                    <a:pt x="6717449" y="1218107"/>
                  </a:lnTo>
                  <a:lnTo>
                    <a:pt x="6718579" y="1218577"/>
                  </a:lnTo>
                  <a:lnTo>
                    <a:pt x="6721208" y="1218577"/>
                  </a:lnTo>
                  <a:lnTo>
                    <a:pt x="6722326" y="1218107"/>
                  </a:lnTo>
                  <a:lnTo>
                    <a:pt x="6724193" y="1216240"/>
                  </a:lnTo>
                  <a:lnTo>
                    <a:pt x="6724650" y="1215123"/>
                  </a:lnTo>
                  <a:lnTo>
                    <a:pt x="6724650" y="1212494"/>
                  </a:lnTo>
                  <a:close/>
                </a:path>
                <a:path w="9153525" h="1219200">
                  <a:moveTo>
                    <a:pt x="6724650" y="607974"/>
                  </a:moveTo>
                  <a:lnTo>
                    <a:pt x="6724193" y="606856"/>
                  </a:lnTo>
                  <a:lnTo>
                    <a:pt x="6722326" y="604989"/>
                  </a:lnTo>
                  <a:lnTo>
                    <a:pt x="6721208" y="604520"/>
                  </a:lnTo>
                  <a:lnTo>
                    <a:pt x="6718579" y="604520"/>
                  </a:lnTo>
                  <a:lnTo>
                    <a:pt x="6717449" y="604989"/>
                  </a:lnTo>
                  <a:lnTo>
                    <a:pt x="6715595" y="606856"/>
                  </a:lnTo>
                  <a:lnTo>
                    <a:pt x="6715125" y="607974"/>
                  </a:lnTo>
                  <a:lnTo>
                    <a:pt x="6715125" y="610603"/>
                  </a:lnTo>
                  <a:lnTo>
                    <a:pt x="6715595" y="611720"/>
                  </a:lnTo>
                  <a:lnTo>
                    <a:pt x="6717449" y="613587"/>
                  </a:lnTo>
                  <a:lnTo>
                    <a:pt x="6718579" y="614045"/>
                  </a:lnTo>
                  <a:lnTo>
                    <a:pt x="6721208" y="614045"/>
                  </a:lnTo>
                  <a:lnTo>
                    <a:pt x="6722326" y="613587"/>
                  </a:lnTo>
                  <a:lnTo>
                    <a:pt x="6724193" y="611720"/>
                  </a:lnTo>
                  <a:lnTo>
                    <a:pt x="6724650" y="610603"/>
                  </a:lnTo>
                  <a:lnTo>
                    <a:pt x="6724650" y="607974"/>
                  </a:lnTo>
                  <a:close/>
                </a:path>
                <a:path w="9153525" h="1219200">
                  <a:moveTo>
                    <a:pt x="6724650" y="3454"/>
                  </a:moveTo>
                  <a:lnTo>
                    <a:pt x="6724193" y="2336"/>
                  </a:lnTo>
                  <a:lnTo>
                    <a:pt x="6722326" y="469"/>
                  </a:lnTo>
                  <a:lnTo>
                    <a:pt x="6721208" y="0"/>
                  </a:lnTo>
                  <a:lnTo>
                    <a:pt x="6718579" y="0"/>
                  </a:lnTo>
                  <a:lnTo>
                    <a:pt x="6717449" y="469"/>
                  </a:lnTo>
                  <a:lnTo>
                    <a:pt x="6715595" y="2336"/>
                  </a:lnTo>
                  <a:lnTo>
                    <a:pt x="6715125" y="3454"/>
                  </a:lnTo>
                  <a:lnTo>
                    <a:pt x="6715125" y="6083"/>
                  </a:lnTo>
                  <a:lnTo>
                    <a:pt x="6715595" y="7200"/>
                  </a:lnTo>
                  <a:lnTo>
                    <a:pt x="6717449" y="9067"/>
                  </a:lnTo>
                  <a:lnTo>
                    <a:pt x="6718579" y="9525"/>
                  </a:lnTo>
                  <a:lnTo>
                    <a:pt x="6721208" y="9525"/>
                  </a:lnTo>
                  <a:lnTo>
                    <a:pt x="6722326" y="9067"/>
                  </a:lnTo>
                  <a:lnTo>
                    <a:pt x="6724193" y="7200"/>
                  </a:lnTo>
                  <a:lnTo>
                    <a:pt x="6724650" y="6083"/>
                  </a:lnTo>
                  <a:lnTo>
                    <a:pt x="6724650" y="3454"/>
                  </a:lnTo>
                  <a:close/>
                </a:path>
                <a:path w="9153525" h="1219200">
                  <a:moveTo>
                    <a:pt x="6772275" y="1212494"/>
                  </a:moveTo>
                  <a:lnTo>
                    <a:pt x="6771818" y="1211376"/>
                  </a:lnTo>
                  <a:lnTo>
                    <a:pt x="6769951" y="1209509"/>
                  </a:lnTo>
                  <a:lnTo>
                    <a:pt x="6768833" y="1209052"/>
                  </a:lnTo>
                  <a:lnTo>
                    <a:pt x="6766204" y="1209052"/>
                  </a:lnTo>
                  <a:lnTo>
                    <a:pt x="6765074" y="1209509"/>
                  </a:lnTo>
                  <a:lnTo>
                    <a:pt x="6763220" y="1211376"/>
                  </a:lnTo>
                  <a:lnTo>
                    <a:pt x="6762750" y="1212494"/>
                  </a:lnTo>
                  <a:lnTo>
                    <a:pt x="6762750" y="1215123"/>
                  </a:lnTo>
                  <a:lnTo>
                    <a:pt x="6763220" y="1216240"/>
                  </a:lnTo>
                  <a:lnTo>
                    <a:pt x="6765074" y="1218107"/>
                  </a:lnTo>
                  <a:lnTo>
                    <a:pt x="6766204" y="1218577"/>
                  </a:lnTo>
                  <a:lnTo>
                    <a:pt x="6768833" y="1218577"/>
                  </a:lnTo>
                  <a:lnTo>
                    <a:pt x="6769951" y="1218107"/>
                  </a:lnTo>
                  <a:lnTo>
                    <a:pt x="6771818" y="1216240"/>
                  </a:lnTo>
                  <a:lnTo>
                    <a:pt x="6772275" y="1215123"/>
                  </a:lnTo>
                  <a:lnTo>
                    <a:pt x="6772275" y="1212494"/>
                  </a:lnTo>
                  <a:close/>
                </a:path>
                <a:path w="9153525" h="1219200">
                  <a:moveTo>
                    <a:pt x="6772275" y="607974"/>
                  </a:moveTo>
                  <a:lnTo>
                    <a:pt x="6771818" y="606856"/>
                  </a:lnTo>
                  <a:lnTo>
                    <a:pt x="6769951" y="604989"/>
                  </a:lnTo>
                  <a:lnTo>
                    <a:pt x="6768833" y="604520"/>
                  </a:lnTo>
                  <a:lnTo>
                    <a:pt x="6766204" y="604520"/>
                  </a:lnTo>
                  <a:lnTo>
                    <a:pt x="6765074" y="604989"/>
                  </a:lnTo>
                  <a:lnTo>
                    <a:pt x="6763220" y="606856"/>
                  </a:lnTo>
                  <a:lnTo>
                    <a:pt x="6762750" y="607974"/>
                  </a:lnTo>
                  <a:lnTo>
                    <a:pt x="6762750" y="610603"/>
                  </a:lnTo>
                  <a:lnTo>
                    <a:pt x="6763220" y="611720"/>
                  </a:lnTo>
                  <a:lnTo>
                    <a:pt x="6765074" y="613587"/>
                  </a:lnTo>
                  <a:lnTo>
                    <a:pt x="6766204" y="614045"/>
                  </a:lnTo>
                  <a:lnTo>
                    <a:pt x="6768833" y="614045"/>
                  </a:lnTo>
                  <a:lnTo>
                    <a:pt x="6769951" y="613587"/>
                  </a:lnTo>
                  <a:lnTo>
                    <a:pt x="6771818" y="611720"/>
                  </a:lnTo>
                  <a:lnTo>
                    <a:pt x="6772275" y="610603"/>
                  </a:lnTo>
                  <a:lnTo>
                    <a:pt x="6772275" y="607974"/>
                  </a:lnTo>
                  <a:close/>
                </a:path>
                <a:path w="9153525" h="1219200">
                  <a:moveTo>
                    <a:pt x="6772275" y="3454"/>
                  </a:moveTo>
                  <a:lnTo>
                    <a:pt x="6771818" y="2336"/>
                  </a:lnTo>
                  <a:lnTo>
                    <a:pt x="6769951" y="469"/>
                  </a:lnTo>
                  <a:lnTo>
                    <a:pt x="6768833" y="0"/>
                  </a:lnTo>
                  <a:lnTo>
                    <a:pt x="6766204" y="0"/>
                  </a:lnTo>
                  <a:lnTo>
                    <a:pt x="6765074" y="469"/>
                  </a:lnTo>
                  <a:lnTo>
                    <a:pt x="6763220" y="2336"/>
                  </a:lnTo>
                  <a:lnTo>
                    <a:pt x="6762750" y="3454"/>
                  </a:lnTo>
                  <a:lnTo>
                    <a:pt x="6762750" y="6083"/>
                  </a:lnTo>
                  <a:lnTo>
                    <a:pt x="6763220" y="7200"/>
                  </a:lnTo>
                  <a:lnTo>
                    <a:pt x="6765074" y="9067"/>
                  </a:lnTo>
                  <a:lnTo>
                    <a:pt x="6766204" y="9525"/>
                  </a:lnTo>
                  <a:lnTo>
                    <a:pt x="6768833" y="9525"/>
                  </a:lnTo>
                  <a:lnTo>
                    <a:pt x="6769951" y="9067"/>
                  </a:lnTo>
                  <a:lnTo>
                    <a:pt x="6771818" y="7200"/>
                  </a:lnTo>
                  <a:lnTo>
                    <a:pt x="6772275" y="6083"/>
                  </a:lnTo>
                  <a:lnTo>
                    <a:pt x="6772275" y="3454"/>
                  </a:lnTo>
                  <a:close/>
                </a:path>
                <a:path w="9153525" h="1219200">
                  <a:moveTo>
                    <a:pt x="6819900" y="1212494"/>
                  </a:moveTo>
                  <a:lnTo>
                    <a:pt x="6819443" y="1211376"/>
                  </a:lnTo>
                  <a:lnTo>
                    <a:pt x="6817576" y="1209509"/>
                  </a:lnTo>
                  <a:lnTo>
                    <a:pt x="6816458" y="1209052"/>
                  </a:lnTo>
                  <a:lnTo>
                    <a:pt x="6813829" y="1209052"/>
                  </a:lnTo>
                  <a:lnTo>
                    <a:pt x="6812699" y="1209509"/>
                  </a:lnTo>
                  <a:lnTo>
                    <a:pt x="6810845" y="1211376"/>
                  </a:lnTo>
                  <a:lnTo>
                    <a:pt x="6810375" y="1212494"/>
                  </a:lnTo>
                  <a:lnTo>
                    <a:pt x="6810375" y="1215123"/>
                  </a:lnTo>
                  <a:lnTo>
                    <a:pt x="6810845" y="1216240"/>
                  </a:lnTo>
                  <a:lnTo>
                    <a:pt x="6812699" y="1218107"/>
                  </a:lnTo>
                  <a:lnTo>
                    <a:pt x="6813829" y="1218577"/>
                  </a:lnTo>
                  <a:lnTo>
                    <a:pt x="6816458" y="1218577"/>
                  </a:lnTo>
                  <a:lnTo>
                    <a:pt x="6817576" y="1218107"/>
                  </a:lnTo>
                  <a:lnTo>
                    <a:pt x="6819443" y="1216240"/>
                  </a:lnTo>
                  <a:lnTo>
                    <a:pt x="6819900" y="1215123"/>
                  </a:lnTo>
                  <a:lnTo>
                    <a:pt x="6819900" y="1212494"/>
                  </a:lnTo>
                  <a:close/>
                </a:path>
                <a:path w="9153525" h="1219200">
                  <a:moveTo>
                    <a:pt x="6819900" y="607974"/>
                  </a:moveTo>
                  <a:lnTo>
                    <a:pt x="6819443" y="606856"/>
                  </a:lnTo>
                  <a:lnTo>
                    <a:pt x="6817576" y="604989"/>
                  </a:lnTo>
                  <a:lnTo>
                    <a:pt x="6816458" y="604520"/>
                  </a:lnTo>
                  <a:lnTo>
                    <a:pt x="6813829" y="604520"/>
                  </a:lnTo>
                  <a:lnTo>
                    <a:pt x="6812699" y="604989"/>
                  </a:lnTo>
                  <a:lnTo>
                    <a:pt x="6810845" y="606856"/>
                  </a:lnTo>
                  <a:lnTo>
                    <a:pt x="6810375" y="607974"/>
                  </a:lnTo>
                  <a:lnTo>
                    <a:pt x="6810375" y="610603"/>
                  </a:lnTo>
                  <a:lnTo>
                    <a:pt x="6810845" y="611720"/>
                  </a:lnTo>
                  <a:lnTo>
                    <a:pt x="6812699" y="613587"/>
                  </a:lnTo>
                  <a:lnTo>
                    <a:pt x="6813829" y="614045"/>
                  </a:lnTo>
                  <a:lnTo>
                    <a:pt x="6816458" y="614045"/>
                  </a:lnTo>
                  <a:lnTo>
                    <a:pt x="6817576" y="613587"/>
                  </a:lnTo>
                  <a:lnTo>
                    <a:pt x="6819443" y="611720"/>
                  </a:lnTo>
                  <a:lnTo>
                    <a:pt x="6819900" y="610603"/>
                  </a:lnTo>
                  <a:lnTo>
                    <a:pt x="6819900" y="607974"/>
                  </a:lnTo>
                  <a:close/>
                </a:path>
                <a:path w="9153525" h="1219200">
                  <a:moveTo>
                    <a:pt x="6819900" y="3454"/>
                  </a:moveTo>
                  <a:lnTo>
                    <a:pt x="6819443" y="2336"/>
                  </a:lnTo>
                  <a:lnTo>
                    <a:pt x="6817576" y="469"/>
                  </a:lnTo>
                  <a:lnTo>
                    <a:pt x="6816458" y="0"/>
                  </a:lnTo>
                  <a:lnTo>
                    <a:pt x="6813829" y="0"/>
                  </a:lnTo>
                  <a:lnTo>
                    <a:pt x="6812699" y="469"/>
                  </a:lnTo>
                  <a:lnTo>
                    <a:pt x="6810845" y="2336"/>
                  </a:lnTo>
                  <a:lnTo>
                    <a:pt x="6810375" y="3454"/>
                  </a:lnTo>
                  <a:lnTo>
                    <a:pt x="6810375" y="6083"/>
                  </a:lnTo>
                  <a:lnTo>
                    <a:pt x="6810845" y="7200"/>
                  </a:lnTo>
                  <a:lnTo>
                    <a:pt x="6812699" y="9067"/>
                  </a:lnTo>
                  <a:lnTo>
                    <a:pt x="6813829" y="9525"/>
                  </a:lnTo>
                  <a:lnTo>
                    <a:pt x="6816458" y="9525"/>
                  </a:lnTo>
                  <a:lnTo>
                    <a:pt x="6817576" y="9067"/>
                  </a:lnTo>
                  <a:lnTo>
                    <a:pt x="6819443" y="7200"/>
                  </a:lnTo>
                  <a:lnTo>
                    <a:pt x="6819900" y="6083"/>
                  </a:lnTo>
                  <a:lnTo>
                    <a:pt x="6819900" y="3454"/>
                  </a:lnTo>
                  <a:close/>
                </a:path>
                <a:path w="9153525" h="1219200">
                  <a:moveTo>
                    <a:pt x="6867525" y="1212494"/>
                  </a:moveTo>
                  <a:lnTo>
                    <a:pt x="6867068" y="1211376"/>
                  </a:lnTo>
                  <a:lnTo>
                    <a:pt x="6865201" y="1209509"/>
                  </a:lnTo>
                  <a:lnTo>
                    <a:pt x="6864083" y="1209052"/>
                  </a:lnTo>
                  <a:lnTo>
                    <a:pt x="6861454" y="1209052"/>
                  </a:lnTo>
                  <a:lnTo>
                    <a:pt x="6860324" y="1209509"/>
                  </a:lnTo>
                  <a:lnTo>
                    <a:pt x="6858470" y="1211376"/>
                  </a:lnTo>
                  <a:lnTo>
                    <a:pt x="6858000" y="1212494"/>
                  </a:lnTo>
                  <a:lnTo>
                    <a:pt x="6858000" y="1215123"/>
                  </a:lnTo>
                  <a:lnTo>
                    <a:pt x="6858470" y="1216240"/>
                  </a:lnTo>
                  <a:lnTo>
                    <a:pt x="6860324" y="1218107"/>
                  </a:lnTo>
                  <a:lnTo>
                    <a:pt x="6861454" y="1218577"/>
                  </a:lnTo>
                  <a:lnTo>
                    <a:pt x="6864083" y="1218577"/>
                  </a:lnTo>
                  <a:lnTo>
                    <a:pt x="6865201" y="1218107"/>
                  </a:lnTo>
                  <a:lnTo>
                    <a:pt x="6867068" y="1216240"/>
                  </a:lnTo>
                  <a:lnTo>
                    <a:pt x="6867525" y="1215123"/>
                  </a:lnTo>
                  <a:lnTo>
                    <a:pt x="6867525" y="1212494"/>
                  </a:lnTo>
                  <a:close/>
                </a:path>
                <a:path w="9153525" h="1219200">
                  <a:moveTo>
                    <a:pt x="6867525" y="607974"/>
                  </a:moveTo>
                  <a:lnTo>
                    <a:pt x="6867068" y="606856"/>
                  </a:lnTo>
                  <a:lnTo>
                    <a:pt x="6865201" y="604989"/>
                  </a:lnTo>
                  <a:lnTo>
                    <a:pt x="6864083" y="604520"/>
                  </a:lnTo>
                  <a:lnTo>
                    <a:pt x="6861454" y="604520"/>
                  </a:lnTo>
                  <a:lnTo>
                    <a:pt x="6860324" y="604989"/>
                  </a:lnTo>
                  <a:lnTo>
                    <a:pt x="6858470" y="606856"/>
                  </a:lnTo>
                  <a:lnTo>
                    <a:pt x="6858000" y="607974"/>
                  </a:lnTo>
                  <a:lnTo>
                    <a:pt x="6858000" y="610603"/>
                  </a:lnTo>
                  <a:lnTo>
                    <a:pt x="6858470" y="611720"/>
                  </a:lnTo>
                  <a:lnTo>
                    <a:pt x="6860324" y="613587"/>
                  </a:lnTo>
                  <a:lnTo>
                    <a:pt x="6861454" y="614045"/>
                  </a:lnTo>
                  <a:lnTo>
                    <a:pt x="6864083" y="614045"/>
                  </a:lnTo>
                  <a:lnTo>
                    <a:pt x="6865201" y="613587"/>
                  </a:lnTo>
                  <a:lnTo>
                    <a:pt x="6867068" y="611720"/>
                  </a:lnTo>
                  <a:lnTo>
                    <a:pt x="6867525" y="610603"/>
                  </a:lnTo>
                  <a:lnTo>
                    <a:pt x="6867525" y="607974"/>
                  </a:lnTo>
                  <a:close/>
                </a:path>
                <a:path w="9153525" h="1219200">
                  <a:moveTo>
                    <a:pt x="6867525" y="3454"/>
                  </a:moveTo>
                  <a:lnTo>
                    <a:pt x="6867068" y="2336"/>
                  </a:lnTo>
                  <a:lnTo>
                    <a:pt x="6865201" y="469"/>
                  </a:lnTo>
                  <a:lnTo>
                    <a:pt x="6864083" y="0"/>
                  </a:lnTo>
                  <a:lnTo>
                    <a:pt x="6861454" y="0"/>
                  </a:lnTo>
                  <a:lnTo>
                    <a:pt x="6860324" y="469"/>
                  </a:lnTo>
                  <a:lnTo>
                    <a:pt x="6858470" y="2336"/>
                  </a:lnTo>
                  <a:lnTo>
                    <a:pt x="6858000" y="3454"/>
                  </a:lnTo>
                  <a:lnTo>
                    <a:pt x="6858000" y="6083"/>
                  </a:lnTo>
                  <a:lnTo>
                    <a:pt x="6858470" y="7200"/>
                  </a:lnTo>
                  <a:lnTo>
                    <a:pt x="6860324" y="9067"/>
                  </a:lnTo>
                  <a:lnTo>
                    <a:pt x="6861454" y="9525"/>
                  </a:lnTo>
                  <a:lnTo>
                    <a:pt x="6864083" y="9525"/>
                  </a:lnTo>
                  <a:lnTo>
                    <a:pt x="6865201" y="9067"/>
                  </a:lnTo>
                  <a:lnTo>
                    <a:pt x="6867068" y="7200"/>
                  </a:lnTo>
                  <a:lnTo>
                    <a:pt x="6867525" y="6083"/>
                  </a:lnTo>
                  <a:lnTo>
                    <a:pt x="6867525" y="3454"/>
                  </a:lnTo>
                  <a:close/>
                </a:path>
                <a:path w="9153525" h="1219200">
                  <a:moveTo>
                    <a:pt x="6915150" y="1212494"/>
                  </a:moveTo>
                  <a:lnTo>
                    <a:pt x="6914693" y="1211376"/>
                  </a:lnTo>
                  <a:lnTo>
                    <a:pt x="6912826" y="1209509"/>
                  </a:lnTo>
                  <a:lnTo>
                    <a:pt x="6911708" y="1209052"/>
                  </a:lnTo>
                  <a:lnTo>
                    <a:pt x="6909079" y="1209052"/>
                  </a:lnTo>
                  <a:lnTo>
                    <a:pt x="6907949" y="1209509"/>
                  </a:lnTo>
                  <a:lnTo>
                    <a:pt x="6906095" y="1211376"/>
                  </a:lnTo>
                  <a:lnTo>
                    <a:pt x="6905625" y="1212494"/>
                  </a:lnTo>
                  <a:lnTo>
                    <a:pt x="6905625" y="1215123"/>
                  </a:lnTo>
                  <a:lnTo>
                    <a:pt x="6906095" y="1216240"/>
                  </a:lnTo>
                  <a:lnTo>
                    <a:pt x="6907949" y="1218107"/>
                  </a:lnTo>
                  <a:lnTo>
                    <a:pt x="6909079" y="1218577"/>
                  </a:lnTo>
                  <a:lnTo>
                    <a:pt x="6911708" y="1218577"/>
                  </a:lnTo>
                  <a:lnTo>
                    <a:pt x="6912826" y="1218107"/>
                  </a:lnTo>
                  <a:lnTo>
                    <a:pt x="6914693" y="1216240"/>
                  </a:lnTo>
                  <a:lnTo>
                    <a:pt x="6915150" y="1215123"/>
                  </a:lnTo>
                  <a:lnTo>
                    <a:pt x="6915150" y="1212494"/>
                  </a:lnTo>
                  <a:close/>
                </a:path>
                <a:path w="9153525" h="1219200">
                  <a:moveTo>
                    <a:pt x="6915150" y="607974"/>
                  </a:moveTo>
                  <a:lnTo>
                    <a:pt x="6914693" y="606856"/>
                  </a:lnTo>
                  <a:lnTo>
                    <a:pt x="6912826" y="604989"/>
                  </a:lnTo>
                  <a:lnTo>
                    <a:pt x="6911708" y="604520"/>
                  </a:lnTo>
                  <a:lnTo>
                    <a:pt x="6909079" y="604520"/>
                  </a:lnTo>
                  <a:lnTo>
                    <a:pt x="6907949" y="604989"/>
                  </a:lnTo>
                  <a:lnTo>
                    <a:pt x="6906095" y="606856"/>
                  </a:lnTo>
                  <a:lnTo>
                    <a:pt x="6905625" y="607974"/>
                  </a:lnTo>
                  <a:lnTo>
                    <a:pt x="6905625" y="610603"/>
                  </a:lnTo>
                  <a:lnTo>
                    <a:pt x="6906095" y="611720"/>
                  </a:lnTo>
                  <a:lnTo>
                    <a:pt x="6907949" y="613587"/>
                  </a:lnTo>
                  <a:lnTo>
                    <a:pt x="6909079" y="614045"/>
                  </a:lnTo>
                  <a:lnTo>
                    <a:pt x="6911708" y="614045"/>
                  </a:lnTo>
                  <a:lnTo>
                    <a:pt x="6912826" y="613587"/>
                  </a:lnTo>
                  <a:lnTo>
                    <a:pt x="6914693" y="611720"/>
                  </a:lnTo>
                  <a:lnTo>
                    <a:pt x="6915150" y="610603"/>
                  </a:lnTo>
                  <a:lnTo>
                    <a:pt x="6915150" y="607974"/>
                  </a:lnTo>
                  <a:close/>
                </a:path>
                <a:path w="9153525" h="1219200">
                  <a:moveTo>
                    <a:pt x="6915150" y="3454"/>
                  </a:moveTo>
                  <a:lnTo>
                    <a:pt x="6914693" y="2336"/>
                  </a:lnTo>
                  <a:lnTo>
                    <a:pt x="6912826" y="469"/>
                  </a:lnTo>
                  <a:lnTo>
                    <a:pt x="6911708" y="0"/>
                  </a:lnTo>
                  <a:lnTo>
                    <a:pt x="6909079" y="0"/>
                  </a:lnTo>
                  <a:lnTo>
                    <a:pt x="6907949" y="469"/>
                  </a:lnTo>
                  <a:lnTo>
                    <a:pt x="6906095" y="2336"/>
                  </a:lnTo>
                  <a:lnTo>
                    <a:pt x="6905625" y="3454"/>
                  </a:lnTo>
                  <a:lnTo>
                    <a:pt x="6905625" y="6083"/>
                  </a:lnTo>
                  <a:lnTo>
                    <a:pt x="6906095" y="7200"/>
                  </a:lnTo>
                  <a:lnTo>
                    <a:pt x="6907949" y="9067"/>
                  </a:lnTo>
                  <a:lnTo>
                    <a:pt x="6909079" y="9525"/>
                  </a:lnTo>
                  <a:lnTo>
                    <a:pt x="6911708" y="9525"/>
                  </a:lnTo>
                  <a:lnTo>
                    <a:pt x="6912826" y="9067"/>
                  </a:lnTo>
                  <a:lnTo>
                    <a:pt x="6914693" y="7200"/>
                  </a:lnTo>
                  <a:lnTo>
                    <a:pt x="6915150" y="6083"/>
                  </a:lnTo>
                  <a:lnTo>
                    <a:pt x="6915150" y="3454"/>
                  </a:lnTo>
                  <a:close/>
                </a:path>
                <a:path w="9153525" h="1219200">
                  <a:moveTo>
                    <a:pt x="6962775" y="1212494"/>
                  </a:moveTo>
                  <a:lnTo>
                    <a:pt x="6962318" y="1211376"/>
                  </a:lnTo>
                  <a:lnTo>
                    <a:pt x="6960451" y="1209509"/>
                  </a:lnTo>
                  <a:lnTo>
                    <a:pt x="6959333" y="1209052"/>
                  </a:lnTo>
                  <a:lnTo>
                    <a:pt x="6956704" y="1209052"/>
                  </a:lnTo>
                  <a:lnTo>
                    <a:pt x="6955587" y="1209509"/>
                  </a:lnTo>
                  <a:lnTo>
                    <a:pt x="6953720" y="1211376"/>
                  </a:lnTo>
                  <a:lnTo>
                    <a:pt x="6953250" y="1212494"/>
                  </a:lnTo>
                  <a:lnTo>
                    <a:pt x="6953250" y="1215123"/>
                  </a:lnTo>
                  <a:lnTo>
                    <a:pt x="6953720" y="1216240"/>
                  </a:lnTo>
                  <a:lnTo>
                    <a:pt x="6955587" y="1218107"/>
                  </a:lnTo>
                  <a:lnTo>
                    <a:pt x="6956704" y="1218577"/>
                  </a:lnTo>
                  <a:lnTo>
                    <a:pt x="6959333" y="1218577"/>
                  </a:lnTo>
                  <a:lnTo>
                    <a:pt x="6960451" y="1218107"/>
                  </a:lnTo>
                  <a:lnTo>
                    <a:pt x="6962318" y="1216240"/>
                  </a:lnTo>
                  <a:lnTo>
                    <a:pt x="6962775" y="1215123"/>
                  </a:lnTo>
                  <a:lnTo>
                    <a:pt x="6962775" y="1212494"/>
                  </a:lnTo>
                  <a:close/>
                </a:path>
                <a:path w="9153525" h="1219200">
                  <a:moveTo>
                    <a:pt x="6962775" y="607974"/>
                  </a:moveTo>
                  <a:lnTo>
                    <a:pt x="6962318" y="606856"/>
                  </a:lnTo>
                  <a:lnTo>
                    <a:pt x="6960451" y="604989"/>
                  </a:lnTo>
                  <a:lnTo>
                    <a:pt x="6959333" y="604520"/>
                  </a:lnTo>
                  <a:lnTo>
                    <a:pt x="6956704" y="604520"/>
                  </a:lnTo>
                  <a:lnTo>
                    <a:pt x="6955587" y="604989"/>
                  </a:lnTo>
                  <a:lnTo>
                    <a:pt x="6953720" y="606856"/>
                  </a:lnTo>
                  <a:lnTo>
                    <a:pt x="6953250" y="607974"/>
                  </a:lnTo>
                  <a:lnTo>
                    <a:pt x="6953250" y="610603"/>
                  </a:lnTo>
                  <a:lnTo>
                    <a:pt x="6953720" y="611720"/>
                  </a:lnTo>
                  <a:lnTo>
                    <a:pt x="6955587" y="613587"/>
                  </a:lnTo>
                  <a:lnTo>
                    <a:pt x="6956704" y="614045"/>
                  </a:lnTo>
                  <a:lnTo>
                    <a:pt x="6959333" y="614045"/>
                  </a:lnTo>
                  <a:lnTo>
                    <a:pt x="6960451" y="613587"/>
                  </a:lnTo>
                  <a:lnTo>
                    <a:pt x="6962318" y="611720"/>
                  </a:lnTo>
                  <a:lnTo>
                    <a:pt x="6962775" y="610603"/>
                  </a:lnTo>
                  <a:lnTo>
                    <a:pt x="6962775" y="607974"/>
                  </a:lnTo>
                  <a:close/>
                </a:path>
                <a:path w="9153525" h="1219200">
                  <a:moveTo>
                    <a:pt x="6962775" y="3454"/>
                  </a:moveTo>
                  <a:lnTo>
                    <a:pt x="6962318" y="2336"/>
                  </a:lnTo>
                  <a:lnTo>
                    <a:pt x="6960451" y="469"/>
                  </a:lnTo>
                  <a:lnTo>
                    <a:pt x="6959333" y="0"/>
                  </a:lnTo>
                  <a:lnTo>
                    <a:pt x="6956704" y="0"/>
                  </a:lnTo>
                  <a:lnTo>
                    <a:pt x="6955587" y="469"/>
                  </a:lnTo>
                  <a:lnTo>
                    <a:pt x="6953720" y="2336"/>
                  </a:lnTo>
                  <a:lnTo>
                    <a:pt x="6953250" y="3454"/>
                  </a:lnTo>
                  <a:lnTo>
                    <a:pt x="6953250" y="6083"/>
                  </a:lnTo>
                  <a:lnTo>
                    <a:pt x="6953720" y="7200"/>
                  </a:lnTo>
                  <a:lnTo>
                    <a:pt x="6955587" y="9067"/>
                  </a:lnTo>
                  <a:lnTo>
                    <a:pt x="6956704" y="9525"/>
                  </a:lnTo>
                  <a:lnTo>
                    <a:pt x="6959333" y="9525"/>
                  </a:lnTo>
                  <a:lnTo>
                    <a:pt x="6960451" y="9067"/>
                  </a:lnTo>
                  <a:lnTo>
                    <a:pt x="6962318" y="7200"/>
                  </a:lnTo>
                  <a:lnTo>
                    <a:pt x="6962775" y="6083"/>
                  </a:lnTo>
                  <a:lnTo>
                    <a:pt x="6962775" y="3454"/>
                  </a:lnTo>
                  <a:close/>
                </a:path>
                <a:path w="9153525" h="1219200">
                  <a:moveTo>
                    <a:pt x="7010400" y="1212494"/>
                  </a:moveTo>
                  <a:lnTo>
                    <a:pt x="7009943" y="1211376"/>
                  </a:lnTo>
                  <a:lnTo>
                    <a:pt x="7008076" y="1209509"/>
                  </a:lnTo>
                  <a:lnTo>
                    <a:pt x="7006958" y="1209052"/>
                  </a:lnTo>
                  <a:lnTo>
                    <a:pt x="7004329" y="1209052"/>
                  </a:lnTo>
                  <a:lnTo>
                    <a:pt x="7003199" y="1209509"/>
                  </a:lnTo>
                  <a:lnTo>
                    <a:pt x="7001345" y="1211376"/>
                  </a:lnTo>
                  <a:lnTo>
                    <a:pt x="7000875" y="1212494"/>
                  </a:lnTo>
                  <a:lnTo>
                    <a:pt x="7000875" y="1215123"/>
                  </a:lnTo>
                  <a:lnTo>
                    <a:pt x="7001345" y="1216240"/>
                  </a:lnTo>
                  <a:lnTo>
                    <a:pt x="7003199" y="1218107"/>
                  </a:lnTo>
                  <a:lnTo>
                    <a:pt x="7004329" y="1218577"/>
                  </a:lnTo>
                  <a:lnTo>
                    <a:pt x="7006958" y="1218577"/>
                  </a:lnTo>
                  <a:lnTo>
                    <a:pt x="7008076" y="1218107"/>
                  </a:lnTo>
                  <a:lnTo>
                    <a:pt x="7009943" y="1216240"/>
                  </a:lnTo>
                  <a:lnTo>
                    <a:pt x="7010400" y="1215123"/>
                  </a:lnTo>
                  <a:lnTo>
                    <a:pt x="7010400" y="1212494"/>
                  </a:lnTo>
                  <a:close/>
                </a:path>
                <a:path w="9153525" h="1219200">
                  <a:moveTo>
                    <a:pt x="7010400" y="607974"/>
                  </a:moveTo>
                  <a:lnTo>
                    <a:pt x="7009943" y="606856"/>
                  </a:lnTo>
                  <a:lnTo>
                    <a:pt x="7008076" y="604989"/>
                  </a:lnTo>
                  <a:lnTo>
                    <a:pt x="7006958" y="604520"/>
                  </a:lnTo>
                  <a:lnTo>
                    <a:pt x="7004329" y="604520"/>
                  </a:lnTo>
                  <a:lnTo>
                    <a:pt x="7003199" y="604989"/>
                  </a:lnTo>
                  <a:lnTo>
                    <a:pt x="7001345" y="606856"/>
                  </a:lnTo>
                  <a:lnTo>
                    <a:pt x="7000875" y="607974"/>
                  </a:lnTo>
                  <a:lnTo>
                    <a:pt x="7000875" y="610603"/>
                  </a:lnTo>
                  <a:lnTo>
                    <a:pt x="7001345" y="611720"/>
                  </a:lnTo>
                  <a:lnTo>
                    <a:pt x="7003199" y="613587"/>
                  </a:lnTo>
                  <a:lnTo>
                    <a:pt x="7004329" y="614045"/>
                  </a:lnTo>
                  <a:lnTo>
                    <a:pt x="7006958" y="614045"/>
                  </a:lnTo>
                  <a:lnTo>
                    <a:pt x="7008076" y="613587"/>
                  </a:lnTo>
                  <a:lnTo>
                    <a:pt x="7009943" y="611720"/>
                  </a:lnTo>
                  <a:lnTo>
                    <a:pt x="7010400" y="610603"/>
                  </a:lnTo>
                  <a:lnTo>
                    <a:pt x="7010400" y="607974"/>
                  </a:lnTo>
                  <a:close/>
                </a:path>
                <a:path w="9153525" h="1219200">
                  <a:moveTo>
                    <a:pt x="7010400" y="3454"/>
                  </a:moveTo>
                  <a:lnTo>
                    <a:pt x="7009943" y="2336"/>
                  </a:lnTo>
                  <a:lnTo>
                    <a:pt x="7008076" y="469"/>
                  </a:lnTo>
                  <a:lnTo>
                    <a:pt x="7006958" y="0"/>
                  </a:lnTo>
                  <a:lnTo>
                    <a:pt x="7004329" y="0"/>
                  </a:lnTo>
                  <a:lnTo>
                    <a:pt x="7003199" y="469"/>
                  </a:lnTo>
                  <a:lnTo>
                    <a:pt x="7001345" y="2336"/>
                  </a:lnTo>
                  <a:lnTo>
                    <a:pt x="7000875" y="3454"/>
                  </a:lnTo>
                  <a:lnTo>
                    <a:pt x="7000875" y="6083"/>
                  </a:lnTo>
                  <a:lnTo>
                    <a:pt x="7001345" y="7200"/>
                  </a:lnTo>
                  <a:lnTo>
                    <a:pt x="7003199" y="9067"/>
                  </a:lnTo>
                  <a:lnTo>
                    <a:pt x="7004329" y="9525"/>
                  </a:lnTo>
                  <a:lnTo>
                    <a:pt x="7006958" y="9525"/>
                  </a:lnTo>
                  <a:lnTo>
                    <a:pt x="7008076" y="9067"/>
                  </a:lnTo>
                  <a:lnTo>
                    <a:pt x="7009943" y="7200"/>
                  </a:lnTo>
                  <a:lnTo>
                    <a:pt x="7010400" y="6083"/>
                  </a:lnTo>
                  <a:lnTo>
                    <a:pt x="7010400" y="3454"/>
                  </a:lnTo>
                  <a:close/>
                </a:path>
                <a:path w="9153525" h="1219200">
                  <a:moveTo>
                    <a:pt x="7058025" y="1212494"/>
                  </a:moveTo>
                  <a:lnTo>
                    <a:pt x="7057568" y="1211376"/>
                  </a:lnTo>
                  <a:lnTo>
                    <a:pt x="7055701" y="1209509"/>
                  </a:lnTo>
                  <a:lnTo>
                    <a:pt x="7054583" y="1209052"/>
                  </a:lnTo>
                  <a:lnTo>
                    <a:pt x="7051954" y="1209052"/>
                  </a:lnTo>
                  <a:lnTo>
                    <a:pt x="7050837" y="1209509"/>
                  </a:lnTo>
                  <a:lnTo>
                    <a:pt x="7048970" y="1211376"/>
                  </a:lnTo>
                  <a:lnTo>
                    <a:pt x="7048500" y="1212494"/>
                  </a:lnTo>
                  <a:lnTo>
                    <a:pt x="7048500" y="1215123"/>
                  </a:lnTo>
                  <a:lnTo>
                    <a:pt x="7048970" y="1216240"/>
                  </a:lnTo>
                  <a:lnTo>
                    <a:pt x="7050837" y="1218107"/>
                  </a:lnTo>
                  <a:lnTo>
                    <a:pt x="7051954" y="1218577"/>
                  </a:lnTo>
                  <a:lnTo>
                    <a:pt x="7054583" y="1218577"/>
                  </a:lnTo>
                  <a:lnTo>
                    <a:pt x="7055701" y="1218107"/>
                  </a:lnTo>
                  <a:lnTo>
                    <a:pt x="7057568" y="1216240"/>
                  </a:lnTo>
                  <a:lnTo>
                    <a:pt x="7058025" y="1215123"/>
                  </a:lnTo>
                  <a:lnTo>
                    <a:pt x="7058025" y="1212494"/>
                  </a:lnTo>
                  <a:close/>
                </a:path>
                <a:path w="9153525" h="1219200">
                  <a:moveTo>
                    <a:pt x="7058025" y="607974"/>
                  </a:moveTo>
                  <a:lnTo>
                    <a:pt x="7057568" y="606856"/>
                  </a:lnTo>
                  <a:lnTo>
                    <a:pt x="7055701" y="604989"/>
                  </a:lnTo>
                  <a:lnTo>
                    <a:pt x="7054583" y="604520"/>
                  </a:lnTo>
                  <a:lnTo>
                    <a:pt x="7051954" y="604520"/>
                  </a:lnTo>
                  <a:lnTo>
                    <a:pt x="7050837" y="604989"/>
                  </a:lnTo>
                  <a:lnTo>
                    <a:pt x="7048970" y="606856"/>
                  </a:lnTo>
                  <a:lnTo>
                    <a:pt x="7048500" y="607974"/>
                  </a:lnTo>
                  <a:lnTo>
                    <a:pt x="7048500" y="610603"/>
                  </a:lnTo>
                  <a:lnTo>
                    <a:pt x="7048970" y="611720"/>
                  </a:lnTo>
                  <a:lnTo>
                    <a:pt x="7050837" y="613587"/>
                  </a:lnTo>
                  <a:lnTo>
                    <a:pt x="7051954" y="614045"/>
                  </a:lnTo>
                  <a:lnTo>
                    <a:pt x="7054583" y="614045"/>
                  </a:lnTo>
                  <a:lnTo>
                    <a:pt x="7055701" y="613587"/>
                  </a:lnTo>
                  <a:lnTo>
                    <a:pt x="7057568" y="611720"/>
                  </a:lnTo>
                  <a:lnTo>
                    <a:pt x="7058025" y="610603"/>
                  </a:lnTo>
                  <a:lnTo>
                    <a:pt x="7058025" y="607974"/>
                  </a:lnTo>
                  <a:close/>
                </a:path>
                <a:path w="9153525" h="1219200">
                  <a:moveTo>
                    <a:pt x="7058025" y="3454"/>
                  </a:moveTo>
                  <a:lnTo>
                    <a:pt x="7057568" y="2336"/>
                  </a:lnTo>
                  <a:lnTo>
                    <a:pt x="7055701" y="469"/>
                  </a:lnTo>
                  <a:lnTo>
                    <a:pt x="7054583" y="0"/>
                  </a:lnTo>
                  <a:lnTo>
                    <a:pt x="7051954" y="0"/>
                  </a:lnTo>
                  <a:lnTo>
                    <a:pt x="7050837" y="469"/>
                  </a:lnTo>
                  <a:lnTo>
                    <a:pt x="7048970" y="2336"/>
                  </a:lnTo>
                  <a:lnTo>
                    <a:pt x="7048500" y="3454"/>
                  </a:lnTo>
                  <a:lnTo>
                    <a:pt x="7048500" y="6083"/>
                  </a:lnTo>
                  <a:lnTo>
                    <a:pt x="7048970" y="7200"/>
                  </a:lnTo>
                  <a:lnTo>
                    <a:pt x="7050837" y="9067"/>
                  </a:lnTo>
                  <a:lnTo>
                    <a:pt x="7051954" y="9525"/>
                  </a:lnTo>
                  <a:lnTo>
                    <a:pt x="7054583" y="9525"/>
                  </a:lnTo>
                  <a:lnTo>
                    <a:pt x="7055701" y="9067"/>
                  </a:lnTo>
                  <a:lnTo>
                    <a:pt x="7057568" y="7200"/>
                  </a:lnTo>
                  <a:lnTo>
                    <a:pt x="7058025" y="6083"/>
                  </a:lnTo>
                  <a:lnTo>
                    <a:pt x="7058025" y="3454"/>
                  </a:lnTo>
                  <a:close/>
                </a:path>
                <a:path w="9153525" h="1219200">
                  <a:moveTo>
                    <a:pt x="7105650" y="1212494"/>
                  </a:moveTo>
                  <a:lnTo>
                    <a:pt x="7105193" y="1211376"/>
                  </a:lnTo>
                  <a:lnTo>
                    <a:pt x="7103326" y="1209509"/>
                  </a:lnTo>
                  <a:lnTo>
                    <a:pt x="7102208" y="1209052"/>
                  </a:lnTo>
                  <a:lnTo>
                    <a:pt x="7099579" y="1209052"/>
                  </a:lnTo>
                  <a:lnTo>
                    <a:pt x="7098449" y="1209509"/>
                  </a:lnTo>
                  <a:lnTo>
                    <a:pt x="7096595" y="1211376"/>
                  </a:lnTo>
                  <a:lnTo>
                    <a:pt x="7096125" y="1212494"/>
                  </a:lnTo>
                  <a:lnTo>
                    <a:pt x="7096125" y="1215123"/>
                  </a:lnTo>
                  <a:lnTo>
                    <a:pt x="7096595" y="1216240"/>
                  </a:lnTo>
                  <a:lnTo>
                    <a:pt x="7098449" y="1218107"/>
                  </a:lnTo>
                  <a:lnTo>
                    <a:pt x="7099579" y="1218577"/>
                  </a:lnTo>
                  <a:lnTo>
                    <a:pt x="7102208" y="1218577"/>
                  </a:lnTo>
                  <a:lnTo>
                    <a:pt x="7103326" y="1218107"/>
                  </a:lnTo>
                  <a:lnTo>
                    <a:pt x="7105193" y="1216240"/>
                  </a:lnTo>
                  <a:lnTo>
                    <a:pt x="7105650" y="1215123"/>
                  </a:lnTo>
                  <a:lnTo>
                    <a:pt x="7105650" y="1212494"/>
                  </a:lnTo>
                  <a:close/>
                </a:path>
                <a:path w="9153525" h="1219200">
                  <a:moveTo>
                    <a:pt x="7105650" y="607974"/>
                  </a:moveTo>
                  <a:lnTo>
                    <a:pt x="7105193" y="606856"/>
                  </a:lnTo>
                  <a:lnTo>
                    <a:pt x="7103326" y="604989"/>
                  </a:lnTo>
                  <a:lnTo>
                    <a:pt x="7102208" y="604520"/>
                  </a:lnTo>
                  <a:lnTo>
                    <a:pt x="7099579" y="604520"/>
                  </a:lnTo>
                  <a:lnTo>
                    <a:pt x="7098449" y="604989"/>
                  </a:lnTo>
                  <a:lnTo>
                    <a:pt x="7096595" y="606856"/>
                  </a:lnTo>
                  <a:lnTo>
                    <a:pt x="7096125" y="607974"/>
                  </a:lnTo>
                  <a:lnTo>
                    <a:pt x="7096125" y="610603"/>
                  </a:lnTo>
                  <a:lnTo>
                    <a:pt x="7096595" y="611720"/>
                  </a:lnTo>
                  <a:lnTo>
                    <a:pt x="7098449" y="613587"/>
                  </a:lnTo>
                  <a:lnTo>
                    <a:pt x="7099579" y="614045"/>
                  </a:lnTo>
                  <a:lnTo>
                    <a:pt x="7102208" y="614045"/>
                  </a:lnTo>
                  <a:lnTo>
                    <a:pt x="7103326" y="613587"/>
                  </a:lnTo>
                  <a:lnTo>
                    <a:pt x="7105193" y="611720"/>
                  </a:lnTo>
                  <a:lnTo>
                    <a:pt x="7105650" y="610603"/>
                  </a:lnTo>
                  <a:lnTo>
                    <a:pt x="7105650" y="607974"/>
                  </a:lnTo>
                  <a:close/>
                </a:path>
                <a:path w="9153525" h="1219200">
                  <a:moveTo>
                    <a:pt x="7105650" y="3454"/>
                  </a:moveTo>
                  <a:lnTo>
                    <a:pt x="7105193" y="2336"/>
                  </a:lnTo>
                  <a:lnTo>
                    <a:pt x="7103326" y="469"/>
                  </a:lnTo>
                  <a:lnTo>
                    <a:pt x="7102208" y="0"/>
                  </a:lnTo>
                  <a:lnTo>
                    <a:pt x="7099579" y="0"/>
                  </a:lnTo>
                  <a:lnTo>
                    <a:pt x="7098449" y="469"/>
                  </a:lnTo>
                  <a:lnTo>
                    <a:pt x="7096595" y="2336"/>
                  </a:lnTo>
                  <a:lnTo>
                    <a:pt x="7096125" y="3454"/>
                  </a:lnTo>
                  <a:lnTo>
                    <a:pt x="7096125" y="6083"/>
                  </a:lnTo>
                  <a:lnTo>
                    <a:pt x="7096595" y="7200"/>
                  </a:lnTo>
                  <a:lnTo>
                    <a:pt x="7098449" y="9067"/>
                  </a:lnTo>
                  <a:lnTo>
                    <a:pt x="7099579" y="9525"/>
                  </a:lnTo>
                  <a:lnTo>
                    <a:pt x="7102208" y="9525"/>
                  </a:lnTo>
                  <a:lnTo>
                    <a:pt x="7103326" y="9067"/>
                  </a:lnTo>
                  <a:lnTo>
                    <a:pt x="7105193" y="7200"/>
                  </a:lnTo>
                  <a:lnTo>
                    <a:pt x="7105650" y="6083"/>
                  </a:lnTo>
                  <a:lnTo>
                    <a:pt x="7105650" y="3454"/>
                  </a:lnTo>
                  <a:close/>
                </a:path>
                <a:path w="9153525" h="1219200">
                  <a:moveTo>
                    <a:pt x="7153275" y="1212494"/>
                  </a:moveTo>
                  <a:lnTo>
                    <a:pt x="7152818" y="1211376"/>
                  </a:lnTo>
                  <a:lnTo>
                    <a:pt x="7150951" y="1209509"/>
                  </a:lnTo>
                  <a:lnTo>
                    <a:pt x="7149833" y="1209052"/>
                  </a:lnTo>
                  <a:lnTo>
                    <a:pt x="7147204" y="1209052"/>
                  </a:lnTo>
                  <a:lnTo>
                    <a:pt x="7146074" y="1209509"/>
                  </a:lnTo>
                  <a:lnTo>
                    <a:pt x="7144220" y="1211376"/>
                  </a:lnTo>
                  <a:lnTo>
                    <a:pt x="7143750" y="1212494"/>
                  </a:lnTo>
                  <a:lnTo>
                    <a:pt x="7143750" y="1215123"/>
                  </a:lnTo>
                  <a:lnTo>
                    <a:pt x="7144220" y="1216240"/>
                  </a:lnTo>
                  <a:lnTo>
                    <a:pt x="7146074" y="1218107"/>
                  </a:lnTo>
                  <a:lnTo>
                    <a:pt x="7147204" y="1218577"/>
                  </a:lnTo>
                  <a:lnTo>
                    <a:pt x="7149833" y="1218577"/>
                  </a:lnTo>
                  <a:lnTo>
                    <a:pt x="7150951" y="1218107"/>
                  </a:lnTo>
                  <a:lnTo>
                    <a:pt x="7152818" y="1216240"/>
                  </a:lnTo>
                  <a:lnTo>
                    <a:pt x="7153275" y="1215123"/>
                  </a:lnTo>
                  <a:lnTo>
                    <a:pt x="7153275" y="1212494"/>
                  </a:lnTo>
                  <a:close/>
                </a:path>
                <a:path w="9153525" h="1219200">
                  <a:moveTo>
                    <a:pt x="7153275" y="607974"/>
                  </a:moveTo>
                  <a:lnTo>
                    <a:pt x="7152818" y="606856"/>
                  </a:lnTo>
                  <a:lnTo>
                    <a:pt x="7150951" y="604989"/>
                  </a:lnTo>
                  <a:lnTo>
                    <a:pt x="7149833" y="604520"/>
                  </a:lnTo>
                  <a:lnTo>
                    <a:pt x="7147204" y="604520"/>
                  </a:lnTo>
                  <a:lnTo>
                    <a:pt x="7146074" y="604989"/>
                  </a:lnTo>
                  <a:lnTo>
                    <a:pt x="7144220" y="606856"/>
                  </a:lnTo>
                  <a:lnTo>
                    <a:pt x="7143750" y="607974"/>
                  </a:lnTo>
                  <a:lnTo>
                    <a:pt x="7143750" y="610603"/>
                  </a:lnTo>
                  <a:lnTo>
                    <a:pt x="7144220" y="611720"/>
                  </a:lnTo>
                  <a:lnTo>
                    <a:pt x="7146074" y="613587"/>
                  </a:lnTo>
                  <a:lnTo>
                    <a:pt x="7147204" y="614045"/>
                  </a:lnTo>
                  <a:lnTo>
                    <a:pt x="7149833" y="614045"/>
                  </a:lnTo>
                  <a:lnTo>
                    <a:pt x="7150951" y="613587"/>
                  </a:lnTo>
                  <a:lnTo>
                    <a:pt x="7152818" y="611720"/>
                  </a:lnTo>
                  <a:lnTo>
                    <a:pt x="7153275" y="610603"/>
                  </a:lnTo>
                  <a:lnTo>
                    <a:pt x="7153275" y="607974"/>
                  </a:lnTo>
                  <a:close/>
                </a:path>
                <a:path w="9153525" h="1219200">
                  <a:moveTo>
                    <a:pt x="7153275" y="3454"/>
                  </a:moveTo>
                  <a:lnTo>
                    <a:pt x="7152818" y="2336"/>
                  </a:lnTo>
                  <a:lnTo>
                    <a:pt x="7150951" y="469"/>
                  </a:lnTo>
                  <a:lnTo>
                    <a:pt x="7149833" y="0"/>
                  </a:lnTo>
                  <a:lnTo>
                    <a:pt x="7147204" y="0"/>
                  </a:lnTo>
                  <a:lnTo>
                    <a:pt x="7146074" y="469"/>
                  </a:lnTo>
                  <a:lnTo>
                    <a:pt x="7144220" y="2336"/>
                  </a:lnTo>
                  <a:lnTo>
                    <a:pt x="7143750" y="3454"/>
                  </a:lnTo>
                  <a:lnTo>
                    <a:pt x="7143750" y="6083"/>
                  </a:lnTo>
                  <a:lnTo>
                    <a:pt x="7144220" y="7200"/>
                  </a:lnTo>
                  <a:lnTo>
                    <a:pt x="7146074" y="9067"/>
                  </a:lnTo>
                  <a:lnTo>
                    <a:pt x="7147204" y="9525"/>
                  </a:lnTo>
                  <a:lnTo>
                    <a:pt x="7149833" y="9525"/>
                  </a:lnTo>
                  <a:lnTo>
                    <a:pt x="7150951" y="9067"/>
                  </a:lnTo>
                  <a:lnTo>
                    <a:pt x="7152818" y="7200"/>
                  </a:lnTo>
                  <a:lnTo>
                    <a:pt x="7153275" y="6083"/>
                  </a:lnTo>
                  <a:lnTo>
                    <a:pt x="7153275" y="3454"/>
                  </a:lnTo>
                  <a:close/>
                </a:path>
                <a:path w="9153525" h="1219200">
                  <a:moveTo>
                    <a:pt x="7200900" y="1212494"/>
                  </a:moveTo>
                  <a:lnTo>
                    <a:pt x="7200443" y="1211376"/>
                  </a:lnTo>
                  <a:lnTo>
                    <a:pt x="7198576" y="1209509"/>
                  </a:lnTo>
                  <a:lnTo>
                    <a:pt x="7197458" y="1209052"/>
                  </a:lnTo>
                  <a:lnTo>
                    <a:pt x="7194829" y="1209052"/>
                  </a:lnTo>
                  <a:lnTo>
                    <a:pt x="7193699" y="1209509"/>
                  </a:lnTo>
                  <a:lnTo>
                    <a:pt x="7191845" y="1211376"/>
                  </a:lnTo>
                  <a:lnTo>
                    <a:pt x="7191375" y="1212494"/>
                  </a:lnTo>
                  <a:lnTo>
                    <a:pt x="7191375" y="1215123"/>
                  </a:lnTo>
                  <a:lnTo>
                    <a:pt x="7191845" y="1216240"/>
                  </a:lnTo>
                  <a:lnTo>
                    <a:pt x="7193699" y="1218107"/>
                  </a:lnTo>
                  <a:lnTo>
                    <a:pt x="7194829" y="1218577"/>
                  </a:lnTo>
                  <a:lnTo>
                    <a:pt x="7197458" y="1218577"/>
                  </a:lnTo>
                  <a:lnTo>
                    <a:pt x="7198576" y="1218107"/>
                  </a:lnTo>
                  <a:lnTo>
                    <a:pt x="7200443" y="1216240"/>
                  </a:lnTo>
                  <a:lnTo>
                    <a:pt x="7200900" y="1215123"/>
                  </a:lnTo>
                  <a:lnTo>
                    <a:pt x="7200900" y="1212494"/>
                  </a:lnTo>
                  <a:close/>
                </a:path>
                <a:path w="9153525" h="1219200">
                  <a:moveTo>
                    <a:pt x="7200900" y="607974"/>
                  </a:moveTo>
                  <a:lnTo>
                    <a:pt x="7200443" y="606856"/>
                  </a:lnTo>
                  <a:lnTo>
                    <a:pt x="7198576" y="604989"/>
                  </a:lnTo>
                  <a:lnTo>
                    <a:pt x="7197458" y="604520"/>
                  </a:lnTo>
                  <a:lnTo>
                    <a:pt x="7194829" y="604520"/>
                  </a:lnTo>
                  <a:lnTo>
                    <a:pt x="7193699" y="604989"/>
                  </a:lnTo>
                  <a:lnTo>
                    <a:pt x="7191845" y="606856"/>
                  </a:lnTo>
                  <a:lnTo>
                    <a:pt x="7191375" y="607974"/>
                  </a:lnTo>
                  <a:lnTo>
                    <a:pt x="7191375" y="610603"/>
                  </a:lnTo>
                  <a:lnTo>
                    <a:pt x="7191845" y="611720"/>
                  </a:lnTo>
                  <a:lnTo>
                    <a:pt x="7193699" y="613587"/>
                  </a:lnTo>
                  <a:lnTo>
                    <a:pt x="7194829" y="614045"/>
                  </a:lnTo>
                  <a:lnTo>
                    <a:pt x="7197458" y="614045"/>
                  </a:lnTo>
                  <a:lnTo>
                    <a:pt x="7198576" y="613587"/>
                  </a:lnTo>
                  <a:lnTo>
                    <a:pt x="7200443" y="611720"/>
                  </a:lnTo>
                  <a:lnTo>
                    <a:pt x="7200900" y="610603"/>
                  </a:lnTo>
                  <a:lnTo>
                    <a:pt x="7200900" y="607974"/>
                  </a:lnTo>
                  <a:close/>
                </a:path>
                <a:path w="9153525" h="1219200">
                  <a:moveTo>
                    <a:pt x="7200900" y="3454"/>
                  </a:moveTo>
                  <a:lnTo>
                    <a:pt x="7200443" y="2336"/>
                  </a:lnTo>
                  <a:lnTo>
                    <a:pt x="7198576" y="469"/>
                  </a:lnTo>
                  <a:lnTo>
                    <a:pt x="7197458" y="0"/>
                  </a:lnTo>
                  <a:lnTo>
                    <a:pt x="7194829" y="0"/>
                  </a:lnTo>
                  <a:lnTo>
                    <a:pt x="7193699" y="469"/>
                  </a:lnTo>
                  <a:lnTo>
                    <a:pt x="7191845" y="2336"/>
                  </a:lnTo>
                  <a:lnTo>
                    <a:pt x="7191375" y="3454"/>
                  </a:lnTo>
                  <a:lnTo>
                    <a:pt x="7191375" y="6083"/>
                  </a:lnTo>
                  <a:lnTo>
                    <a:pt x="7191845" y="7200"/>
                  </a:lnTo>
                  <a:lnTo>
                    <a:pt x="7193699" y="9067"/>
                  </a:lnTo>
                  <a:lnTo>
                    <a:pt x="7194829" y="9525"/>
                  </a:lnTo>
                  <a:lnTo>
                    <a:pt x="7197458" y="9525"/>
                  </a:lnTo>
                  <a:lnTo>
                    <a:pt x="7198576" y="9067"/>
                  </a:lnTo>
                  <a:lnTo>
                    <a:pt x="7200443" y="7200"/>
                  </a:lnTo>
                  <a:lnTo>
                    <a:pt x="7200900" y="6083"/>
                  </a:lnTo>
                  <a:lnTo>
                    <a:pt x="7200900" y="3454"/>
                  </a:lnTo>
                  <a:close/>
                </a:path>
                <a:path w="9153525" h="1219200">
                  <a:moveTo>
                    <a:pt x="7248525" y="1212494"/>
                  </a:moveTo>
                  <a:lnTo>
                    <a:pt x="7248068" y="1211376"/>
                  </a:lnTo>
                  <a:lnTo>
                    <a:pt x="7246201" y="1209509"/>
                  </a:lnTo>
                  <a:lnTo>
                    <a:pt x="7245083" y="1209052"/>
                  </a:lnTo>
                  <a:lnTo>
                    <a:pt x="7242454" y="1209052"/>
                  </a:lnTo>
                  <a:lnTo>
                    <a:pt x="7241324" y="1209509"/>
                  </a:lnTo>
                  <a:lnTo>
                    <a:pt x="7239470" y="1211376"/>
                  </a:lnTo>
                  <a:lnTo>
                    <a:pt x="7239000" y="1212494"/>
                  </a:lnTo>
                  <a:lnTo>
                    <a:pt x="7239000" y="1215123"/>
                  </a:lnTo>
                  <a:lnTo>
                    <a:pt x="7239470" y="1216240"/>
                  </a:lnTo>
                  <a:lnTo>
                    <a:pt x="7241324" y="1218107"/>
                  </a:lnTo>
                  <a:lnTo>
                    <a:pt x="7242454" y="1218577"/>
                  </a:lnTo>
                  <a:lnTo>
                    <a:pt x="7245083" y="1218577"/>
                  </a:lnTo>
                  <a:lnTo>
                    <a:pt x="7246201" y="1218107"/>
                  </a:lnTo>
                  <a:lnTo>
                    <a:pt x="7248068" y="1216240"/>
                  </a:lnTo>
                  <a:lnTo>
                    <a:pt x="7248525" y="1215123"/>
                  </a:lnTo>
                  <a:lnTo>
                    <a:pt x="7248525" y="1212494"/>
                  </a:lnTo>
                  <a:close/>
                </a:path>
                <a:path w="9153525" h="1219200">
                  <a:moveTo>
                    <a:pt x="7248525" y="607974"/>
                  </a:moveTo>
                  <a:lnTo>
                    <a:pt x="7248068" y="606856"/>
                  </a:lnTo>
                  <a:lnTo>
                    <a:pt x="7246201" y="604989"/>
                  </a:lnTo>
                  <a:lnTo>
                    <a:pt x="7245083" y="604520"/>
                  </a:lnTo>
                  <a:lnTo>
                    <a:pt x="7242454" y="604520"/>
                  </a:lnTo>
                  <a:lnTo>
                    <a:pt x="7241324" y="604989"/>
                  </a:lnTo>
                  <a:lnTo>
                    <a:pt x="7239470" y="606856"/>
                  </a:lnTo>
                  <a:lnTo>
                    <a:pt x="7239000" y="607974"/>
                  </a:lnTo>
                  <a:lnTo>
                    <a:pt x="7239000" y="610603"/>
                  </a:lnTo>
                  <a:lnTo>
                    <a:pt x="7239470" y="611720"/>
                  </a:lnTo>
                  <a:lnTo>
                    <a:pt x="7241324" y="613587"/>
                  </a:lnTo>
                  <a:lnTo>
                    <a:pt x="7242454" y="614045"/>
                  </a:lnTo>
                  <a:lnTo>
                    <a:pt x="7245083" y="614045"/>
                  </a:lnTo>
                  <a:lnTo>
                    <a:pt x="7246201" y="613587"/>
                  </a:lnTo>
                  <a:lnTo>
                    <a:pt x="7248068" y="611720"/>
                  </a:lnTo>
                  <a:lnTo>
                    <a:pt x="7248525" y="610603"/>
                  </a:lnTo>
                  <a:lnTo>
                    <a:pt x="7248525" y="607974"/>
                  </a:lnTo>
                  <a:close/>
                </a:path>
                <a:path w="9153525" h="1219200">
                  <a:moveTo>
                    <a:pt x="7248525" y="3454"/>
                  </a:moveTo>
                  <a:lnTo>
                    <a:pt x="7248068" y="2336"/>
                  </a:lnTo>
                  <a:lnTo>
                    <a:pt x="7246201" y="469"/>
                  </a:lnTo>
                  <a:lnTo>
                    <a:pt x="7245083" y="0"/>
                  </a:lnTo>
                  <a:lnTo>
                    <a:pt x="7242454" y="0"/>
                  </a:lnTo>
                  <a:lnTo>
                    <a:pt x="7241324" y="469"/>
                  </a:lnTo>
                  <a:lnTo>
                    <a:pt x="7239470" y="2336"/>
                  </a:lnTo>
                  <a:lnTo>
                    <a:pt x="7239000" y="3454"/>
                  </a:lnTo>
                  <a:lnTo>
                    <a:pt x="7239000" y="6083"/>
                  </a:lnTo>
                  <a:lnTo>
                    <a:pt x="7239470" y="7200"/>
                  </a:lnTo>
                  <a:lnTo>
                    <a:pt x="7241324" y="9067"/>
                  </a:lnTo>
                  <a:lnTo>
                    <a:pt x="7242454" y="9525"/>
                  </a:lnTo>
                  <a:lnTo>
                    <a:pt x="7245083" y="9525"/>
                  </a:lnTo>
                  <a:lnTo>
                    <a:pt x="7246201" y="9067"/>
                  </a:lnTo>
                  <a:lnTo>
                    <a:pt x="7248068" y="7200"/>
                  </a:lnTo>
                  <a:lnTo>
                    <a:pt x="7248525" y="6083"/>
                  </a:lnTo>
                  <a:lnTo>
                    <a:pt x="7248525" y="3454"/>
                  </a:lnTo>
                  <a:close/>
                </a:path>
                <a:path w="9153525" h="1219200">
                  <a:moveTo>
                    <a:pt x="7296150" y="1212494"/>
                  </a:moveTo>
                  <a:lnTo>
                    <a:pt x="7295693" y="1211376"/>
                  </a:lnTo>
                  <a:lnTo>
                    <a:pt x="7293826" y="1209509"/>
                  </a:lnTo>
                  <a:lnTo>
                    <a:pt x="7292708" y="1209052"/>
                  </a:lnTo>
                  <a:lnTo>
                    <a:pt x="7290079" y="1209052"/>
                  </a:lnTo>
                  <a:lnTo>
                    <a:pt x="7288949" y="1209509"/>
                  </a:lnTo>
                  <a:lnTo>
                    <a:pt x="7287095" y="1211376"/>
                  </a:lnTo>
                  <a:lnTo>
                    <a:pt x="7286625" y="1212494"/>
                  </a:lnTo>
                  <a:lnTo>
                    <a:pt x="7286625" y="1215123"/>
                  </a:lnTo>
                  <a:lnTo>
                    <a:pt x="7287095" y="1216240"/>
                  </a:lnTo>
                  <a:lnTo>
                    <a:pt x="7288949" y="1218107"/>
                  </a:lnTo>
                  <a:lnTo>
                    <a:pt x="7290079" y="1218577"/>
                  </a:lnTo>
                  <a:lnTo>
                    <a:pt x="7292708" y="1218577"/>
                  </a:lnTo>
                  <a:lnTo>
                    <a:pt x="7293826" y="1218107"/>
                  </a:lnTo>
                  <a:lnTo>
                    <a:pt x="7295693" y="1216240"/>
                  </a:lnTo>
                  <a:lnTo>
                    <a:pt x="7296150" y="1215123"/>
                  </a:lnTo>
                  <a:lnTo>
                    <a:pt x="7296150" y="1212494"/>
                  </a:lnTo>
                  <a:close/>
                </a:path>
                <a:path w="9153525" h="1219200">
                  <a:moveTo>
                    <a:pt x="7296150" y="607974"/>
                  </a:moveTo>
                  <a:lnTo>
                    <a:pt x="7295693" y="606856"/>
                  </a:lnTo>
                  <a:lnTo>
                    <a:pt x="7293826" y="604989"/>
                  </a:lnTo>
                  <a:lnTo>
                    <a:pt x="7292708" y="604520"/>
                  </a:lnTo>
                  <a:lnTo>
                    <a:pt x="7290079" y="604520"/>
                  </a:lnTo>
                  <a:lnTo>
                    <a:pt x="7288949" y="604989"/>
                  </a:lnTo>
                  <a:lnTo>
                    <a:pt x="7287095" y="606856"/>
                  </a:lnTo>
                  <a:lnTo>
                    <a:pt x="7286625" y="607974"/>
                  </a:lnTo>
                  <a:lnTo>
                    <a:pt x="7286625" y="610603"/>
                  </a:lnTo>
                  <a:lnTo>
                    <a:pt x="7287095" y="611720"/>
                  </a:lnTo>
                  <a:lnTo>
                    <a:pt x="7288949" y="613587"/>
                  </a:lnTo>
                  <a:lnTo>
                    <a:pt x="7290079" y="614045"/>
                  </a:lnTo>
                  <a:lnTo>
                    <a:pt x="7292708" y="614045"/>
                  </a:lnTo>
                  <a:lnTo>
                    <a:pt x="7293826" y="613587"/>
                  </a:lnTo>
                  <a:lnTo>
                    <a:pt x="7295693" y="611720"/>
                  </a:lnTo>
                  <a:lnTo>
                    <a:pt x="7296150" y="610603"/>
                  </a:lnTo>
                  <a:lnTo>
                    <a:pt x="7296150" y="607974"/>
                  </a:lnTo>
                  <a:close/>
                </a:path>
                <a:path w="9153525" h="1219200">
                  <a:moveTo>
                    <a:pt x="7296150" y="3454"/>
                  </a:moveTo>
                  <a:lnTo>
                    <a:pt x="7295693" y="2336"/>
                  </a:lnTo>
                  <a:lnTo>
                    <a:pt x="7293826" y="469"/>
                  </a:lnTo>
                  <a:lnTo>
                    <a:pt x="7292708" y="0"/>
                  </a:lnTo>
                  <a:lnTo>
                    <a:pt x="7290079" y="0"/>
                  </a:lnTo>
                  <a:lnTo>
                    <a:pt x="7288949" y="469"/>
                  </a:lnTo>
                  <a:lnTo>
                    <a:pt x="7287095" y="2336"/>
                  </a:lnTo>
                  <a:lnTo>
                    <a:pt x="7286625" y="3454"/>
                  </a:lnTo>
                  <a:lnTo>
                    <a:pt x="7286625" y="6083"/>
                  </a:lnTo>
                  <a:lnTo>
                    <a:pt x="7287095" y="7200"/>
                  </a:lnTo>
                  <a:lnTo>
                    <a:pt x="7288949" y="9067"/>
                  </a:lnTo>
                  <a:lnTo>
                    <a:pt x="7290079" y="9525"/>
                  </a:lnTo>
                  <a:lnTo>
                    <a:pt x="7292708" y="9525"/>
                  </a:lnTo>
                  <a:lnTo>
                    <a:pt x="7293826" y="9067"/>
                  </a:lnTo>
                  <a:lnTo>
                    <a:pt x="7295693" y="7200"/>
                  </a:lnTo>
                  <a:lnTo>
                    <a:pt x="7296150" y="6083"/>
                  </a:lnTo>
                  <a:lnTo>
                    <a:pt x="7296150" y="3454"/>
                  </a:lnTo>
                  <a:close/>
                </a:path>
                <a:path w="9153525" h="1219200">
                  <a:moveTo>
                    <a:pt x="7343775" y="1212494"/>
                  </a:moveTo>
                  <a:lnTo>
                    <a:pt x="7343318" y="1211376"/>
                  </a:lnTo>
                  <a:lnTo>
                    <a:pt x="7341451" y="1209509"/>
                  </a:lnTo>
                  <a:lnTo>
                    <a:pt x="7340333" y="1209052"/>
                  </a:lnTo>
                  <a:lnTo>
                    <a:pt x="7337704" y="1209052"/>
                  </a:lnTo>
                  <a:lnTo>
                    <a:pt x="7336574" y="1209509"/>
                  </a:lnTo>
                  <a:lnTo>
                    <a:pt x="7334720" y="1211376"/>
                  </a:lnTo>
                  <a:lnTo>
                    <a:pt x="7334250" y="1212494"/>
                  </a:lnTo>
                  <a:lnTo>
                    <a:pt x="7334250" y="1215123"/>
                  </a:lnTo>
                  <a:lnTo>
                    <a:pt x="7334720" y="1216240"/>
                  </a:lnTo>
                  <a:lnTo>
                    <a:pt x="7336574" y="1218107"/>
                  </a:lnTo>
                  <a:lnTo>
                    <a:pt x="7337704" y="1218577"/>
                  </a:lnTo>
                  <a:lnTo>
                    <a:pt x="7340333" y="1218577"/>
                  </a:lnTo>
                  <a:lnTo>
                    <a:pt x="7341451" y="1218107"/>
                  </a:lnTo>
                  <a:lnTo>
                    <a:pt x="7343318" y="1216240"/>
                  </a:lnTo>
                  <a:lnTo>
                    <a:pt x="7343775" y="1215123"/>
                  </a:lnTo>
                  <a:lnTo>
                    <a:pt x="7343775" y="1212494"/>
                  </a:lnTo>
                  <a:close/>
                </a:path>
                <a:path w="9153525" h="1219200">
                  <a:moveTo>
                    <a:pt x="7343775" y="607974"/>
                  </a:moveTo>
                  <a:lnTo>
                    <a:pt x="7343318" y="606856"/>
                  </a:lnTo>
                  <a:lnTo>
                    <a:pt x="7341451" y="604989"/>
                  </a:lnTo>
                  <a:lnTo>
                    <a:pt x="7340333" y="604520"/>
                  </a:lnTo>
                  <a:lnTo>
                    <a:pt x="7337704" y="604520"/>
                  </a:lnTo>
                  <a:lnTo>
                    <a:pt x="7336574" y="604989"/>
                  </a:lnTo>
                  <a:lnTo>
                    <a:pt x="7334720" y="606856"/>
                  </a:lnTo>
                  <a:lnTo>
                    <a:pt x="7334250" y="607974"/>
                  </a:lnTo>
                  <a:lnTo>
                    <a:pt x="7334250" y="610603"/>
                  </a:lnTo>
                  <a:lnTo>
                    <a:pt x="7334720" y="611720"/>
                  </a:lnTo>
                  <a:lnTo>
                    <a:pt x="7336574" y="613587"/>
                  </a:lnTo>
                  <a:lnTo>
                    <a:pt x="7337704" y="614045"/>
                  </a:lnTo>
                  <a:lnTo>
                    <a:pt x="7340333" y="614045"/>
                  </a:lnTo>
                  <a:lnTo>
                    <a:pt x="7341451" y="613587"/>
                  </a:lnTo>
                  <a:lnTo>
                    <a:pt x="7343318" y="611720"/>
                  </a:lnTo>
                  <a:lnTo>
                    <a:pt x="7343775" y="610603"/>
                  </a:lnTo>
                  <a:lnTo>
                    <a:pt x="7343775" y="607974"/>
                  </a:lnTo>
                  <a:close/>
                </a:path>
                <a:path w="9153525" h="1219200">
                  <a:moveTo>
                    <a:pt x="7343775" y="3454"/>
                  </a:moveTo>
                  <a:lnTo>
                    <a:pt x="7343318" y="2336"/>
                  </a:lnTo>
                  <a:lnTo>
                    <a:pt x="7341451" y="469"/>
                  </a:lnTo>
                  <a:lnTo>
                    <a:pt x="7340333" y="0"/>
                  </a:lnTo>
                  <a:lnTo>
                    <a:pt x="7337704" y="0"/>
                  </a:lnTo>
                  <a:lnTo>
                    <a:pt x="7336574" y="469"/>
                  </a:lnTo>
                  <a:lnTo>
                    <a:pt x="7334720" y="2336"/>
                  </a:lnTo>
                  <a:lnTo>
                    <a:pt x="7334250" y="3454"/>
                  </a:lnTo>
                  <a:lnTo>
                    <a:pt x="7334250" y="6083"/>
                  </a:lnTo>
                  <a:lnTo>
                    <a:pt x="7334720" y="7200"/>
                  </a:lnTo>
                  <a:lnTo>
                    <a:pt x="7336574" y="9067"/>
                  </a:lnTo>
                  <a:lnTo>
                    <a:pt x="7337704" y="9525"/>
                  </a:lnTo>
                  <a:lnTo>
                    <a:pt x="7340333" y="9525"/>
                  </a:lnTo>
                  <a:lnTo>
                    <a:pt x="7341451" y="9067"/>
                  </a:lnTo>
                  <a:lnTo>
                    <a:pt x="7343318" y="7200"/>
                  </a:lnTo>
                  <a:lnTo>
                    <a:pt x="7343775" y="6083"/>
                  </a:lnTo>
                  <a:lnTo>
                    <a:pt x="7343775" y="3454"/>
                  </a:lnTo>
                  <a:close/>
                </a:path>
                <a:path w="9153525" h="1219200">
                  <a:moveTo>
                    <a:pt x="7391400" y="1212494"/>
                  </a:moveTo>
                  <a:lnTo>
                    <a:pt x="7390943" y="1211376"/>
                  </a:lnTo>
                  <a:lnTo>
                    <a:pt x="7389076" y="1209509"/>
                  </a:lnTo>
                  <a:lnTo>
                    <a:pt x="7387958" y="1209052"/>
                  </a:lnTo>
                  <a:lnTo>
                    <a:pt x="7385329" y="1209052"/>
                  </a:lnTo>
                  <a:lnTo>
                    <a:pt x="7384199" y="1209509"/>
                  </a:lnTo>
                  <a:lnTo>
                    <a:pt x="7382345" y="1211376"/>
                  </a:lnTo>
                  <a:lnTo>
                    <a:pt x="7381875" y="1212494"/>
                  </a:lnTo>
                  <a:lnTo>
                    <a:pt x="7381875" y="1215123"/>
                  </a:lnTo>
                  <a:lnTo>
                    <a:pt x="7382345" y="1216240"/>
                  </a:lnTo>
                  <a:lnTo>
                    <a:pt x="7384199" y="1218107"/>
                  </a:lnTo>
                  <a:lnTo>
                    <a:pt x="7385329" y="1218577"/>
                  </a:lnTo>
                  <a:lnTo>
                    <a:pt x="7387958" y="1218577"/>
                  </a:lnTo>
                  <a:lnTo>
                    <a:pt x="7389076" y="1218107"/>
                  </a:lnTo>
                  <a:lnTo>
                    <a:pt x="7390943" y="1216240"/>
                  </a:lnTo>
                  <a:lnTo>
                    <a:pt x="7391400" y="1215123"/>
                  </a:lnTo>
                  <a:lnTo>
                    <a:pt x="7391400" y="1212494"/>
                  </a:lnTo>
                  <a:close/>
                </a:path>
                <a:path w="9153525" h="1219200">
                  <a:moveTo>
                    <a:pt x="7391400" y="607974"/>
                  </a:moveTo>
                  <a:lnTo>
                    <a:pt x="7390943" y="606856"/>
                  </a:lnTo>
                  <a:lnTo>
                    <a:pt x="7389076" y="604989"/>
                  </a:lnTo>
                  <a:lnTo>
                    <a:pt x="7387958" y="604520"/>
                  </a:lnTo>
                  <a:lnTo>
                    <a:pt x="7385329" y="604520"/>
                  </a:lnTo>
                  <a:lnTo>
                    <a:pt x="7384199" y="604989"/>
                  </a:lnTo>
                  <a:lnTo>
                    <a:pt x="7382345" y="606856"/>
                  </a:lnTo>
                  <a:lnTo>
                    <a:pt x="7381875" y="607974"/>
                  </a:lnTo>
                  <a:lnTo>
                    <a:pt x="7381875" y="610603"/>
                  </a:lnTo>
                  <a:lnTo>
                    <a:pt x="7382345" y="611720"/>
                  </a:lnTo>
                  <a:lnTo>
                    <a:pt x="7384199" y="613587"/>
                  </a:lnTo>
                  <a:lnTo>
                    <a:pt x="7385329" y="614045"/>
                  </a:lnTo>
                  <a:lnTo>
                    <a:pt x="7387958" y="614045"/>
                  </a:lnTo>
                  <a:lnTo>
                    <a:pt x="7389076" y="613587"/>
                  </a:lnTo>
                  <a:lnTo>
                    <a:pt x="7390943" y="611720"/>
                  </a:lnTo>
                  <a:lnTo>
                    <a:pt x="7391400" y="610603"/>
                  </a:lnTo>
                  <a:lnTo>
                    <a:pt x="7391400" y="607974"/>
                  </a:lnTo>
                  <a:close/>
                </a:path>
                <a:path w="9153525" h="1219200">
                  <a:moveTo>
                    <a:pt x="7391400" y="3454"/>
                  </a:moveTo>
                  <a:lnTo>
                    <a:pt x="7390943" y="2336"/>
                  </a:lnTo>
                  <a:lnTo>
                    <a:pt x="7389076" y="469"/>
                  </a:lnTo>
                  <a:lnTo>
                    <a:pt x="7387958" y="0"/>
                  </a:lnTo>
                  <a:lnTo>
                    <a:pt x="7385329" y="0"/>
                  </a:lnTo>
                  <a:lnTo>
                    <a:pt x="7384199" y="469"/>
                  </a:lnTo>
                  <a:lnTo>
                    <a:pt x="7382345" y="2336"/>
                  </a:lnTo>
                  <a:lnTo>
                    <a:pt x="7381875" y="3454"/>
                  </a:lnTo>
                  <a:lnTo>
                    <a:pt x="7381875" y="6083"/>
                  </a:lnTo>
                  <a:lnTo>
                    <a:pt x="7382345" y="7200"/>
                  </a:lnTo>
                  <a:lnTo>
                    <a:pt x="7384199" y="9067"/>
                  </a:lnTo>
                  <a:lnTo>
                    <a:pt x="7385329" y="9525"/>
                  </a:lnTo>
                  <a:lnTo>
                    <a:pt x="7387958" y="9525"/>
                  </a:lnTo>
                  <a:lnTo>
                    <a:pt x="7389076" y="9067"/>
                  </a:lnTo>
                  <a:lnTo>
                    <a:pt x="7390943" y="7200"/>
                  </a:lnTo>
                  <a:lnTo>
                    <a:pt x="7391400" y="6083"/>
                  </a:lnTo>
                  <a:lnTo>
                    <a:pt x="7391400" y="3454"/>
                  </a:lnTo>
                  <a:close/>
                </a:path>
                <a:path w="9153525" h="1219200">
                  <a:moveTo>
                    <a:pt x="7439025" y="1212494"/>
                  </a:moveTo>
                  <a:lnTo>
                    <a:pt x="7438568" y="1211376"/>
                  </a:lnTo>
                  <a:lnTo>
                    <a:pt x="7436701" y="1209509"/>
                  </a:lnTo>
                  <a:lnTo>
                    <a:pt x="7435583" y="1209052"/>
                  </a:lnTo>
                  <a:lnTo>
                    <a:pt x="7432954" y="1209052"/>
                  </a:lnTo>
                  <a:lnTo>
                    <a:pt x="7431824" y="1209509"/>
                  </a:lnTo>
                  <a:lnTo>
                    <a:pt x="7429970" y="1211376"/>
                  </a:lnTo>
                  <a:lnTo>
                    <a:pt x="7429500" y="1212494"/>
                  </a:lnTo>
                  <a:lnTo>
                    <a:pt x="7429500" y="1215123"/>
                  </a:lnTo>
                  <a:lnTo>
                    <a:pt x="7429970" y="1216240"/>
                  </a:lnTo>
                  <a:lnTo>
                    <a:pt x="7431824" y="1218107"/>
                  </a:lnTo>
                  <a:lnTo>
                    <a:pt x="7432954" y="1218577"/>
                  </a:lnTo>
                  <a:lnTo>
                    <a:pt x="7435583" y="1218577"/>
                  </a:lnTo>
                  <a:lnTo>
                    <a:pt x="7436701" y="1218107"/>
                  </a:lnTo>
                  <a:lnTo>
                    <a:pt x="7438568" y="1216240"/>
                  </a:lnTo>
                  <a:lnTo>
                    <a:pt x="7439025" y="1215123"/>
                  </a:lnTo>
                  <a:lnTo>
                    <a:pt x="7439025" y="1212494"/>
                  </a:lnTo>
                  <a:close/>
                </a:path>
                <a:path w="9153525" h="1219200">
                  <a:moveTo>
                    <a:pt x="7439025" y="607974"/>
                  </a:moveTo>
                  <a:lnTo>
                    <a:pt x="7438568" y="606856"/>
                  </a:lnTo>
                  <a:lnTo>
                    <a:pt x="7436701" y="604989"/>
                  </a:lnTo>
                  <a:lnTo>
                    <a:pt x="7435583" y="604520"/>
                  </a:lnTo>
                  <a:lnTo>
                    <a:pt x="7432954" y="604520"/>
                  </a:lnTo>
                  <a:lnTo>
                    <a:pt x="7431824" y="604989"/>
                  </a:lnTo>
                  <a:lnTo>
                    <a:pt x="7429970" y="606856"/>
                  </a:lnTo>
                  <a:lnTo>
                    <a:pt x="7429500" y="607974"/>
                  </a:lnTo>
                  <a:lnTo>
                    <a:pt x="7429500" y="610603"/>
                  </a:lnTo>
                  <a:lnTo>
                    <a:pt x="7429970" y="611720"/>
                  </a:lnTo>
                  <a:lnTo>
                    <a:pt x="7431824" y="613587"/>
                  </a:lnTo>
                  <a:lnTo>
                    <a:pt x="7432954" y="614045"/>
                  </a:lnTo>
                  <a:lnTo>
                    <a:pt x="7435583" y="614045"/>
                  </a:lnTo>
                  <a:lnTo>
                    <a:pt x="7436701" y="613587"/>
                  </a:lnTo>
                  <a:lnTo>
                    <a:pt x="7438568" y="611720"/>
                  </a:lnTo>
                  <a:lnTo>
                    <a:pt x="7439025" y="610603"/>
                  </a:lnTo>
                  <a:lnTo>
                    <a:pt x="7439025" y="607974"/>
                  </a:lnTo>
                  <a:close/>
                </a:path>
                <a:path w="9153525" h="1219200">
                  <a:moveTo>
                    <a:pt x="7439025" y="3454"/>
                  </a:moveTo>
                  <a:lnTo>
                    <a:pt x="7438568" y="2336"/>
                  </a:lnTo>
                  <a:lnTo>
                    <a:pt x="7436701" y="469"/>
                  </a:lnTo>
                  <a:lnTo>
                    <a:pt x="7435583" y="0"/>
                  </a:lnTo>
                  <a:lnTo>
                    <a:pt x="7432954" y="0"/>
                  </a:lnTo>
                  <a:lnTo>
                    <a:pt x="7431824" y="469"/>
                  </a:lnTo>
                  <a:lnTo>
                    <a:pt x="7429970" y="2336"/>
                  </a:lnTo>
                  <a:lnTo>
                    <a:pt x="7429500" y="3454"/>
                  </a:lnTo>
                  <a:lnTo>
                    <a:pt x="7429500" y="6083"/>
                  </a:lnTo>
                  <a:lnTo>
                    <a:pt x="7429970" y="7200"/>
                  </a:lnTo>
                  <a:lnTo>
                    <a:pt x="7431824" y="9067"/>
                  </a:lnTo>
                  <a:lnTo>
                    <a:pt x="7432954" y="9525"/>
                  </a:lnTo>
                  <a:lnTo>
                    <a:pt x="7435583" y="9525"/>
                  </a:lnTo>
                  <a:lnTo>
                    <a:pt x="7436701" y="9067"/>
                  </a:lnTo>
                  <a:lnTo>
                    <a:pt x="7438568" y="7200"/>
                  </a:lnTo>
                  <a:lnTo>
                    <a:pt x="7439025" y="6083"/>
                  </a:lnTo>
                  <a:lnTo>
                    <a:pt x="7439025" y="3454"/>
                  </a:lnTo>
                  <a:close/>
                </a:path>
                <a:path w="9153525" h="1219200">
                  <a:moveTo>
                    <a:pt x="7486650" y="1212494"/>
                  </a:moveTo>
                  <a:lnTo>
                    <a:pt x="7486193" y="1211376"/>
                  </a:lnTo>
                  <a:lnTo>
                    <a:pt x="7484326" y="1209509"/>
                  </a:lnTo>
                  <a:lnTo>
                    <a:pt x="7483208" y="1209052"/>
                  </a:lnTo>
                  <a:lnTo>
                    <a:pt x="7480579" y="1209052"/>
                  </a:lnTo>
                  <a:lnTo>
                    <a:pt x="7479462" y="1209509"/>
                  </a:lnTo>
                  <a:lnTo>
                    <a:pt x="7477595" y="1211376"/>
                  </a:lnTo>
                  <a:lnTo>
                    <a:pt x="7477125" y="1212494"/>
                  </a:lnTo>
                  <a:lnTo>
                    <a:pt x="7477125" y="1215123"/>
                  </a:lnTo>
                  <a:lnTo>
                    <a:pt x="7477595" y="1216240"/>
                  </a:lnTo>
                  <a:lnTo>
                    <a:pt x="7479462" y="1218107"/>
                  </a:lnTo>
                  <a:lnTo>
                    <a:pt x="7480579" y="1218577"/>
                  </a:lnTo>
                  <a:lnTo>
                    <a:pt x="7483208" y="1218577"/>
                  </a:lnTo>
                  <a:lnTo>
                    <a:pt x="7484326" y="1218107"/>
                  </a:lnTo>
                  <a:lnTo>
                    <a:pt x="7486193" y="1216240"/>
                  </a:lnTo>
                  <a:lnTo>
                    <a:pt x="7486650" y="1215123"/>
                  </a:lnTo>
                  <a:lnTo>
                    <a:pt x="7486650" y="1212494"/>
                  </a:lnTo>
                  <a:close/>
                </a:path>
                <a:path w="9153525" h="1219200">
                  <a:moveTo>
                    <a:pt x="7486650" y="607974"/>
                  </a:moveTo>
                  <a:lnTo>
                    <a:pt x="7486193" y="606856"/>
                  </a:lnTo>
                  <a:lnTo>
                    <a:pt x="7484326" y="604989"/>
                  </a:lnTo>
                  <a:lnTo>
                    <a:pt x="7483208" y="604520"/>
                  </a:lnTo>
                  <a:lnTo>
                    <a:pt x="7480579" y="604520"/>
                  </a:lnTo>
                  <a:lnTo>
                    <a:pt x="7479462" y="604989"/>
                  </a:lnTo>
                  <a:lnTo>
                    <a:pt x="7477595" y="606856"/>
                  </a:lnTo>
                  <a:lnTo>
                    <a:pt x="7477125" y="607974"/>
                  </a:lnTo>
                  <a:lnTo>
                    <a:pt x="7477125" y="610603"/>
                  </a:lnTo>
                  <a:lnTo>
                    <a:pt x="7477595" y="611720"/>
                  </a:lnTo>
                  <a:lnTo>
                    <a:pt x="7479462" y="613587"/>
                  </a:lnTo>
                  <a:lnTo>
                    <a:pt x="7480579" y="614045"/>
                  </a:lnTo>
                  <a:lnTo>
                    <a:pt x="7483208" y="614045"/>
                  </a:lnTo>
                  <a:lnTo>
                    <a:pt x="7484326" y="613587"/>
                  </a:lnTo>
                  <a:lnTo>
                    <a:pt x="7486193" y="611720"/>
                  </a:lnTo>
                  <a:lnTo>
                    <a:pt x="7486650" y="610603"/>
                  </a:lnTo>
                  <a:lnTo>
                    <a:pt x="7486650" y="607974"/>
                  </a:lnTo>
                  <a:close/>
                </a:path>
                <a:path w="9153525" h="1219200">
                  <a:moveTo>
                    <a:pt x="7486650" y="3454"/>
                  </a:moveTo>
                  <a:lnTo>
                    <a:pt x="7486193" y="2336"/>
                  </a:lnTo>
                  <a:lnTo>
                    <a:pt x="7484326" y="469"/>
                  </a:lnTo>
                  <a:lnTo>
                    <a:pt x="7483208" y="0"/>
                  </a:lnTo>
                  <a:lnTo>
                    <a:pt x="7480579" y="0"/>
                  </a:lnTo>
                  <a:lnTo>
                    <a:pt x="7479462" y="469"/>
                  </a:lnTo>
                  <a:lnTo>
                    <a:pt x="7477595" y="2336"/>
                  </a:lnTo>
                  <a:lnTo>
                    <a:pt x="7477125" y="3454"/>
                  </a:lnTo>
                  <a:lnTo>
                    <a:pt x="7477125" y="6083"/>
                  </a:lnTo>
                  <a:lnTo>
                    <a:pt x="7477595" y="7200"/>
                  </a:lnTo>
                  <a:lnTo>
                    <a:pt x="7479462" y="9067"/>
                  </a:lnTo>
                  <a:lnTo>
                    <a:pt x="7480579" y="9525"/>
                  </a:lnTo>
                  <a:lnTo>
                    <a:pt x="7483208" y="9525"/>
                  </a:lnTo>
                  <a:lnTo>
                    <a:pt x="7484326" y="9067"/>
                  </a:lnTo>
                  <a:lnTo>
                    <a:pt x="7486193" y="7200"/>
                  </a:lnTo>
                  <a:lnTo>
                    <a:pt x="7486650" y="6083"/>
                  </a:lnTo>
                  <a:lnTo>
                    <a:pt x="7486650" y="3454"/>
                  </a:lnTo>
                  <a:close/>
                </a:path>
                <a:path w="9153525" h="1219200">
                  <a:moveTo>
                    <a:pt x="7534275" y="1212494"/>
                  </a:moveTo>
                  <a:lnTo>
                    <a:pt x="7533818" y="1211376"/>
                  </a:lnTo>
                  <a:lnTo>
                    <a:pt x="7531951" y="1209509"/>
                  </a:lnTo>
                  <a:lnTo>
                    <a:pt x="7530833" y="1209052"/>
                  </a:lnTo>
                  <a:lnTo>
                    <a:pt x="7528204" y="1209052"/>
                  </a:lnTo>
                  <a:lnTo>
                    <a:pt x="7527074" y="1209509"/>
                  </a:lnTo>
                  <a:lnTo>
                    <a:pt x="7525220" y="1211376"/>
                  </a:lnTo>
                  <a:lnTo>
                    <a:pt x="7524750" y="1212494"/>
                  </a:lnTo>
                  <a:lnTo>
                    <a:pt x="7524750" y="1215123"/>
                  </a:lnTo>
                  <a:lnTo>
                    <a:pt x="7525220" y="1216240"/>
                  </a:lnTo>
                  <a:lnTo>
                    <a:pt x="7527074" y="1218107"/>
                  </a:lnTo>
                  <a:lnTo>
                    <a:pt x="7528204" y="1218577"/>
                  </a:lnTo>
                  <a:lnTo>
                    <a:pt x="7530833" y="1218577"/>
                  </a:lnTo>
                  <a:lnTo>
                    <a:pt x="7531951" y="1218107"/>
                  </a:lnTo>
                  <a:lnTo>
                    <a:pt x="7533818" y="1216240"/>
                  </a:lnTo>
                  <a:lnTo>
                    <a:pt x="7534275" y="1215123"/>
                  </a:lnTo>
                  <a:lnTo>
                    <a:pt x="7534275" y="1212494"/>
                  </a:lnTo>
                  <a:close/>
                </a:path>
                <a:path w="9153525" h="1219200">
                  <a:moveTo>
                    <a:pt x="7534275" y="607974"/>
                  </a:moveTo>
                  <a:lnTo>
                    <a:pt x="7533818" y="606856"/>
                  </a:lnTo>
                  <a:lnTo>
                    <a:pt x="7531951" y="604989"/>
                  </a:lnTo>
                  <a:lnTo>
                    <a:pt x="7530833" y="604520"/>
                  </a:lnTo>
                  <a:lnTo>
                    <a:pt x="7528204" y="604520"/>
                  </a:lnTo>
                  <a:lnTo>
                    <a:pt x="7527074" y="604989"/>
                  </a:lnTo>
                  <a:lnTo>
                    <a:pt x="7525220" y="606856"/>
                  </a:lnTo>
                  <a:lnTo>
                    <a:pt x="7524750" y="607974"/>
                  </a:lnTo>
                  <a:lnTo>
                    <a:pt x="7524750" y="610603"/>
                  </a:lnTo>
                  <a:lnTo>
                    <a:pt x="7525220" y="611720"/>
                  </a:lnTo>
                  <a:lnTo>
                    <a:pt x="7527074" y="613587"/>
                  </a:lnTo>
                  <a:lnTo>
                    <a:pt x="7528204" y="614045"/>
                  </a:lnTo>
                  <a:lnTo>
                    <a:pt x="7530833" y="614045"/>
                  </a:lnTo>
                  <a:lnTo>
                    <a:pt x="7531951" y="613587"/>
                  </a:lnTo>
                  <a:lnTo>
                    <a:pt x="7533818" y="611720"/>
                  </a:lnTo>
                  <a:lnTo>
                    <a:pt x="7534275" y="610603"/>
                  </a:lnTo>
                  <a:lnTo>
                    <a:pt x="7534275" y="607974"/>
                  </a:lnTo>
                  <a:close/>
                </a:path>
                <a:path w="9153525" h="1219200">
                  <a:moveTo>
                    <a:pt x="7534275" y="3454"/>
                  </a:moveTo>
                  <a:lnTo>
                    <a:pt x="7533818" y="2336"/>
                  </a:lnTo>
                  <a:lnTo>
                    <a:pt x="7531951" y="469"/>
                  </a:lnTo>
                  <a:lnTo>
                    <a:pt x="7530833" y="0"/>
                  </a:lnTo>
                  <a:lnTo>
                    <a:pt x="7528204" y="0"/>
                  </a:lnTo>
                  <a:lnTo>
                    <a:pt x="7527074" y="469"/>
                  </a:lnTo>
                  <a:lnTo>
                    <a:pt x="7525220" y="2336"/>
                  </a:lnTo>
                  <a:lnTo>
                    <a:pt x="7524750" y="3454"/>
                  </a:lnTo>
                  <a:lnTo>
                    <a:pt x="7524750" y="6083"/>
                  </a:lnTo>
                  <a:lnTo>
                    <a:pt x="7525220" y="7200"/>
                  </a:lnTo>
                  <a:lnTo>
                    <a:pt x="7527074" y="9067"/>
                  </a:lnTo>
                  <a:lnTo>
                    <a:pt x="7528204" y="9525"/>
                  </a:lnTo>
                  <a:lnTo>
                    <a:pt x="7530833" y="9525"/>
                  </a:lnTo>
                  <a:lnTo>
                    <a:pt x="7531951" y="9067"/>
                  </a:lnTo>
                  <a:lnTo>
                    <a:pt x="7533818" y="7200"/>
                  </a:lnTo>
                  <a:lnTo>
                    <a:pt x="7534275" y="6083"/>
                  </a:lnTo>
                  <a:lnTo>
                    <a:pt x="7534275" y="3454"/>
                  </a:lnTo>
                  <a:close/>
                </a:path>
                <a:path w="9153525" h="1219200">
                  <a:moveTo>
                    <a:pt x="7581900" y="1212494"/>
                  </a:moveTo>
                  <a:lnTo>
                    <a:pt x="7581443" y="1211376"/>
                  </a:lnTo>
                  <a:lnTo>
                    <a:pt x="7579576" y="1209509"/>
                  </a:lnTo>
                  <a:lnTo>
                    <a:pt x="7578458" y="1209052"/>
                  </a:lnTo>
                  <a:lnTo>
                    <a:pt x="7575829" y="1209052"/>
                  </a:lnTo>
                  <a:lnTo>
                    <a:pt x="7574699" y="1209509"/>
                  </a:lnTo>
                  <a:lnTo>
                    <a:pt x="7572845" y="1211376"/>
                  </a:lnTo>
                  <a:lnTo>
                    <a:pt x="7572375" y="1212494"/>
                  </a:lnTo>
                  <a:lnTo>
                    <a:pt x="7572375" y="1215123"/>
                  </a:lnTo>
                  <a:lnTo>
                    <a:pt x="7572845" y="1216240"/>
                  </a:lnTo>
                  <a:lnTo>
                    <a:pt x="7574699" y="1218107"/>
                  </a:lnTo>
                  <a:lnTo>
                    <a:pt x="7575829" y="1218577"/>
                  </a:lnTo>
                  <a:lnTo>
                    <a:pt x="7578458" y="1218577"/>
                  </a:lnTo>
                  <a:lnTo>
                    <a:pt x="7579576" y="1218107"/>
                  </a:lnTo>
                  <a:lnTo>
                    <a:pt x="7581443" y="1216240"/>
                  </a:lnTo>
                  <a:lnTo>
                    <a:pt x="7581900" y="1215123"/>
                  </a:lnTo>
                  <a:lnTo>
                    <a:pt x="7581900" y="1212494"/>
                  </a:lnTo>
                  <a:close/>
                </a:path>
                <a:path w="9153525" h="1219200">
                  <a:moveTo>
                    <a:pt x="7581900" y="607974"/>
                  </a:moveTo>
                  <a:lnTo>
                    <a:pt x="7581443" y="606856"/>
                  </a:lnTo>
                  <a:lnTo>
                    <a:pt x="7579576" y="604989"/>
                  </a:lnTo>
                  <a:lnTo>
                    <a:pt x="7578458" y="604520"/>
                  </a:lnTo>
                  <a:lnTo>
                    <a:pt x="7575829" y="604520"/>
                  </a:lnTo>
                  <a:lnTo>
                    <a:pt x="7574699" y="604989"/>
                  </a:lnTo>
                  <a:lnTo>
                    <a:pt x="7572845" y="606856"/>
                  </a:lnTo>
                  <a:lnTo>
                    <a:pt x="7572375" y="607974"/>
                  </a:lnTo>
                  <a:lnTo>
                    <a:pt x="7572375" y="610603"/>
                  </a:lnTo>
                  <a:lnTo>
                    <a:pt x="7572845" y="611720"/>
                  </a:lnTo>
                  <a:lnTo>
                    <a:pt x="7574699" y="613587"/>
                  </a:lnTo>
                  <a:lnTo>
                    <a:pt x="7575829" y="614045"/>
                  </a:lnTo>
                  <a:lnTo>
                    <a:pt x="7578458" y="614045"/>
                  </a:lnTo>
                  <a:lnTo>
                    <a:pt x="7579576" y="613587"/>
                  </a:lnTo>
                  <a:lnTo>
                    <a:pt x="7581443" y="611720"/>
                  </a:lnTo>
                  <a:lnTo>
                    <a:pt x="7581900" y="610603"/>
                  </a:lnTo>
                  <a:lnTo>
                    <a:pt x="7581900" y="607974"/>
                  </a:lnTo>
                  <a:close/>
                </a:path>
                <a:path w="9153525" h="1219200">
                  <a:moveTo>
                    <a:pt x="7581900" y="3454"/>
                  </a:moveTo>
                  <a:lnTo>
                    <a:pt x="7581443" y="2336"/>
                  </a:lnTo>
                  <a:lnTo>
                    <a:pt x="7579576" y="469"/>
                  </a:lnTo>
                  <a:lnTo>
                    <a:pt x="7578458" y="0"/>
                  </a:lnTo>
                  <a:lnTo>
                    <a:pt x="7575829" y="0"/>
                  </a:lnTo>
                  <a:lnTo>
                    <a:pt x="7574699" y="469"/>
                  </a:lnTo>
                  <a:lnTo>
                    <a:pt x="7572845" y="2336"/>
                  </a:lnTo>
                  <a:lnTo>
                    <a:pt x="7572375" y="3454"/>
                  </a:lnTo>
                  <a:lnTo>
                    <a:pt x="7572375" y="6083"/>
                  </a:lnTo>
                  <a:lnTo>
                    <a:pt x="7572845" y="7200"/>
                  </a:lnTo>
                  <a:lnTo>
                    <a:pt x="7574699" y="9067"/>
                  </a:lnTo>
                  <a:lnTo>
                    <a:pt x="7575829" y="9525"/>
                  </a:lnTo>
                  <a:lnTo>
                    <a:pt x="7578458" y="9525"/>
                  </a:lnTo>
                  <a:lnTo>
                    <a:pt x="7579576" y="9067"/>
                  </a:lnTo>
                  <a:lnTo>
                    <a:pt x="7581443" y="7200"/>
                  </a:lnTo>
                  <a:lnTo>
                    <a:pt x="7581900" y="6083"/>
                  </a:lnTo>
                  <a:lnTo>
                    <a:pt x="7581900" y="3454"/>
                  </a:lnTo>
                  <a:close/>
                </a:path>
                <a:path w="9153525" h="1219200">
                  <a:moveTo>
                    <a:pt x="7629525" y="1212494"/>
                  </a:moveTo>
                  <a:lnTo>
                    <a:pt x="7629068" y="1211376"/>
                  </a:lnTo>
                  <a:lnTo>
                    <a:pt x="7627201" y="1209509"/>
                  </a:lnTo>
                  <a:lnTo>
                    <a:pt x="7626083" y="1209052"/>
                  </a:lnTo>
                  <a:lnTo>
                    <a:pt x="7623454" y="1209052"/>
                  </a:lnTo>
                  <a:lnTo>
                    <a:pt x="7622324" y="1209509"/>
                  </a:lnTo>
                  <a:lnTo>
                    <a:pt x="7620470" y="1211376"/>
                  </a:lnTo>
                  <a:lnTo>
                    <a:pt x="7620000" y="1212494"/>
                  </a:lnTo>
                  <a:lnTo>
                    <a:pt x="7620000" y="1215123"/>
                  </a:lnTo>
                  <a:lnTo>
                    <a:pt x="7620470" y="1216240"/>
                  </a:lnTo>
                  <a:lnTo>
                    <a:pt x="7622324" y="1218107"/>
                  </a:lnTo>
                  <a:lnTo>
                    <a:pt x="7623454" y="1218577"/>
                  </a:lnTo>
                  <a:lnTo>
                    <a:pt x="7626083" y="1218577"/>
                  </a:lnTo>
                  <a:lnTo>
                    <a:pt x="7627201" y="1218107"/>
                  </a:lnTo>
                  <a:lnTo>
                    <a:pt x="7629068" y="1216240"/>
                  </a:lnTo>
                  <a:lnTo>
                    <a:pt x="7629525" y="1215123"/>
                  </a:lnTo>
                  <a:lnTo>
                    <a:pt x="7629525" y="1212494"/>
                  </a:lnTo>
                  <a:close/>
                </a:path>
                <a:path w="9153525" h="1219200">
                  <a:moveTo>
                    <a:pt x="7629525" y="607974"/>
                  </a:moveTo>
                  <a:lnTo>
                    <a:pt x="7629068" y="606856"/>
                  </a:lnTo>
                  <a:lnTo>
                    <a:pt x="7627201" y="604989"/>
                  </a:lnTo>
                  <a:lnTo>
                    <a:pt x="7626083" y="604520"/>
                  </a:lnTo>
                  <a:lnTo>
                    <a:pt x="7623454" y="604520"/>
                  </a:lnTo>
                  <a:lnTo>
                    <a:pt x="7622324" y="604989"/>
                  </a:lnTo>
                  <a:lnTo>
                    <a:pt x="7620470" y="606856"/>
                  </a:lnTo>
                  <a:lnTo>
                    <a:pt x="7620000" y="607974"/>
                  </a:lnTo>
                  <a:lnTo>
                    <a:pt x="7620000" y="610603"/>
                  </a:lnTo>
                  <a:lnTo>
                    <a:pt x="7620470" y="611720"/>
                  </a:lnTo>
                  <a:lnTo>
                    <a:pt x="7622324" y="613587"/>
                  </a:lnTo>
                  <a:lnTo>
                    <a:pt x="7623454" y="614045"/>
                  </a:lnTo>
                  <a:lnTo>
                    <a:pt x="7626083" y="614045"/>
                  </a:lnTo>
                  <a:lnTo>
                    <a:pt x="7627201" y="613587"/>
                  </a:lnTo>
                  <a:lnTo>
                    <a:pt x="7629068" y="611720"/>
                  </a:lnTo>
                  <a:lnTo>
                    <a:pt x="7629525" y="610603"/>
                  </a:lnTo>
                  <a:lnTo>
                    <a:pt x="7629525" y="607974"/>
                  </a:lnTo>
                  <a:close/>
                </a:path>
                <a:path w="9153525" h="1219200">
                  <a:moveTo>
                    <a:pt x="7629525" y="3454"/>
                  </a:moveTo>
                  <a:lnTo>
                    <a:pt x="7629068" y="2336"/>
                  </a:lnTo>
                  <a:lnTo>
                    <a:pt x="7627201" y="469"/>
                  </a:lnTo>
                  <a:lnTo>
                    <a:pt x="7626083" y="0"/>
                  </a:lnTo>
                  <a:lnTo>
                    <a:pt x="7623454" y="0"/>
                  </a:lnTo>
                  <a:lnTo>
                    <a:pt x="7622324" y="469"/>
                  </a:lnTo>
                  <a:lnTo>
                    <a:pt x="7620470" y="2336"/>
                  </a:lnTo>
                  <a:lnTo>
                    <a:pt x="7620000" y="3454"/>
                  </a:lnTo>
                  <a:lnTo>
                    <a:pt x="7620000" y="6083"/>
                  </a:lnTo>
                  <a:lnTo>
                    <a:pt x="7620470" y="7200"/>
                  </a:lnTo>
                  <a:lnTo>
                    <a:pt x="7622324" y="9067"/>
                  </a:lnTo>
                  <a:lnTo>
                    <a:pt x="7623454" y="9525"/>
                  </a:lnTo>
                  <a:lnTo>
                    <a:pt x="7626083" y="9525"/>
                  </a:lnTo>
                  <a:lnTo>
                    <a:pt x="7627201" y="9067"/>
                  </a:lnTo>
                  <a:lnTo>
                    <a:pt x="7629068" y="7200"/>
                  </a:lnTo>
                  <a:lnTo>
                    <a:pt x="7629525" y="6083"/>
                  </a:lnTo>
                  <a:lnTo>
                    <a:pt x="7629525" y="3454"/>
                  </a:lnTo>
                  <a:close/>
                </a:path>
                <a:path w="9153525" h="1219200">
                  <a:moveTo>
                    <a:pt x="7677150" y="1212494"/>
                  </a:moveTo>
                  <a:lnTo>
                    <a:pt x="7676693" y="1211376"/>
                  </a:lnTo>
                  <a:lnTo>
                    <a:pt x="7674826" y="1209509"/>
                  </a:lnTo>
                  <a:lnTo>
                    <a:pt x="7673708" y="1209052"/>
                  </a:lnTo>
                  <a:lnTo>
                    <a:pt x="7671079" y="1209052"/>
                  </a:lnTo>
                  <a:lnTo>
                    <a:pt x="7669949" y="1209509"/>
                  </a:lnTo>
                  <a:lnTo>
                    <a:pt x="7668095" y="1211376"/>
                  </a:lnTo>
                  <a:lnTo>
                    <a:pt x="7667625" y="1212494"/>
                  </a:lnTo>
                  <a:lnTo>
                    <a:pt x="7667625" y="1215123"/>
                  </a:lnTo>
                  <a:lnTo>
                    <a:pt x="7668095" y="1216240"/>
                  </a:lnTo>
                  <a:lnTo>
                    <a:pt x="7669949" y="1218107"/>
                  </a:lnTo>
                  <a:lnTo>
                    <a:pt x="7671079" y="1218577"/>
                  </a:lnTo>
                  <a:lnTo>
                    <a:pt x="7673708" y="1218577"/>
                  </a:lnTo>
                  <a:lnTo>
                    <a:pt x="7674826" y="1218107"/>
                  </a:lnTo>
                  <a:lnTo>
                    <a:pt x="7676693" y="1216240"/>
                  </a:lnTo>
                  <a:lnTo>
                    <a:pt x="7677150" y="1215123"/>
                  </a:lnTo>
                  <a:lnTo>
                    <a:pt x="7677150" y="1212494"/>
                  </a:lnTo>
                  <a:close/>
                </a:path>
                <a:path w="9153525" h="1219200">
                  <a:moveTo>
                    <a:pt x="7677150" y="607974"/>
                  </a:moveTo>
                  <a:lnTo>
                    <a:pt x="7676693" y="606856"/>
                  </a:lnTo>
                  <a:lnTo>
                    <a:pt x="7674826" y="604989"/>
                  </a:lnTo>
                  <a:lnTo>
                    <a:pt x="7673708" y="604520"/>
                  </a:lnTo>
                  <a:lnTo>
                    <a:pt x="7671079" y="604520"/>
                  </a:lnTo>
                  <a:lnTo>
                    <a:pt x="7669949" y="604989"/>
                  </a:lnTo>
                  <a:lnTo>
                    <a:pt x="7668095" y="606856"/>
                  </a:lnTo>
                  <a:lnTo>
                    <a:pt x="7667625" y="607974"/>
                  </a:lnTo>
                  <a:lnTo>
                    <a:pt x="7667625" y="610603"/>
                  </a:lnTo>
                  <a:lnTo>
                    <a:pt x="7668095" y="611720"/>
                  </a:lnTo>
                  <a:lnTo>
                    <a:pt x="7669949" y="613587"/>
                  </a:lnTo>
                  <a:lnTo>
                    <a:pt x="7671079" y="614045"/>
                  </a:lnTo>
                  <a:lnTo>
                    <a:pt x="7673708" y="614045"/>
                  </a:lnTo>
                  <a:lnTo>
                    <a:pt x="7674826" y="613587"/>
                  </a:lnTo>
                  <a:lnTo>
                    <a:pt x="7676693" y="611720"/>
                  </a:lnTo>
                  <a:lnTo>
                    <a:pt x="7677150" y="610603"/>
                  </a:lnTo>
                  <a:lnTo>
                    <a:pt x="7677150" y="607974"/>
                  </a:lnTo>
                  <a:close/>
                </a:path>
                <a:path w="9153525" h="1219200">
                  <a:moveTo>
                    <a:pt x="7677150" y="3454"/>
                  </a:moveTo>
                  <a:lnTo>
                    <a:pt x="7676693" y="2336"/>
                  </a:lnTo>
                  <a:lnTo>
                    <a:pt x="7674826" y="469"/>
                  </a:lnTo>
                  <a:lnTo>
                    <a:pt x="7673708" y="0"/>
                  </a:lnTo>
                  <a:lnTo>
                    <a:pt x="7671079" y="0"/>
                  </a:lnTo>
                  <a:lnTo>
                    <a:pt x="7669949" y="469"/>
                  </a:lnTo>
                  <a:lnTo>
                    <a:pt x="7668095" y="2336"/>
                  </a:lnTo>
                  <a:lnTo>
                    <a:pt x="7667625" y="3454"/>
                  </a:lnTo>
                  <a:lnTo>
                    <a:pt x="7667625" y="6083"/>
                  </a:lnTo>
                  <a:lnTo>
                    <a:pt x="7668095" y="7200"/>
                  </a:lnTo>
                  <a:lnTo>
                    <a:pt x="7669949" y="9067"/>
                  </a:lnTo>
                  <a:lnTo>
                    <a:pt x="7671079" y="9525"/>
                  </a:lnTo>
                  <a:lnTo>
                    <a:pt x="7673708" y="9525"/>
                  </a:lnTo>
                  <a:lnTo>
                    <a:pt x="7674826" y="9067"/>
                  </a:lnTo>
                  <a:lnTo>
                    <a:pt x="7676693" y="7200"/>
                  </a:lnTo>
                  <a:lnTo>
                    <a:pt x="7677150" y="6083"/>
                  </a:lnTo>
                  <a:lnTo>
                    <a:pt x="7677150" y="3454"/>
                  </a:lnTo>
                  <a:close/>
                </a:path>
                <a:path w="9153525" h="1219200">
                  <a:moveTo>
                    <a:pt x="7724775" y="1212494"/>
                  </a:moveTo>
                  <a:lnTo>
                    <a:pt x="7724318" y="1211376"/>
                  </a:lnTo>
                  <a:lnTo>
                    <a:pt x="7722451" y="1209509"/>
                  </a:lnTo>
                  <a:lnTo>
                    <a:pt x="7721333" y="1209052"/>
                  </a:lnTo>
                  <a:lnTo>
                    <a:pt x="7718704" y="1209052"/>
                  </a:lnTo>
                  <a:lnTo>
                    <a:pt x="7717574" y="1209509"/>
                  </a:lnTo>
                  <a:lnTo>
                    <a:pt x="7715720" y="1211376"/>
                  </a:lnTo>
                  <a:lnTo>
                    <a:pt x="7715250" y="1212494"/>
                  </a:lnTo>
                  <a:lnTo>
                    <a:pt x="7715250" y="1215123"/>
                  </a:lnTo>
                  <a:lnTo>
                    <a:pt x="7715720" y="1216240"/>
                  </a:lnTo>
                  <a:lnTo>
                    <a:pt x="7717574" y="1218107"/>
                  </a:lnTo>
                  <a:lnTo>
                    <a:pt x="7718704" y="1218577"/>
                  </a:lnTo>
                  <a:lnTo>
                    <a:pt x="7721333" y="1218577"/>
                  </a:lnTo>
                  <a:lnTo>
                    <a:pt x="7722451" y="1218107"/>
                  </a:lnTo>
                  <a:lnTo>
                    <a:pt x="7724318" y="1216240"/>
                  </a:lnTo>
                  <a:lnTo>
                    <a:pt x="7724775" y="1215123"/>
                  </a:lnTo>
                  <a:lnTo>
                    <a:pt x="7724775" y="1212494"/>
                  </a:lnTo>
                  <a:close/>
                </a:path>
                <a:path w="9153525" h="1219200">
                  <a:moveTo>
                    <a:pt x="7724775" y="607974"/>
                  </a:moveTo>
                  <a:lnTo>
                    <a:pt x="7724318" y="606856"/>
                  </a:lnTo>
                  <a:lnTo>
                    <a:pt x="7722451" y="604989"/>
                  </a:lnTo>
                  <a:lnTo>
                    <a:pt x="7721333" y="604520"/>
                  </a:lnTo>
                  <a:lnTo>
                    <a:pt x="7718704" y="604520"/>
                  </a:lnTo>
                  <a:lnTo>
                    <a:pt x="7717574" y="604989"/>
                  </a:lnTo>
                  <a:lnTo>
                    <a:pt x="7715720" y="606856"/>
                  </a:lnTo>
                  <a:lnTo>
                    <a:pt x="7715250" y="607974"/>
                  </a:lnTo>
                  <a:lnTo>
                    <a:pt x="7715250" y="610603"/>
                  </a:lnTo>
                  <a:lnTo>
                    <a:pt x="7715720" y="611720"/>
                  </a:lnTo>
                  <a:lnTo>
                    <a:pt x="7717574" y="613587"/>
                  </a:lnTo>
                  <a:lnTo>
                    <a:pt x="7718704" y="614045"/>
                  </a:lnTo>
                  <a:lnTo>
                    <a:pt x="7721333" y="614045"/>
                  </a:lnTo>
                  <a:lnTo>
                    <a:pt x="7722451" y="613587"/>
                  </a:lnTo>
                  <a:lnTo>
                    <a:pt x="7724318" y="611720"/>
                  </a:lnTo>
                  <a:lnTo>
                    <a:pt x="7724775" y="610603"/>
                  </a:lnTo>
                  <a:lnTo>
                    <a:pt x="7724775" y="607974"/>
                  </a:lnTo>
                  <a:close/>
                </a:path>
                <a:path w="9153525" h="1219200">
                  <a:moveTo>
                    <a:pt x="7724775" y="3454"/>
                  </a:moveTo>
                  <a:lnTo>
                    <a:pt x="7724318" y="2336"/>
                  </a:lnTo>
                  <a:lnTo>
                    <a:pt x="7722451" y="469"/>
                  </a:lnTo>
                  <a:lnTo>
                    <a:pt x="7721333" y="0"/>
                  </a:lnTo>
                  <a:lnTo>
                    <a:pt x="7718704" y="0"/>
                  </a:lnTo>
                  <a:lnTo>
                    <a:pt x="7717574" y="469"/>
                  </a:lnTo>
                  <a:lnTo>
                    <a:pt x="7715720" y="2336"/>
                  </a:lnTo>
                  <a:lnTo>
                    <a:pt x="7715250" y="3454"/>
                  </a:lnTo>
                  <a:lnTo>
                    <a:pt x="7715250" y="6083"/>
                  </a:lnTo>
                  <a:lnTo>
                    <a:pt x="7715720" y="7200"/>
                  </a:lnTo>
                  <a:lnTo>
                    <a:pt x="7717574" y="9067"/>
                  </a:lnTo>
                  <a:lnTo>
                    <a:pt x="7718704" y="9525"/>
                  </a:lnTo>
                  <a:lnTo>
                    <a:pt x="7721333" y="9525"/>
                  </a:lnTo>
                  <a:lnTo>
                    <a:pt x="7722451" y="9067"/>
                  </a:lnTo>
                  <a:lnTo>
                    <a:pt x="7724318" y="7200"/>
                  </a:lnTo>
                  <a:lnTo>
                    <a:pt x="7724775" y="6083"/>
                  </a:lnTo>
                  <a:lnTo>
                    <a:pt x="7724775" y="3454"/>
                  </a:lnTo>
                  <a:close/>
                </a:path>
                <a:path w="9153525" h="1219200">
                  <a:moveTo>
                    <a:pt x="7772400" y="1212494"/>
                  </a:moveTo>
                  <a:lnTo>
                    <a:pt x="7771943" y="1211376"/>
                  </a:lnTo>
                  <a:lnTo>
                    <a:pt x="7770076" y="1209509"/>
                  </a:lnTo>
                  <a:lnTo>
                    <a:pt x="7768958" y="1209052"/>
                  </a:lnTo>
                  <a:lnTo>
                    <a:pt x="7766329" y="1209052"/>
                  </a:lnTo>
                  <a:lnTo>
                    <a:pt x="7765199" y="1209509"/>
                  </a:lnTo>
                  <a:lnTo>
                    <a:pt x="7763345" y="1211376"/>
                  </a:lnTo>
                  <a:lnTo>
                    <a:pt x="7762875" y="1212494"/>
                  </a:lnTo>
                  <a:lnTo>
                    <a:pt x="7762875" y="1215123"/>
                  </a:lnTo>
                  <a:lnTo>
                    <a:pt x="7763345" y="1216240"/>
                  </a:lnTo>
                  <a:lnTo>
                    <a:pt x="7765199" y="1218107"/>
                  </a:lnTo>
                  <a:lnTo>
                    <a:pt x="7766329" y="1218577"/>
                  </a:lnTo>
                  <a:lnTo>
                    <a:pt x="7768958" y="1218577"/>
                  </a:lnTo>
                  <a:lnTo>
                    <a:pt x="7770076" y="1218107"/>
                  </a:lnTo>
                  <a:lnTo>
                    <a:pt x="7771943" y="1216240"/>
                  </a:lnTo>
                  <a:lnTo>
                    <a:pt x="7772400" y="1215123"/>
                  </a:lnTo>
                  <a:lnTo>
                    <a:pt x="7772400" y="1212494"/>
                  </a:lnTo>
                  <a:close/>
                </a:path>
                <a:path w="9153525" h="1219200">
                  <a:moveTo>
                    <a:pt x="7772400" y="607974"/>
                  </a:moveTo>
                  <a:lnTo>
                    <a:pt x="7771943" y="606856"/>
                  </a:lnTo>
                  <a:lnTo>
                    <a:pt x="7770076" y="604989"/>
                  </a:lnTo>
                  <a:lnTo>
                    <a:pt x="7768958" y="604520"/>
                  </a:lnTo>
                  <a:lnTo>
                    <a:pt x="7766329" y="604520"/>
                  </a:lnTo>
                  <a:lnTo>
                    <a:pt x="7765199" y="604989"/>
                  </a:lnTo>
                  <a:lnTo>
                    <a:pt x="7763345" y="606856"/>
                  </a:lnTo>
                  <a:lnTo>
                    <a:pt x="7762875" y="607974"/>
                  </a:lnTo>
                  <a:lnTo>
                    <a:pt x="7762875" y="610603"/>
                  </a:lnTo>
                  <a:lnTo>
                    <a:pt x="7763345" y="611720"/>
                  </a:lnTo>
                  <a:lnTo>
                    <a:pt x="7765199" y="613587"/>
                  </a:lnTo>
                  <a:lnTo>
                    <a:pt x="7766329" y="614045"/>
                  </a:lnTo>
                  <a:lnTo>
                    <a:pt x="7768958" y="614045"/>
                  </a:lnTo>
                  <a:lnTo>
                    <a:pt x="7770076" y="613587"/>
                  </a:lnTo>
                  <a:lnTo>
                    <a:pt x="7771943" y="611720"/>
                  </a:lnTo>
                  <a:lnTo>
                    <a:pt x="7772400" y="610603"/>
                  </a:lnTo>
                  <a:lnTo>
                    <a:pt x="7772400" y="607974"/>
                  </a:lnTo>
                  <a:close/>
                </a:path>
                <a:path w="9153525" h="1219200">
                  <a:moveTo>
                    <a:pt x="7772400" y="3454"/>
                  </a:moveTo>
                  <a:lnTo>
                    <a:pt x="7771943" y="2336"/>
                  </a:lnTo>
                  <a:lnTo>
                    <a:pt x="7770076" y="469"/>
                  </a:lnTo>
                  <a:lnTo>
                    <a:pt x="7768958" y="0"/>
                  </a:lnTo>
                  <a:lnTo>
                    <a:pt x="7766329" y="0"/>
                  </a:lnTo>
                  <a:lnTo>
                    <a:pt x="7765199" y="469"/>
                  </a:lnTo>
                  <a:lnTo>
                    <a:pt x="7763345" y="2336"/>
                  </a:lnTo>
                  <a:lnTo>
                    <a:pt x="7762875" y="3454"/>
                  </a:lnTo>
                  <a:lnTo>
                    <a:pt x="7762875" y="6083"/>
                  </a:lnTo>
                  <a:lnTo>
                    <a:pt x="7763345" y="7200"/>
                  </a:lnTo>
                  <a:lnTo>
                    <a:pt x="7765199" y="9067"/>
                  </a:lnTo>
                  <a:lnTo>
                    <a:pt x="7766329" y="9525"/>
                  </a:lnTo>
                  <a:lnTo>
                    <a:pt x="7768958" y="9525"/>
                  </a:lnTo>
                  <a:lnTo>
                    <a:pt x="7770076" y="9067"/>
                  </a:lnTo>
                  <a:lnTo>
                    <a:pt x="7771943" y="7200"/>
                  </a:lnTo>
                  <a:lnTo>
                    <a:pt x="7772400" y="6083"/>
                  </a:lnTo>
                  <a:lnTo>
                    <a:pt x="7772400" y="3454"/>
                  </a:lnTo>
                  <a:close/>
                </a:path>
                <a:path w="9153525" h="1219200">
                  <a:moveTo>
                    <a:pt x="7820025" y="1212494"/>
                  </a:moveTo>
                  <a:lnTo>
                    <a:pt x="7819568" y="1211376"/>
                  </a:lnTo>
                  <a:lnTo>
                    <a:pt x="7817701" y="1209509"/>
                  </a:lnTo>
                  <a:lnTo>
                    <a:pt x="7816583" y="1209052"/>
                  </a:lnTo>
                  <a:lnTo>
                    <a:pt x="7813954" y="1209052"/>
                  </a:lnTo>
                  <a:lnTo>
                    <a:pt x="7812824" y="1209509"/>
                  </a:lnTo>
                  <a:lnTo>
                    <a:pt x="7810970" y="1211376"/>
                  </a:lnTo>
                  <a:lnTo>
                    <a:pt x="7810500" y="1212494"/>
                  </a:lnTo>
                  <a:lnTo>
                    <a:pt x="7810500" y="1215123"/>
                  </a:lnTo>
                  <a:lnTo>
                    <a:pt x="7810970" y="1216240"/>
                  </a:lnTo>
                  <a:lnTo>
                    <a:pt x="7812824" y="1218107"/>
                  </a:lnTo>
                  <a:lnTo>
                    <a:pt x="7813954" y="1218577"/>
                  </a:lnTo>
                  <a:lnTo>
                    <a:pt x="7816583" y="1218577"/>
                  </a:lnTo>
                  <a:lnTo>
                    <a:pt x="7817701" y="1218107"/>
                  </a:lnTo>
                  <a:lnTo>
                    <a:pt x="7819568" y="1216240"/>
                  </a:lnTo>
                  <a:lnTo>
                    <a:pt x="7820025" y="1215123"/>
                  </a:lnTo>
                  <a:lnTo>
                    <a:pt x="7820025" y="1212494"/>
                  </a:lnTo>
                  <a:close/>
                </a:path>
                <a:path w="9153525" h="1219200">
                  <a:moveTo>
                    <a:pt x="7820025" y="607974"/>
                  </a:moveTo>
                  <a:lnTo>
                    <a:pt x="7819568" y="606856"/>
                  </a:lnTo>
                  <a:lnTo>
                    <a:pt x="7817701" y="604989"/>
                  </a:lnTo>
                  <a:lnTo>
                    <a:pt x="7816583" y="604520"/>
                  </a:lnTo>
                  <a:lnTo>
                    <a:pt x="7813954" y="604520"/>
                  </a:lnTo>
                  <a:lnTo>
                    <a:pt x="7812824" y="604989"/>
                  </a:lnTo>
                  <a:lnTo>
                    <a:pt x="7810970" y="606856"/>
                  </a:lnTo>
                  <a:lnTo>
                    <a:pt x="7810500" y="607974"/>
                  </a:lnTo>
                  <a:lnTo>
                    <a:pt x="7810500" y="610603"/>
                  </a:lnTo>
                  <a:lnTo>
                    <a:pt x="7810970" y="611720"/>
                  </a:lnTo>
                  <a:lnTo>
                    <a:pt x="7812824" y="613587"/>
                  </a:lnTo>
                  <a:lnTo>
                    <a:pt x="7813954" y="614045"/>
                  </a:lnTo>
                  <a:lnTo>
                    <a:pt x="7816583" y="614045"/>
                  </a:lnTo>
                  <a:lnTo>
                    <a:pt x="7817701" y="613587"/>
                  </a:lnTo>
                  <a:lnTo>
                    <a:pt x="7819568" y="611720"/>
                  </a:lnTo>
                  <a:lnTo>
                    <a:pt x="7820025" y="610603"/>
                  </a:lnTo>
                  <a:lnTo>
                    <a:pt x="7820025" y="607974"/>
                  </a:lnTo>
                  <a:close/>
                </a:path>
                <a:path w="9153525" h="1219200">
                  <a:moveTo>
                    <a:pt x="7820025" y="3454"/>
                  </a:moveTo>
                  <a:lnTo>
                    <a:pt x="7819568" y="2336"/>
                  </a:lnTo>
                  <a:lnTo>
                    <a:pt x="7817701" y="469"/>
                  </a:lnTo>
                  <a:lnTo>
                    <a:pt x="7816583" y="0"/>
                  </a:lnTo>
                  <a:lnTo>
                    <a:pt x="7813954" y="0"/>
                  </a:lnTo>
                  <a:lnTo>
                    <a:pt x="7812824" y="469"/>
                  </a:lnTo>
                  <a:lnTo>
                    <a:pt x="7810970" y="2336"/>
                  </a:lnTo>
                  <a:lnTo>
                    <a:pt x="7810500" y="3454"/>
                  </a:lnTo>
                  <a:lnTo>
                    <a:pt x="7810500" y="6083"/>
                  </a:lnTo>
                  <a:lnTo>
                    <a:pt x="7810970" y="7200"/>
                  </a:lnTo>
                  <a:lnTo>
                    <a:pt x="7812824" y="9067"/>
                  </a:lnTo>
                  <a:lnTo>
                    <a:pt x="7813954" y="9525"/>
                  </a:lnTo>
                  <a:lnTo>
                    <a:pt x="7816583" y="9525"/>
                  </a:lnTo>
                  <a:lnTo>
                    <a:pt x="7817701" y="9067"/>
                  </a:lnTo>
                  <a:lnTo>
                    <a:pt x="7819568" y="7200"/>
                  </a:lnTo>
                  <a:lnTo>
                    <a:pt x="7820025" y="6083"/>
                  </a:lnTo>
                  <a:lnTo>
                    <a:pt x="7820025" y="3454"/>
                  </a:lnTo>
                  <a:close/>
                </a:path>
                <a:path w="9153525" h="1219200">
                  <a:moveTo>
                    <a:pt x="7867650" y="1212494"/>
                  </a:moveTo>
                  <a:lnTo>
                    <a:pt x="7867193" y="1211376"/>
                  </a:lnTo>
                  <a:lnTo>
                    <a:pt x="7865326" y="1209509"/>
                  </a:lnTo>
                  <a:lnTo>
                    <a:pt x="7864208" y="1209052"/>
                  </a:lnTo>
                  <a:lnTo>
                    <a:pt x="7861579" y="1209052"/>
                  </a:lnTo>
                  <a:lnTo>
                    <a:pt x="7860449" y="1209509"/>
                  </a:lnTo>
                  <a:lnTo>
                    <a:pt x="7858595" y="1211376"/>
                  </a:lnTo>
                  <a:lnTo>
                    <a:pt x="7858125" y="1212494"/>
                  </a:lnTo>
                  <a:lnTo>
                    <a:pt x="7858125" y="1215123"/>
                  </a:lnTo>
                  <a:lnTo>
                    <a:pt x="7858595" y="1216240"/>
                  </a:lnTo>
                  <a:lnTo>
                    <a:pt x="7860449" y="1218107"/>
                  </a:lnTo>
                  <a:lnTo>
                    <a:pt x="7861579" y="1218577"/>
                  </a:lnTo>
                  <a:lnTo>
                    <a:pt x="7864208" y="1218577"/>
                  </a:lnTo>
                  <a:lnTo>
                    <a:pt x="7865326" y="1218107"/>
                  </a:lnTo>
                  <a:lnTo>
                    <a:pt x="7867193" y="1216240"/>
                  </a:lnTo>
                  <a:lnTo>
                    <a:pt x="7867650" y="1215123"/>
                  </a:lnTo>
                  <a:lnTo>
                    <a:pt x="7867650" y="1212494"/>
                  </a:lnTo>
                  <a:close/>
                </a:path>
                <a:path w="9153525" h="1219200">
                  <a:moveTo>
                    <a:pt x="7867650" y="607974"/>
                  </a:moveTo>
                  <a:lnTo>
                    <a:pt x="7867193" y="606856"/>
                  </a:lnTo>
                  <a:lnTo>
                    <a:pt x="7865326" y="604989"/>
                  </a:lnTo>
                  <a:lnTo>
                    <a:pt x="7864208" y="604520"/>
                  </a:lnTo>
                  <a:lnTo>
                    <a:pt x="7861579" y="604520"/>
                  </a:lnTo>
                  <a:lnTo>
                    <a:pt x="7860449" y="604989"/>
                  </a:lnTo>
                  <a:lnTo>
                    <a:pt x="7858595" y="606856"/>
                  </a:lnTo>
                  <a:lnTo>
                    <a:pt x="7858125" y="607974"/>
                  </a:lnTo>
                  <a:lnTo>
                    <a:pt x="7858125" y="610603"/>
                  </a:lnTo>
                  <a:lnTo>
                    <a:pt x="7858595" y="611720"/>
                  </a:lnTo>
                  <a:lnTo>
                    <a:pt x="7860449" y="613587"/>
                  </a:lnTo>
                  <a:lnTo>
                    <a:pt x="7861579" y="614045"/>
                  </a:lnTo>
                  <a:lnTo>
                    <a:pt x="7864208" y="614045"/>
                  </a:lnTo>
                  <a:lnTo>
                    <a:pt x="7865326" y="613587"/>
                  </a:lnTo>
                  <a:lnTo>
                    <a:pt x="7867193" y="611720"/>
                  </a:lnTo>
                  <a:lnTo>
                    <a:pt x="7867650" y="610603"/>
                  </a:lnTo>
                  <a:lnTo>
                    <a:pt x="7867650" y="607974"/>
                  </a:lnTo>
                  <a:close/>
                </a:path>
                <a:path w="9153525" h="1219200">
                  <a:moveTo>
                    <a:pt x="7867650" y="3454"/>
                  </a:moveTo>
                  <a:lnTo>
                    <a:pt x="7867193" y="2336"/>
                  </a:lnTo>
                  <a:lnTo>
                    <a:pt x="7865326" y="469"/>
                  </a:lnTo>
                  <a:lnTo>
                    <a:pt x="7864208" y="0"/>
                  </a:lnTo>
                  <a:lnTo>
                    <a:pt x="7861579" y="0"/>
                  </a:lnTo>
                  <a:lnTo>
                    <a:pt x="7860449" y="469"/>
                  </a:lnTo>
                  <a:lnTo>
                    <a:pt x="7858595" y="2336"/>
                  </a:lnTo>
                  <a:lnTo>
                    <a:pt x="7858125" y="3454"/>
                  </a:lnTo>
                  <a:lnTo>
                    <a:pt x="7858125" y="6083"/>
                  </a:lnTo>
                  <a:lnTo>
                    <a:pt x="7858595" y="7200"/>
                  </a:lnTo>
                  <a:lnTo>
                    <a:pt x="7860449" y="9067"/>
                  </a:lnTo>
                  <a:lnTo>
                    <a:pt x="7861579" y="9525"/>
                  </a:lnTo>
                  <a:lnTo>
                    <a:pt x="7864208" y="9525"/>
                  </a:lnTo>
                  <a:lnTo>
                    <a:pt x="7865326" y="9067"/>
                  </a:lnTo>
                  <a:lnTo>
                    <a:pt x="7867193" y="7200"/>
                  </a:lnTo>
                  <a:lnTo>
                    <a:pt x="7867650" y="6083"/>
                  </a:lnTo>
                  <a:lnTo>
                    <a:pt x="7867650" y="3454"/>
                  </a:lnTo>
                  <a:close/>
                </a:path>
                <a:path w="9153525" h="1219200">
                  <a:moveTo>
                    <a:pt x="7915275" y="1212494"/>
                  </a:moveTo>
                  <a:lnTo>
                    <a:pt x="7914818" y="1211376"/>
                  </a:lnTo>
                  <a:lnTo>
                    <a:pt x="7912951" y="1209509"/>
                  </a:lnTo>
                  <a:lnTo>
                    <a:pt x="7911833" y="1209052"/>
                  </a:lnTo>
                  <a:lnTo>
                    <a:pt x="7909204" y="1209052"/>
                  </a:lnTo>
                  <a:lnTo>
                    <a:pt x="7908074" y="1209509"/>
                  </a:lnTo>
                  <a:lnTo>
                    <a:pt x="7906220" y="1211376"/>
                  </a:lnTo>
                  <a:lnTo>
                    <a:pt x="7905750" y="1212494"/>
                  </a:lnTo>
                  <a:lnTo>
                    <a:pt x="7905750" y="1215123"/>
                  </a:lnTo>
                  <a:lnTo>
                    <a:pt x="7906220" y="1216240"/>
                  </a:lnTo>
                  <a:lnTo>
                    <a:pt x="7908074" y="1218107"/>
                  </a:lnTo>
                  <a:lnTo>
                    <a:pt x="7909204" y="1218577"/>
                  </a:lnTo>
                  <a:lnTo>
                    <a:pt x="7911833" y="1218577"/>
                  </a:lnTo>
                  <a:lnTo>
                    <a:pt x="7912951" y="1218107"/>
                  </a:lnTo>
                  <a:lnTo>
                    <a:pt x="7914818" y="1216240"/>
                  </a:lnTo>
                  <a:lnTo>
                    <a:pt x="7915275" y="1215123"/>
                  </a:lnTo>
                  <a:lnTo>
                    <a:pt x="7915275" y="1212494"/>
                  </a:lnTo>
                  <a:close/>
                </a:path>
                <a:path w="9153525" h="1219200">
                  <a:moveTo>
                    <a:pt x="7915275" y="607974"/>
                  </a:moveTo>
                  <a:lnTo>
                    <a:pt x="7914818" y="606856"/>
                  </a:lnTo>
                  <a:lnTo>
                    <a:pt x="7912951" y="604989"/>
                  </a:lnTo>
                  <a:lnTo>
                    <a:pt x="7911833" y="604520"/>
                  </a:lnTo>
                  <a:lnTo>
                    <a:pt x="7909204" y="604520"/>
                  </a:lnTo>
                  <a:lnTo>
                    <a:pt x="7908074" y="604989"/>
                  </a:lnTo>
                  <a:lnTo>
                    <a:pt x="7906220" y="606856"/>
                  </a:lnTo>
                  <a:lnTo>
                    <a:pt x="7905750" y="607974"/>
                  </a:lnTo>
                  <a:lnTo>
                    <a:pt x="7905750" y="610603"/>
                  </a:lnTo>
                  <a:lnTo>
                    <a:pt x="7906220" y="611720"/>
                  </a:lnTo>
                  <a:lnTo>
                    <a:pt x="7908074" y="613587"/>
                  </a:lnTo>
                  <a:lnTo>
                    <a:pt x="7909204" y="614045"/>
                  </a:lnTo>
                  <a:lnTo>
                    <a:pt x="7911833" y="614045"/>
                  </a:lnTo>
                  <a:lnTo>
                    <a:pt x="7912951" y="613587"/>
                  </a:lnTo>
                  <a:lnTo>
                    <a:pt x="7914818" y="611720"/>
                  </a:lnTo>
                  <a:lnTo>
                    <a:pt x="7915275" y="610603"/>
                  </a:lnTo>
                  <a:lnTo>
                    <a:pt x="7915275" y="607974"/>
                  </a:lnTo>
                  <a:close/>
                </a:path>
                <a:path w="9153525" h="1219200">
                  <a:moveTo>
                    <a:pt x="7915275" y="3454"/>
                  </a:moveTo>
                  <a:lnTo>
                    <a:pt x="7914818" y="2336"/>
                  </a:lnTo>
                  <a:lnTo>
                    <a:pt x="7912951" y="469"/>
                  </a:lnTo>
                  <a:lnTo>
                    <a:pt x="7911833" y="0"/>
                  </a:lnTo>
                  <a:lnTo>
                    <a:pt x="7909204" y="0"/>
                  </a:lnTo>
                  <a:lnTo>
                    <a:pt x="7908074" y="469"/>
                  </a:lnTo>
                  <a:lnTo>
                    <a:pt x="7906220" y="2336"/>
                  </a:lnTo>
                  <a:lnTo>
                    <a:pt x="7905750" y="3454"/>
                  </a:lnTo>
                  <a:lnTo>
                    <a:pt x="7905750" y="6083"/>
                  </a:lnTo>
                  <a:lnTo>
                    <a:pt x="7906220" y="7200"/>
                  </a:lnTo>
                  <a:lnTo>
                    <a:pt x="7908074" y="9067"/>
                  </a:lnTo>
                  <a:lnTo>
                    <a:pt x="7909204" y="9525"/>
                  </a:lnTo>
                  <a:lnTo>
                    <a:pt x="7911833" y="9525"/>
                  </a:lnTo>
                  <a:lnTo>
                    <a:pt x="7912951" y="9067"/>
                  </a:lnTo>
                  <a:lnTo>
                    <a:pt x="7914818" y="7200"/>
                  </a:lnTo>
                  <a:lnTo>
                    <a:pt x="7915275" y="6083"/>
                  </a:lnTo>
                  <a:lnTo>
                    <a:pt x="7915275" y="3454"/>
                  </a:lnTo>
                  <a:close/>
                </a:path>
                <a:path w="9153525" h="1219200">
                  <a:moveTo>
                    <a:pt x="7962900" y="1212494"/>
                  </a:moveTo>
                  <a:lnTo>
                    <a:pt x="7962443" y="1211376"/>
                  </a:lnTo>
                  <a:lnTo>
                    <a:pt x="7960576" y="1209509"/>
                  </a:lnTo>
                  <a:lnTo>
                    <a:pt x="7959458" y="1209052"/>
                  </a:lnTo>
                  <a:lnTo>
                    <a:pt x="7956829" y="1209052"/>
                  </a:lnTo>
                  <a:lnTo>
                    <a:pt x="7955699" y="1209509"/>
                  </a:lnTo>
                  <a:lnTo>
                    <a:pt x="7953845" y="1211376"/>
                  </a:lnTo>
                  <a:lnTo>
                    <a:pt x="7953375" y="1212494"/>
                  </a:lnTo>
                  <a:lnTo>
                    <a:pt x="7953375" y="1215123"/>
                  </a:lnTo>
                  <a:lnTo>
                    <a:pt x="7953845" y="1216240"/>
                  </a:lnTo>
                  <a:lnTo>
                    <a:pt x="7955699" y="1218107"/>
                  </a:lnTo>
                  <a:lnTo>
                    <a:pt x="7956829" y="1218577"/>
                  </a:lnTo>
                  <a:lnTo>
                    <a:pt x="7959458" y="1218577"/>
                  </a:lnTo>
                  <a:lnTo>
                    <a:pt x="7960576" y="1218107"/>
                  </a:lnTo>
                  <a:lnTo>
                    <a:pt x="7962443" y="1216240"/>
                  </a:lnTo>
                  <a:lnTo>
                    <a:pt x="7962900" y="1215123"/>
                  </a:lnTo>
                  <a:lnTo>
                    <a:pt x="7962900" y="1212494"/>
                  </a:lnTo>
                  <a:close/>
                </a:path>
                <a:path w="9153525" h="1219200">
                  <a:moveTo>
                    <a:pt x="7962900" y="607974"/>
                  </a:moveTo>
                  <a:lnTo>
                    <a:pt x="7962443" y="606856"/>
                  </a:lnTo>
                  <a:lnTo>
                    <a:pt x="7960576" y="604989"/>
                  </a:lnTo>
                  <a:lnTo>
                    <a:pt x="7959458" y="604520"/>
                  </a:lnTo>
                  <a:lnTo>
                    <a:pt x="7956829" y="604520"/>
                  </a:lnTo>
                  <a:lnTo>
                    <a:pt x="7955699" y="604989"/>
                  </a:lnTo>
                  <a:lnTo>
                    <a:pt x="7953845" y="606856"/>
                  </a:lnTo>
                  <a:lnTo>
                    <a:pt x="7953375" y="607974"/>
                  </a:lnTo>
                  <a:lnTo>
                    <a:pt x="7953375" y="610603"/>
                  </a:lnTo>
                  <a:lnTo>
                    <a:pt x="7953845" y="611720"/>
                  </a:lnTo>
                  <a:lnTo>
                    <a:pt x="7955699" y="613587"/>
                  </a:lnTo>
                  <a:lnTo>
                    <a:pt x="7956829" y="614045"/>
                  </a:lnTo>
                  <a:lnTo>
                    <a:pt x="7959458" y="614045"/>
                  </a:lnTo>
                  <a:lnTo>
                    <a:pt x="7960576" y="613587"/>
                  </a:lnTo>
                  <a:lnTo>
                    <a:pt x="7962443" y="611720"/>
                  </a:lnTo>
                  <a:lnTo>
                    <a:pt x="7962900" y="610603"/>
                  </a:lnTo>
                  <a:lnTo>
                    <a:pt x="7962900" y="607974"/>
                  </a:lnTo>
                  <a:close/>
                </a:path>
                <a:path w="9153525" h="1219200">
                  <a:moveTo>
                    <a:pt x="7962900" y="3454"/>
                  </a:moveTo>
                  <a:lnTo>
                    <a:pt x="7962443" y="2336"/>
                  </a:lnTo>
                  <a:lnTo>
                    <a:pt x="7960576" y="469"/>
                  </a:lnTo>
                  <a:lnTo>
                    <a:pt x="7959458" y="0"/>
                  </a:lnTo>
                  <a:lnTo>
                    <a:pt x="7956829" y="0"/>
                  </a:lnTo>
                  <a:lnTo>
                    <a:pt x="7955699" y="469"/>
                  </a:lnTo>
                  <a:lnTo>
                    <a:pt x="7953845" y="2336"/>
                  </a:lnTo>
                  <a:lnTo>
                    <a:pt x="7953375" y="3454"/>
                  </a:lnTo>
                  <a:lnTo>
                    <a:pt x="7953375" y="6083"/>
                  </a:lnTo>
                  <a:lnTo>
                    <a:pt x="7953845" y="7200"/>
                  </a:lnTo>
                  <a:lnTo>
                    <a:pt x="7955699" y="9067"/>
                  </a:lnTo>
                  <a:lnTo>
                    <a:pt x="7956829" y="9525"/>
                  </a:lnTo>
                  <a:lnTo>
                    <a:pt x="7959458" y="9525"/>
                  </a:lnTo>
                  <a:lnTo>
                    <a:pt x="7960576" y="9067"/>
                  </a:lnTo>
                  <a:lnTo>
                    <a:pt x="7962443" y="7200"/>
                  </a:lnTo>
                  <a:lnTo>
                    <a:pt x="7962900" y="6083"/>
                  </a:lnTo>
                  <a:lnTo>
                    <a:pt x="7962900" y="3454"/>
                  </a:lnTo>
                  <a:close/>
                </a:path>
                <a:path w="9153525" h="1219200">
                  <a:moveTo>
                    <a:pt x="8010525" y="1212494"/>
                  </a:moveTo>
                  <a:lnTo>
                    <a:pt x="8010068" y="1211376"/>
                  </a:lnTo>
                  <a:lnTo>
                    <a:pt x="8008201" y="1209509"/>
                  </a:lnTo>
                  <a:lnTo>
                    <a:pt x="8007083" y="1209052"/>
                  </a:lnTo>
                  <a:lnTo>
                    <a:pt x="8004454" y="1209052"/>
                  </a:lnTo>
                  <a:lnTo>
                    <a:pt x="8003337" y="1209509"/>
                  </a:lnTo>
                  <a:lnTo>
                    <a:pt x="8001470" y="1211376"/>
                  </a:lnTo>
                  <a:lnTo>
                    <a:pt x="8001000" y="1212494"/>
                  </a:lnTo>
                  <a:lnTo>
                    <a:pt x="8001000" y="1215123"/>
                  </a:lnTo>
                  <a:lnTo>
                    <a:pt x="8001470" y="1216240"/>
                  </a:lnTo>
                  <a:lnTo>
                    <a:pt x="8003337" y="1218107"/>
                  </a:lnTo>
                  <a:lnTo>
                    <a:pt x="8004454" y="1218577"/>
                  </a:lnTo>
                  <a:lnTo>
                    <a:pt x="8007083" y="1218577"/>
                  </a:lnTo>
                  <a:lnTo>
                    <a:pt x="8008201" y="1218107"/>
                  </a:lnTo>
                  <a:lnTo>
                    <a:pt x="8010068" y="1216240"/>
                  </a:lnTo>
                  <a:lnTo>
                    <a:pt x="8010525" y="1215123"/>
                  </a:lnTo>
                  <a:lnTo>
                    <a:pt x="8010525" y="1212494"/>
                  </a:lnTo>
                  <a:close/>
                </a:path>
                <a:path w="9153525" h="1219200">
                  <a:moveTo>
                    <a:pt x="8010525" y="607974"/>
                  </a:moveTo>
                  <a:lnTo>
                    <a:pt x="8010068" y="606856"/>
                  </a:lnTo>
                  <a:lnTo>
                    <a:pt x="8008201" y="604989"/>
                  </a:lnTo>
                  <a:lnTo>
                    <a:pt x="8007083" y="604520"/>
                  </a:lnTo>
                  <a:lnTo>
                    <a:pt x="8004454" y="604520"/>
                  </a:lnTo>
                  <a:lnTo>
                    <a:pt x="8003337" y="604989"/>
                  </a:lnTo>
                  <a:lnTo>
                    <a:pt x="8001470" y="606856"/>
                  </a:lnTo>
                  <a:lnTo>
                    <a:pt x="8001000" y="607974"/>
                  </a:lnTo>
                  <a:lnTo>
                    <a:pt x="8001000" y="610603"/>
                  </a:lnTo>
                  <a:lnTo>
                    <a:pt x="8001470" y="611720"/>
                  </a:lnTo>
                  <a:lnTo>
                    <a:pt x="8003337" y="613587"/>
                  </a:lnTo>
                  <a:lnTo>
                    <a:pt x="8004454" y="614045"/>
                  </a:lnTo>
                  <a:lnTo>
                    <a:pt x="8007083" y="614045"/>
                  </a:lnTo>
                  <a:lnTo>
                    <a:pt x="8008201" y="613587"/>
                  </a:lnTo>
                  <a:lnTo>
                    <a:pt x="8010068" y="611720"/>
                  </a:lnTo>
                  <a:lnTo>
                    <a:pt x="8010525" y="610603"/>
                  </a:lnTo>
                  <a:lnTo>
                    <a:pt x="8010525" y="607974"/>
                  </a:lnTo>
                  <a:close/>
                </a:path>
                <a:path w="9153525" h="1219200">
                  <a:moveTo>
                    <a:pt x="8010525" y="3454"/>
                  </a:moveTo>
                  <a:lnTo>
                    <a:pt x="8010068" y="2336"/>
                  </a:lnTo>
                  <a:lnTo>
                    <a:pt x="8008201" y="469"/>
                  </a:lnTo>
                  <a:lnTo>
                    <a:pt x="8007083" y="0"/>
                  </a:lnTo>
                  <a:lnTo>
                    <a:pt x="8004454" y="0"/>
                  </a:lnTo>
                  <a:lnTo>
                    <a:pt x="8003337" y="469"/>
                  </a:lnTo>
                  <a:lnTo>
                    <a:pt x="8001470" y="2336"/>
                  </a:lnTo>
                  <a:lnTo>
                    <a:pt x="8001000" y="3454"/>
                  </a:lnTo>
                  <a:lnTo>
                    <a:pt x="8001000" y="6083"/>
                  </a:lnTo>
                  <a:lnTo>
                    <a:pt x="8001470" y="7200"/>
                  </a:lnTo>
                  <a:lnTo>
                    <a:pt x="8003337" y="9067"/>
                  </a:lnTo>
                  <a:lnTo>
                    <a:pt x="8004454" y="9525"/>
                  </a:lnTo>
                  <a:lnTo>
                    <a:pt x="8007083" y="9525"/>
                  </a:lnTo>
                  <a:lnTo>
                    <a:pt x="8008201" y="9067"/>
                  </a:lnTo>
                  <a:lnTo>
                    <a:pt x="8010068" y="7200"/>
                  </a:lnTo>
                  <a:lnTo>
                    <a:pt x="8010525" y="6083"/>
                  </a:lnTo>
                  <a:lnTo>
                    <a:pt x="8010525" y="3454"/>
                  </a:lnTo>
                  <a:close/>
                </a:path>
                <a:path w="9153525" h="1219200">
                  <a:moveTo>
                    <a:pt x="8058150" y="1212494"/>
                  </a:moveTo>
                  <a:lnTo>
                    <a:pt x="8057693" y="1211376"/>
                  </a:lnTo>
                  <a:lnTo>
                    <a:pt x="8055826" y="1209509"/>
                  </a:lnTo>
                  <a:lnTo>
                    <a:pt x="8054708" y="1209052"/>
                  </a:lnTo>
                  <a:lnTo>
                    <a:pt x="8052079" y="1209052"/>
                  </a:lnTo>
                  <a:lnTo>
                    <a:pt x="8050949" y="1209509"/>
                  </a:lnTo>
                  <a:lnTo>
                    <a:pt x="8049095" y="1211376"/>
                  </a:lnTo>
                  <a:lnTo>
                    <a:pt x="8048625" y="1212494"/>
                  </a:lnTo>
                  <a:lnTo>
                    <a:pt x="8048625" y="1215123"/>
                  </a:lnTo>
                  <a:lnTo>
                    <a:pt x="8049095" y="1216240"/>
                  </a:lnTo>
                  <a:lnTo>
                    <a:pt x="8050949" y="1218107"/>
                  </a:lnTo>
                  <a:lnTo>
                    <a:pt x="8052079" y="1218577"/>
                  </a:lnTo>
                  <a:lnTo>
                    <a:pt x="8054708" y="1218577"/>
                  </a:lnTo>
                  <a:lnTo>
                    <a:pt x="8055826" y="1218107"/>
                  </a:lnTo>
                  <a:lnTo>
                    <a:pt x="8057693" y="1216240"/>
                  </a:lnTo>
                  <a:lnTo>
                    <a:pt x="8058150" y="1215123"/>
                  </a:lnTo>
                  <a:lnTo>
                    <a:pt x="8058150" y="1212494"/>
                  </a:lnTo>
                  <a:close/>
                </a:path>
                <a:path w="9153525" h="1219200">
                  <a:moveTo>
                    <a:pt x="8058150" y="607974"/>
                  </a:moveTo>
                  <a:lnTo>
                    <a:pt x="8057693" y="606856"/>
                  </a:lnTo>
                  <a:lnTo>
                    <a:pt x="8055826" y="604989"/>
                  </a:lnTo>
                  <a:lnTo>
                    <a:pt x="8054708" y="604520"/>
                  </a:lnTo>
                  <a:lnTo>
                    <a:pt x="8052079" y="604520"/>
                  </a:lnTo>
                  <a:lnTo>
                    <a:pt x="8050949" y="604989"/>
                  </a:lnTo>
                  <a:lnTo>
                    <a:pt x="8049095" y="606856"/>
                  </a:lnTo>
                  <a:lnTo>
                    <a:pt x="8048625" y="607974"/>
                  </a:lnTo>
                  <a:lnTo>
                    <a:pt x="8048625" y="610603"/>
                  </a:lnTo>
                  <a:lnTo>
                    <a:pt x="8049095" y="611720"/>
                  </a:lnTo>
                  <a:lnTo>
                    <a:pt x="8050949" y="613587"/>
                  </a:lnTo>
                  <a:lnTo>
                    <a:pt x="8052079" y="614045"/>
                  </a:lnTo>
                  <a:lnTo>
                    <a:pt x="8054708" y="614045"/>
                  </a:lnTo>
                  <a:lnTo>
                    <a:pt x="8055826" y="613587"/>
                  </a:lnTo>
                  <a:lnTo>
                    <a:pt x="8057693" y="611720"/>
                  </a:lnTo>
                  <a:lnTo>
                    <a:pt x="8058150" y="610603"/>
                  </a:lnTo>
                  <a:lnTo>
                    <a:pt x="8058150" y="607974"/>
                  </a:lnTo>
                  <a:close/>
                </a:path>
                <a:path w="9153525" h="1219200">
                  <a:moveTo>
                    <a:pt x="8058150" y="3454"/>
                  </a:moveTo>
                  <a:lnTo>
                    <a:pt x="8057693" y="2336"/>
                  </a:lnTo>
                  <a:lnTo>
                    <a:pt x="8055826" y="469"/>
                  </a:lnTo>
                  <a:lnTo>
                    <a:pt x="8054708" y="0"/>
                  </a:lnTo>
                  <a:lnTo>
                    <a:pt x="8052079" y="0"/>
                  </a:lnTo>
                  <a:lnTo>
                    <a:pt x="8050949" y="469"/>
                  </a:lnTo>
                  <a:lnTo>
                    <a:pt x="8049095" y="2336"/>
                  </a:lnTo>
                  <a:lnTo>
                    <a:pt x="8048625" y="3454"/>
                  </a:lnTo>
                  <a:lnTo>
                    <a:pt x="8048625" y="6083"/>
                  </a:lnTo>
                  <a:lnTo>
                    <a:pt x="8049095" y="7200"/>
                  </a:lnTo>
                  <a:lnTo>
                    <a:pt x="8050949" y="9067"/>
                  </a:lnTo>
                  <a:lnTo>
                    <a:pt x="8052079" y="9525"/>
                  </a:lnTo>
                  <a:lnTo>
                    <a:pt x="8054708" y="9525"/>
                  </a:lnTo>
                  <a:lnTo>
                    <a:pt x="8055826" y="9067"/>
                  </a:lnTo>
                  <a:lnTo>
                    <a:pt x="8057693" y="7200"/>
                  </a:lnTo>
                  <a:lnTo>
                    <a:pt x="8058150" y="6083"/>
                  </a:lnTo>
                  <a:lnTo>
                    <a:pt x="8058150" y="3454"/>
                  </a:lnTo>
                  <a:close/>
                </a:path>
                <a:path w="9153525" h="1219200">
                  <a:moveTo>
                    <a:pt x="8105775" y="1212494"/>
                  </a:moveTo>
                  <a:lnTo>
                    <a:pt x="8105318" y="1211376"/>
                  </a:lnTo>
                  <a:lnTo>
                    <a:pt x="8103451" y="1209509"/>
                  </a:lnTo>
                  <a:lnTo>
                    <a:pt x="8102333" y="1209052"/>
                  </a:lnTo>
                  <a:lnTo>
                    <a:pt x="8099704" y="1209052"/>
                  </a:lnTo>
                  <a:lnTo>
                    <a:pt x="8098574" y="1209509"/>
                  </a:lnTo>
                  <a:lnTo>
                    <a:pt x="8096720" y="1211376"/>
                  </a:lnTo>
                  <a:lnTo>
                    <a:pt x="8096250" y="1212494"/>
                  </a:lnTo>
                  <a:lnTo>
                    <a:pt x="8096250" y="1215123"/>
                  </a:lnTo>
                  <a:lnTo>
                    <a:pt x="8096720" y="1216240"/>
                  </a:lnTo>
                  <a:lnTo>
                    <a:pt x="8098574" y="1218107"/>
                  </a:lnTo>
                  <a:lnTo>
                    <a:pt x="8099704" y="1218577"/>
                  </a:lnTo>
                  <a:lnTo>
                    <a:pt x="8102333" y="1218577"/>
                  </a:lnTo>
                  <a:lnTo>
                    <a:pt x="8103451" y="1218107"/>
                  </a:lnTo>
                  <a:lnTo>
                    <a:pt x="8105318" y="1216240"/>
                  </a:lnTo>
                  <a:lnTo>
                    <a:pt x="8105775" y="1215123"/>
                  </a:lnTo>
                  <a:lnTo>
                    <a:pt x="8105775" y="1212494"/>
                  </a:lnTo>
                  <a:close/>
                </a:path>
                <a:path w="9153525" h="1219200">
                  <a:moveTo>
                    <a:pt x="8105775" y="607974"/>
                  </a:moveTo>
                  <a:lnTo>
                    <a:pt x="8105318" y="606856"/>
                  </a:lnTo>
                  <a:lnTo>
                    <a:pt x="8103451" y="604989"/>
                  </a:lnTo>
                  <a:lnTo>
                    <a:pt x="8102333" y="604520"/>
                  </a:lnTo>
                  <a:lnTo>
                    <a:pt x="8099704" y="604520"/>
                  </a:lnTo>
                  <a:lnTo>
                    <a:pt x="8098574" y="604989"/>
                  </a:lnTo>
                  <a:lnTo>
                    <a:pt x="8096720" y="606856"/>
                  </a:lnTo>
                  <a:lnTo>
                    <a:pt x="8096250" y="607974"/>
                  </a:lnTo>
                  <a:lnTo>
                    <a:pt x="8096250" y="610603"/>
                  </a:lnTo>
                  <a:lnTo>
                    <a:pt x="8096720" y="611720"/>
                  </a:lnTo>
                  <a:lnTo>
                    <a:pt x="8098574" y="613587"/>
                  </a:lnTo>
                  <a:lnTo>
                    <a:pt x="8099704" y="614045"/>
                  </a:lnTo>
                  <a:lnTo>
                    <a:pt x="8102333" y="614045"/>
                  </a:lnTo>
                  <a:lnTo>
                    <a:pt x="8103451" y="613587"/>
                  </a:lnTo>
                  <a:lnTo>
                    <a:pt x="8105318" y="611720"/>
                  </a:lnTo>
                  <a:lnTo>
                    <a:pt x="8105775" y="610603"/>
                  </a:lnTo>
                  <a:lnTo>
                    <a:pt x="8105775" y="607974"/>
                  </a:lnTo>
                  <a:close/>
                </a:path>
                <a:path w="9153525" h="1219200">
                  <a:moveTo>
                    <a:pt x="8105775" y="3454"/>
                  </a:moveTo>
                  <a:lnTo>
                    <a:pt x="8105318" y="2336"/>
                  </a:lnTo>
                  <a:lnTo>
                    <a:pt x="8103451" y="469"/>
                  </a:lnTo>
                  <a:lnTo>
                    <a:pt x="8102333" y="0"/>
                  </a:lnTo>
                  <a:lnTo>
                    <a:pt x="8099704" y="0"/>
                  </a:lnTo>
                  <a:lnTo>
                    <a:pt x="8098574" y="469"/>
                  </a:lnTo>
                  <a:lnTo>
                    <a:pt x="8096720" y="2336"/>
                  </a:lnTo>
                  <a:lnTo>
                    <a:pt x="8096250" y="3454"/>
                  </a:lnTo>
                  <a:lnTo>
                    <a:pt x="8096250" y="6083"/>
                  </a:lnTo>
                  <a:lnTo>
                    <a:pt x="8096720" y="7200"/>
                  </a:lnTo>
                  <a:lnTo>
                    <a:pt x="8098574" y="9067"/>
                  </a:lnTo>
                  <a:lnTo>
                    <a:pt x="8099704" y="9525"/>
                  </a:lnTo>
                  <a:lnTo>
                    <a:pt x="8102333" y="9525"/>
                  </a:lnTo>
                  <a:lnTo>
                    <a:pt x="8103451" y="9067"/>
                  </a:lnTo>
                  <a:lnTo>
                    <a:pt x="8105318" y="7200"/>
                  </a:lnTo>
                  <a:lnTo>
                    <a:pt x="8105775" y="6083"/>
                  </a:lnTo>
                  <a:lnTo>
                    <a:pt x="8105775" y="3454"/>
                  </a:lnTo>
                  <a:close/>
                </a:path>
                <a:path w="9153525" h="1219200">
                  <a:moveTo>
                    <a:pt x="8153400" y="1212494"/>
                  </a:moveTo>
                  <a:lnTo>
                    <a:pt x="8152943" y="1211376"/>
                  </a:lnTo>
                  <a:lnTo>
                    <a:pt x="8151076" y="1209509"/>
                  </a:lnTo>
                  <a:lnTo>
                    <a:pt x="8149958" y="1209052"/>
                  </a:lnTo>
                  <a:lnTo>
                    <a:pt x="8147329" y="1209052"/>
                  </a:lnTo>
                  <a:lnTo>
                    <a:pt x="8146199" y="1209509"/>
                  </a:lnTo>
                  <a:lnTo>
                    <a:pt x="8144345" y="1211376"/>
                  </a:lnTo>
                  <a:lnTo>
                    <a:pt x="8143875" y="1212494"/>
                  </a:lnTo>
                  <a:lnTo>
                    <a:pt x="8143875" y="1215123"/>
                  </a:lnTo>
                  <a:lnTo>
                    <a:pt x="8144345" y="1216240"/>
                  </a:lnTo>
                  <a:lnTo>
                    <a:pt x="8146199" y="1218107"/>
                  </a:lnTo>
                  <a:lnTo>
                    <a:pt x="8147329" y="1218577"/>
                  </a:lnTo>
                  <a:lnTo>
                    <a:pt x="8149958" y="1218577"/>
                  </a:lnTo>
                  <a:lnTo>
                    <a:pt x="8151076" y="1218107"/>
                  </a:lnTo>
                  <a:lnTo>
                    <a:pt x="8152943" y="1216240"/>
                  </a:lnTo>
                  <a:lnTo>
                    <a:pt x="8153400" y="1215123"/>
                  </a:lnTo>
                  <a:lnTo>
                    <a:pt x="8153400" y="1212494"/>
                  </a:lnTo>
                  <a:close/>
                </a:path>
                <a:path w="9153525" h="1219200">
                  <a:moveTo>
                    <a:pt x="8153400" y="607974"/>
                  </a:moveTo>
                  <a:lnTo>
                    <a:pt x="8152943" y="606856"/>
                  </a:lnTo>
                  <a:lnTo>
                    <a:pt x="8151076" y="604989"/>
                  </a:lnTo>
                  <a:lnTo>
                    <a:pt x="8149958" y="604520"/>
                  </a:lnTo>
                  <a:lnTo>
                    <a:pt x="8147329" y="604520"/>
                  </a:lnTo>
                  <a:lnTo>
                    <a:pt x="8146199" y="604989"/>
                  </a:lnTo>
                  <a:lnTo>
                    <a:pt x="8144345" y="606856"/>
                  </a:lnTo>
                  <a:lnTo>
                    <a:pt x="8143875" y="607974"/>
                  </a:lnTo>
                  <a:lnTo>
                    <a:pt x="8143875" y="610603"/>
                  </a:lnTo>
                  <a:lnTo>
                    <a:pt x="8144345" y="611720"/>
                  </a:lnTo>
                  <a:lnTo>
                    <a:pt x="8146199" y="613587"/>
                  </a:lnTo>
                  <a:lnTo>
                    <a:pt x="8147329" y="614045"/>
                  </a:lnTo>
                  <a:lnTo>
                    <a:pt x="8149958" y="614045"/>
                  </a:lnTo>
                  <a:lnTo>
                    <a:pt x="8151076" y="613587"/>
                  </a:lnTo>
                  <a:lnTo>
                    <a:pt x="8152943" y="611720"/>
                  </a:lnTo>
                  <a:lnTo>
                    <a:pt x="8153400" y="610603"/>
                  </a:lnTo>
                  <a:lnTo>
                    <a:pt x="8153400" y="607974"/>
                  </a:lnTo>
                  <a:close/>
                </a:path>
                <a:path w="9153525" h="1219200">
                  <a:moveTo>
                    <a:pt x="8153400" y="3454"/>
                  </a:moveTo>
                  <a:lnTo>
                    <a:pt x="8152943" y="2336"/>
                  </a:lnTo>
                  <a:lnTo>
                    <a:pt x="8151076" y="469"/>
                  </a:lnTo>
                  <a:lnTo>
                    <a:pt x="8149958" y="0"/>
                  </a:lnTo>
                  <a:lnTo>
                    <a:pt x="8147329" y="0"/>
                  </a:lnTo>
                  <a:lnTo>
                    <a:pt x="8146199" y="469"/>
                  </a:lnTo>
                  <a:lnTo>
                    <a:pt x="8144345" y="2336"/>
                  </a:lnTo>
                  <a:lnTo>
                    <a:pt x="8143875" y="3454"/>
                  </a:lnTo>
                  <a:lnTo>
                    <a:pt x="8143875" y="6083"/>
                  </a:lnTo>
                  <a:lnTo>
                    <a:pt x="8144345" y="7200"/>
                  </a:lnTo>
                  <a:lnTo>
                    <a:pt x="8146199" y="9067"/>
                  </a:lnTo>
                  <a:lnTo>
                    <a:pt x="8147329" y="9525"/>
                  </a:lnTo>
                  <a:lnTo>
                    <a:pt x="8149958" y="9525"/>
                  </a:lnTo>
                  <a:lnTo>
                    <a:pt x="8151076" y="9067"/>
                  </a:lnTo>
                  <a:lnTo>
                    <a:pt x="8152943" y="7200"/>
                  </a:lnTo>
                  <a:lnTo>
                    <a:pt x="8153400" y="6083"/>
                  </a:lnTo>
                  <a:lnTo>
                    <a:pt x="8153400" y="3454"/>
                  </a:lnTo>
                  <a:close/>
                </a:path>
                <a:path w="9153525" h="1219200">
                  <a:moveTo>
                    <a:pt x="8201025" y="1212494"/>
                  </a:moveTo>
                  <a:lnTo>
                    <a:pt x="8200568" y="1211376"/>
                  </a:lnTo>
                  <a:lnTo>
                    <a:pt x="8198701" y="1209509"/>
                  </a:lnTo>
                  <a:lnTo>
                    <a:pt x="8197583" y="1209052"/>
                  </a:lnTo>
                  <a:lnTo>
                    <a:pt x="8194954" y="1209052"/>
                  </a:lnTo>
                  <a:lnTo>
                    <a:pt x="8193824" y="1209509"/>
                  </a:lnTo>
                  <a:lnTo>
                    <a:pt x="8191970" y="1211376"/>
                  </a:lnTo>
                  <a:lnTo>
                    <a:pt x="8191500" y="1212494"/>
                  </a:lnTo>
                  <a:lnTo>
                    <a:pt x="8191500" y="1215123"/>
                  </a:lnTo>
                  <a:lnTo>
                    <a:pt x="8191970" y="1216240"/>
                  </a:lnTo>
                  <a:lnTo>
                    <a:pt x="8193824" y="1218107"/>
                  </a:lnTo>
                  <a:lnTo>
                    <a:pt x="8194954" y="1218577"/>
                  </a:lnTo>
                  <a:lnTo>
                    <a:pt x="8197583" y="1218577"/>
                  </a:lnTo>
                  <a:lnTo>
                    <a:pt x="8198701" y="1218107"/>
                  </a:lnTo>
                  <a:lnTo>
                    <a:pt x="8200568" y="1216240"/>
                  </a:lnTo>
                  <a:lnTo>
                    <a:pt x="8201025" y="1215123"/>
                  </a:lnTo>
                  <a:lnTo>
                    <a:pt x="8201025" y="1212494"/>
                  </a:lnTo>
                  <a:close/>
                </a:path>
                <a:path w="9153525" h="1219200">
                  <a:moveTo>
                    <a:pt x="8201025" y="607974"/>
                  </a:moveTo>
                  <a:lnTo>
                    <a:pt x="8200568" y="606856"/>
                  </a:lnTo>
                  <a:lnTo>
                    <a:pt x="8198701" y="604989"/>
                  </a:lnTo>
                  <a:lnTo>
                    <a:pt x="8197583" y="604520"/>
                  </a:lnTo>
                  <a:lnTo>
                    <a:pt x="8194954" y="604520"/>
                  </a:lnTo>
                  <a:lnTo>
                    <a:pt x="8193824" y="604989"/>
                  </a:lnTo>
                  <a:lnTo>
                    <a:pt x="8191970" y="606856"/>
                  </a:lnTo>
                  <a:lnTo>
                    <a:pt x="8191500" y="607974"/>
                  </a:lnTo>
                  <a:lnTo>
                    <a:pt x="8191500" y="610603"/>
                  </a:lnTo>
                  <a:lnTo>
                    <a:pt x="8191970" y="611720"/>
                  </a:lnTo>
                  <a:lnTo>
                    <a:pt x="8193824" y="613587"/>
                  </a:lnTo>
                  <a:lnTo>
                    <a:pt x="8194954" y="614045"/>
                  </a:lnTo>
                  <a:lnTo>
                    <a:pt x="8197583" y="614045"/>
                  </a:lnTo>
                  <a:lnTo>
                    <a:pt x="8198701" y="613587"/>
                  </a:lnTo>
                  <a:lnTo>
                    <a:pt x="8200568" y="611720"/>
                  </a:lnTo>
                  <a:lnTo>
                    <a:pt x="8201025" y="610603"/>
                  </a:lnTo>
                  <a:lnTo>
                    <a:pt x="8201025" y="607974"/>
                  </a:lnTo>
                  <a:close/>
                </a:path>
                <a:path w="9153525" h="1219200">
                  <a:moveTo>
                    <a:pt x="8201025" y="3454"/>
                  </a:moveTo>
                  <a:lnTo>
                    <a:pt x="8200568" y="2336"/>
                  </a:lnTo>
                  <a:lnTo>
                    <a:pt x="8198701" y="469"/>
                  </a:lnTo>
                  <a:lnTo>
                    <a:pt x="8197583" y="0"/>
                  </a:lnTo>
                  <a:lnTo>
                    <a:pt x="8194954" y="0"/>
                  </a:lnTo>
                  <a:lnTo>
                    <a:pt x="8193824" y="469"/>
                  </a:lnTo>
                  <a:lnTo>
                    <a:pt x="8191970" y="2336"/>
                  </a:lnTo>
                  <a:lnTo>
                    <a:pt x="8191500" y="3454"/>
                  </a:lnTo>
                  <a:lnTo>
                    <a:pt x="8191500" y="6083"/>
                  </a:lnTo>
                  <a:lnTo>
                    <a:pt x="8191970" y="7200"/>
                  </a:lnTo>
                  <a:lnTo>
                    <a:pt x="8193824" y="9067"/>
                  </a:lnTo>
                  <a:lnTo>
                    <a:pt x="8194954" y="9525"/>
                  </a:lnTo>
                  <a:lnTo>
                    <a:pt x="8197583" y="9525"/>
                  </a:lnTo>
                  <a:lnTo>
                    <a:pt x="8198701" y="9067"/>
                  </a:lnTo>
                  <a:lnTo>
                    <a:pt x="8200568" y="7200"/>
                  </a:lnTo>
                  <a:lnTo>
                    <a:pt x="8201025" y="6083"/>
                  </a:lnTo>
                  <a:lnTo>
                    <a:pt x="8201025" y="3454"/>
                  </a:lnTo>
                  <a:close/>
                </a:path>
                <a:path w="9153525" h="1219200">
                  <a:moveTo>
                    <a:pt x="8248650" y="1212494"/>
                  </a:moveTo>
                  <a:lnTo>
                    <a:pt x="8248193" y="1211376"/>
                  </a:lnTo>
                  <a:lnTo>
                    <a:pt x="8246326" y="1209509"/>
                  </a:lnTo>
                  <a:lnTo>
                    <a:pt x="8245208" y="1209052"/>
                  </a:lnTo>
                  <a:lnTo>
                    <a:pt x="8242579" y="1209052"/>
                  </a:lnTo>
                  <a:lnTo>
                    <a:pt x="8241449" y="1209509"/>
                  </a:lnTo>
                  <a:lnTo>
                    <a:pt x="8239595" y="1211376"/>
                  </a:lnTo>
                  <a:lnTo>
                    <a:pt x="8239125" y="1212494"/>
                  </a:lnTo>
                  <a:lnTo>
                    <a:pt x="8239125" y="1215123"/>
                  </a:lnTo>
                  <a:lnTo>
                    <a:pt x="8239595" y="1216240"/>
                  </a:lnTo>
                  <a:lnTo>
                    <a:pt x="8241449" y="1218107"/>
                  </a:lnTo>
                  <a:lnTo>
                    <a:pt x="8242579" y="1218577"/>
                  </a:lnTo>
                  <a:lnTo>
                    <a:pt x="8245208" y="1218577"/>
                  </a:lnTo>
                  <a:lnTo>
                    <a:pt x="8246326" y="1218107"/>
                  </a:lnTo>
                  <a:lnTo>
                    <a:pt x="8248193" y="1216240"/>
                  </a:lnTo>
                  <a:lnTo>
                    <a:pt x="8248650" y="1215123"/>
                  </a:lnTo>
                  <a:lnTo>
                    <a:pt x="8248650" y="1212494"/>
                  </a:lnTo>
                  <a:close/>
                </a:path>
                <a:path w="9153525" h="1219200">
                  <a:moveTo>
                    <a:pt x="8248650" y="607974"/>
                  </a:moveTo>
                  <a:lnTo>
                    <a:pt x="8248193" y="606856"/>
                  </a:lnTo>
                  <a:lnTo>
                    <a:pt x="8246326" y="604989"/>
                  </a:lnTo>
                  <a:lnTo>
                    <a:pt x="8245208" y="604520"/>
                  </a:lnTo>
                  <a:lnTo>
                    <a:pt x="8242579" y="604520"/>
                  </a:lnTo>
                  <a:lnTo>
                    <a:pt x="8241449" y="604989"/>
                  </a:lnTo>
                  <a:lnTo>
                    <a:pt x="8239595" y="606856"/>
                  </a:lnTo>
                  <a:lnTo>
                    <a:pt x="8239125" y="607974"/>
                  </a:lnTo>
                  <a:lnTo>
                    <a:pt x="8239125" y="610603"/>
                  </a:lnTo>
                  <a:lnTo>
                    <a:pt x="8239595" y="611720"/>
                  </a:lnTo>
                  <a:lnTo>
                    <a:pt x="8241449" y="613587"/>
                  </a:lnTo>
                  <a:lnTo>
                    <a:pt x="8242579" y="614045"/>
                  </a:lnTo>
                  <a:lnTo>
                    <a:pt x="8245208" y="614045"/>
                  </a:lnTo>
                  <a:lnTo>
                    <a:pt x="8246326" y="613587"/>
                  </a:lnTo>
                  <a:lnTo>
                    <a:pt x="8248193" y="611720"/>
                  </a:lnTo>
                  <a:lnTo>
                    <a:pt x="8248650" y="610603"/>
                  </a:lnTo>
                  <a:lnTo>
                    <a:pt x="8248650" y="607974"/>
                  </a:lnTo>
                  <a:close/>
                </a:path>
                <a:path w="9153525" h="1219200">
                  <a:moveTo>
                    <a:pt x="8248650" y="3454"/>
                  </a:moveTo>
                  <a:lnTo>
                    <a:pt x="8248193" y="2336"/>
                  </a:lnTo>
                  <a:lnTo>
                    <a:pt x="8246326" y="469"/>
                  </a:lnTo>
                  <a:lnTo>
                    <a:pt x="8245208" y="0"/>
                  </a:lnTo>
                  <a:lnTo>
                    <a:pt x="8242579" y="0"/>
                  </a:lnTo>
                  <a:lnTo>
                    <a:pt x="8241449" y="469"/>
                  </a:lnTo>
                  <a:lnTo>
                    <a:pt x="8239595" y="2336"/>
                  </a:lnTo>
                  <a:lnTo>
                    <a:pt x="8239125" y="3454"/>
                  </a:lnTo>
                  <a:lnTo>
                    <a:pt x="8239125" y="6083"/>
                  </a:lnTo>
                  <a:lnTo>
                    <a:pt x="8239595" y="7200"/>
                  </a:lnTo>
                  <a:lnTo>
                    <a:pt x="8241449" y="9067"/>
                  </a:lnTo>
                  <a:lnTo>
                    <a:pt x="8242579" y="9525"/>
                  </a:lnTo>
                  <a:lnTo>
                    <a:pt x="8245208" y="9525"/>
                  </a:lnTo>
                  <a:lnTo>
                    <a:pt x="8246326" y="9067"/>
                  </a:lnTo>
                  <a:lnTo>
                    <a:pt x="8248193" y="7200"/>
                  </a:lnTo>
                  <a:lnTo>
                    <a:pt x="8248650" y="6083"/>
                  </a:lnTo>
                  <a:lnTo>
                    <a:pt x="8248650" y="3454"/>
                  </a:lnTo>
                  <a:close/>
                </a:path>
                <a:path w="9153525" h="1219200">
                  <a:moveTo>
                    <a:pt x="8296275" y="1212494"/>
                  </a:moveTo>
                  <a:lnTo>
                    <a:pt x="8295818" y="1211376"/>
                  </a:lnTo>
                  <a:lnTo>
                    <a:pt x="8293951" y="1209509"/>
                  </a:lnTo>
                  <a:lnTo>
                    <a:pt x="8292833" y="1209052"/>
                  </a:lnTo>
                  <a:lnTo>
                    <a:pt x="8290204" y="1209052"/>
                  </a:lnTo>
                  <a:lnTo>
                    <a:pt x="8289074" y="1209509"/>
                  </a:lnTo>
                  <a:lnTo>
                    <a:pt x="8287220" y="1211376"/>
                  </a:lnTo>
                  <a:lnTo>
                    <a:pt x="8286750" y="1212494"/>
                  </a:lnTo>
                  <a:lnTo>
                    <a:pt x="8286750" y="1215123"/>
                  </a:lnTo>
                  <a:lnTo>
                    <a:pt x="8287220" y="1216240"/>
                  </a:lnTo>
                  <a:lnTo>
                    <a:pt x="8289074" y="1218107"/>
                  </a:lnTo>
                  <a:lnTo>
                    <a:pt x="8290204" y="1218577"/>
                  </a:lnTo>
                  <a:lnTo>
                    <a:pt x="8292833" y="1218577"/>
                  </a:lnTo>
                  <a:lnTo>
                    <a:pt x="8293951" y="1218107"/>
                  </a:lnTo>
                  <a:lnTo>
                    <a:pt x="8295818" y="1216240"/>
                  </a:lnTo>
                  <a:lnTo>
                    <a:pt x="8296275" y="1215123"/>
                  </a:lnTo>
                  <a:lnTo>
                    <a:pt x="8296275" y="1212494"/>
                  </a:lnTo>
                  <a:close/>
                </a:path>
                <a:path w="9153525" h="1219200">
                  <a:moveTo>
                    <a:pt x="8296275" y="607974"/>
                  </a:moveTo>
                  <a:lnTo>
                    <a:pt x="8295818" y="606856"/>
                  </a:lnTo>
                  <a:lnTo>
                    <a:pt x="8293951" y="604989"/>
                  </a:lnTo>
                  <a:lnTo>
                    <a:pt x="8292833" y="604520"/>
                  </a:lnTo>
                  <a:lnTo>
                    <a:pt x="8290204" y="604520"/>
                  </a:lnTo>
                  <a:lnTo>
                    <a:pt x="8289074" y="604989"/>
                  </a:lnTo>
                  <a:lnTo>
                    <a:pt x="8287220" y="606856"/>
                  </a:lnTo>
                  <a:lnTo>
                    <a:pt x="8286750" y="607974"/>
                  </a:lnTo>
                  <a:lnTo>
                    <a:pt x="8286750" y="610603"/>
                  </a:lnTo>
                  <a:lnTo>
                    <a:pt x="8287220" y="611720"/>
                  </a:lnTo>
                  <a:lnTo>
                    <a:pt x="8289074" y="613587"/>
                  </a:lnTo>
                  <a:lnTo>
                    <a:pt x="8290204" y="614045"/>
                  </a:lnTo>
                  <a:lnTo>
                    <a:pt x="8292833" y="614045"/>
                  </a:lnTo>
                  <a:lnTo>
                    <a:pt x="8293951" y="613587"/>
                  </a:lnTo>
                  <a:lnTo>
                    <a:pt x="8295818" y="611720"/>
                  </a:lnTo>
                  <a:lnTo>
                    <a:pt x="8296275" y="610603"/>
                  </a:lnTo>
                  <a:lnTo>
                    <a:pt x="8296275" y="607974"/>
                  </a:lnTo>
                  <a:close/>
                </a:path>
                <a:path w="9153525" h="1219200">
                  <a:moveTo>
                    <a:pt x="8296275" y="3454"/>
                  </a:moveTo>
                  <a:lnTo>
                    <a:pt x="8295818" y="2336"/>
                  </a:lnTo>
                  <a:lnTo>
                    <a:pt x="8293951" y="469"/>
                  </a:lnTo>
                  <a:lnTo>
                    <a:pt x="8292833" y="0"/>
                  </a:lnTo>
                  <a:lnTo>
                    <a:pt x="8290204" y="0"/>
                  </a:lnTo>
                  <a:lnTo>
                    <a:pt x="8289074" y="469"/>
                  </a:lnTo>
                  <a:lnTo>
                    <a:pt x="8287220" y="2336"/>
                  </a:lnTo>
                  <a:lnTo>
                    <a:pt x="8286750" y="3454"/>
                  </a:lnTo>
                  <a:lnTo>
                    <a:pt x="8286750" y="6083"/>
                  </a:lnTo>
                  <a:lnTo>
                    <a:pt x="8287220" y="7200"/>
                  </a:lnTo>
                  <a:lnTo>
                    <a:pt x="8289074" y="9067"/>
                  </a:lnTo>
                  <a:lnTo>
                    <a:pt x="8290204" y="9525"/>
                  </a:lnTo>
                  <a:lnTo>
                    <a:pt x="8292833" y="9525"/>
                  </a:lnTo>
                  <a:lnTo>
                    <a:pt x="8293951" y="9067"/>
                  </a:lnTo>
                  <a:lnTo>
                    <a:pt x="8295818" y="7200"/>
                  </a:lnTo>
                  <a:lnTo>
                    <a:pt x="8296275" y="6083"/>
                  </a:lnTo>
                  <a:lnTo>
                    <a:pt x="8296275" y="3454"/>
                  </a:lnTo>
                  <a:close/>
                </a:path>
                <a:path w="9153525" h="1219200">
                  <a:moveTo>
                    <a:pt x="8343900" y="1212494"/>
                  </a:moveTo>
                  <a:lnTo>
                    <a:pt x="8343443" y="1211376"/>
                  </a:lnTo>
                  <a:lnTo>
                    <a:pt x="8341576" y="1209509"/>
                  </a:lnTo>
                  <a:lnTo>
                    <a:pt x="8340458" y="1209052"/>
                  </a:lnTo>
                  <a:lnTo>
                    <a:pt x="8337829" y="1209052"/>
                  </a:lnTo>
                  <a:lnTo>
                    <a:pt x="8336699" y="1209509"/>
                  </a:lnTo>
                  <a:lnTo>
                    <a:pt x="8334845" y="1211376"/>
                  </a:lnTo>
                  <a:lnTo>
                    <a:pt x="8334375" y="1212494"/>
                  </a:lnTo>
                  <a:lnTo>
                    <a:pt x="8334375" y="1215123"/>
                  </a:lnTo>
                  <a:lnTo>
                    <a:pt x="8334845" y="1216240"/>
                  </a:lnTo>
                  <a:lnTo>
                    <a:pt x="8336699" y="1218107"/>
                  </a:lnTo>
                  <a:lnTo>
                    <a:pt x="8337829" y="1218577"/>
                  </a:lnTo>
                  <a:lnTo>
                    <a:pt x="8340458" y="1218577"/>
                  </a:lnTo>
                  <a:lnTo>
                    <a:pt x="8341576" y="1218107"/>
                  </a:lnTo>
                  <a:lnTo>
                    <a:pt x="8343443" y="1216240"/>
                  </a:lnTo>
                  <a:lnTo>
                    <a:pt x="8343900" y="1215123"/>
                  </a:lnTo>
                  <a:lnTo>
                    <a:pt x="8343900" y="1212494"/>
                  </a:lnTo>
                  <a:close/>
                </a:path>
                <a:path w="9153525" h="1219200">
                  <a:moveTo>
                    <a:pt x="8343900" y="607974"/>
                  </a:moveTo>
                  <a:lnTo>
                    <a:pt x="8343443" y="606856"/>
                  </a:lnTo>
                  <a:lnTo>
                    <a:pt x="8341576" y="604989"/>
                  </a:lnTo>
                  <a:lnTo>
                    <a:pt x="8340458" y="604520"/>
                  </a:lnTo>
                  <a:lnTo>
                    <a:pt x="8337829" y="604520"/>
                  </a:lnTo>
                  <a:lnTo>
                    <a:pt x="8336699" y="604989"/>
                  </a:lnTo>
                  <a:lnTo>
                    <a:pt x="8334845" y="606856"/>
                  </a:lnTo>
                  <a:lnTo>
                    <a:pt x="8334375" y="607974"/>
                  </a:lnTo>
                  <a:lnTo>
                    <a:pt x="8334375" y="610603"/>
                  </a:lnTo>
                  <a:lnTo>
                    <a:pt x="8334845" y="611720"/>
                  </a:lnTo>
                  <a:lnTo>
                    <a:pt x="8336699" y="613587"/>
                  </a:lnTo>
                  <a:lnTo>
                    <a:pt x="8337829" y="614045"/>
                  </a:lnTo>
                  <a:lnTo>
                    <a:pt x="8340458" y="614045"/>
                  </a:lnTo>
                  <a:lnTo>
                    <a:pt x="8341576" y="613587"/>
                  </a:lnTo>
                  <a:lnTo>
                    <a:pt x="8343443" y="611720"/>
                  </a:lnTo>
                  <a:lnTo>
                    <a:pt x="8343900" y="610603"/>
                  </a:lnTo>
                  <a:lnTo>
                    <a:pt x="8343900" y="607974"/>
                  </a:lnTo>
                  <a:close/>
                </a:path>
                <a:path w="9153525" h="1219200">
                  <a:moveTo>
                    <a:pt x="8343900" y="3454"/>
                  </a:moveTo>
                  <a:lnTo>
                    <a:pt x="8343443" y="2336"/>
                  </a:lnTo>
                  <a:lnTo>
                    <a:pt x="8341576" y="469"/>
                  </a:lnTo>
                  <a:lnTo>
                    <a:pt x="8340458" y="0"/>
                  </a:lnTo>
                  <a:lnTo>
                    <a:pt x="8337829" y="0"/>
                  </a:lnTo>
                  <a:lnTo>
                    <a:pt x="8336699" y="469"/>
                  </a:lnTo>
                  <a:lnTo>
                    <a:pt x="8334845" y="2336"/>
                  </a:lnTo>
                  <a:lnTo>
                    <a:pt x="8334375" y="3454"/>
                  </a:lnTo>
                  <a:lnTo>
                    <a:pt x="8334375" y="6083"/>
                  </a:lnTo>
                  <a:lnTo>
                    <a:pt x="8334845" y="7200"/>
                  </a:lnTo>
                  <a:lnTo>
                    <a:pt x="8336699" y="9067"/>
                  </a:lnTo>
                  <a:lnTo>
                    <a:pt x="8337829" y="9525"/>
                  </a:lnTo>
                  <a:lnTo>
                    <a:pt x="8340458" y="9525"/>
                  </a:lnTo>
                  <a:lnTo>
                    <a:pt x="8341576" y="9067"/>
                  </a:lnTo>
                  <a:lnTo>
                    <a:pt x="8343443" y="7200"/>
                  </a:lnTo>
                  <a:lnTo>
                    <a:pt x="8343900" y="6083"/>
                  </a:lnTo>
                  <a:lnTo>
                    <a:pt x="8343900" y="3454"/>
                  </a:lnTo>
                  <a:close/>
                </a:path>
                <a:path w="9153525" h="1219200">
                  <a:moveTo>
                    <a:pt x="8391525" y="1212494"/>
                  </a:moveTo>
                  <a:lnTo>
                    <a:pt x="8391068" y="1211376"/>
                  </a:lnTo>
                  <a:lnTo>
                    <a:pt x="8389201" y="1209509"/>
                  </a:lnTo>
                  <a:lnTo>
                    <a:pt x="8388083" y="1209052"/>
                  </a:lnTo>
                  <a:lnTo>
                    <a:pt x="8385454" y="1209052"/>
                  </a:lnTo>
                  <a:lnTo>
                    <a:pt x="8384324" y="1209509"/>
                  </a:lnTo>
                  <a:lnTo>
                    <a:pt x="8382470" y="1211376"/>
                  </a:lnTo>
                  <a:lnTo>
                    <a:pt x="8382000" y="1212494"/>
                  </a:lnTo>
                  <a:lnTo>
                    <a:pt x="8382000" y="1215123"/>
                  </a:lnTo>
                  <a:lnTo>
                    <a:pt x="8382470" y="1216240"/>
                  </a:lnTo>
                  <a:lnTo>
                    <a:pt x="8384324" y="1218107"/>
                  </a:lnTo>
                  <a:lnTo>
                    <a:pt x="8385454" y="1218577"/>
                  </a:lnTo>
                  <a:lnTo>
                    <a:pt x="8388083" y="1218577"/>
                  </a:lnTo>
                  <a:lnTo>
                    <a:pt x="8389201" y="1218107"/>
                  </a:lnTo>
                  <a:lnTo>
                    <a:pt x="8391068" y="1216240"/>
                  </a:lnTo>
                  <a:lnTo>
                    <a:pt x="8391525" y="1215123"/>
                  </a:lnTo>
                  <a:lnTo>
                    <a:pt x="8391525" y="1212494"/>
                  </a:lnTo>
                  <a:close/>
                </a:path>
                <a:path w="9153525" h="1219200">
                  <a:moveTo>
                    <a:pt x="8391525" y="607974"/>
                  </a:moveTo>
                  <a:lnTo>
                    <a:pt x="8391068" y="606856"/>
                  </a:lnTo>
                  <a:lnTo>
                    <a:pt x="8389201" y="604989"/>
                  </a:lnTo>
                  <a:lnTo>
                    <a:pt x="8388083" y="604520"/>
                  </a:lnTo>
                  <a:lnTo>
                    <a:pt x="8385454" y="604520"/>
                  </a:lnTo>
                  <a:lnTo>
                    <a:pt x="8384324" y="604989"/>
                  </a:lnTo>
                  <a:lnTo>
                    <a:pt x="8382470" y="606856"/>
                  </a:lnTo>
                  <a:lnTo>
                    <a:pt x="8382000" y="607974"/>
                  </a:lnTo>
                  <a:lnTo>
                    <a:pt x="8382000" y="610603"/>
                  </a:lnTo>
                  <a:lnTo>
                    <a:pt x="8382470" y="611720"/>
                  </a:lnTo>
                  <a:lnTo>
                    <a:pt x="8384324" y="613587"/>
                  </a:lnTo>
                  <a:lnTo>
                    <a:pt x="8385454" y="614045"/>
                  </a:lnTo>
                  <a:lnTo>
                    <a:pt x="8388083" y="614045"/>
                  </a:lnTo>
                  <a:lnTo>
                    <a:pt x="8389201" y="613587"/>
                  </a:lnTo>
                  <a:lnTo>
                    <a:pt x="8391068" y="611720"/>
                  </a:lnTo>
                  <a:lnTo>
                    <a:pt x="8391525" y="610603"/>
                  </a:lnTo>
                  <a:lnTo>
                    <a:pt x="8391525" y="607974"/>
                  </a:lnTo>
                  <a:close/>
                </a:path>
                <a:path w="9153525" h="1219200">
                  <a:moveTo>
                    <a:pt x="8391525" y="3454"/>
                  </a:moveTo>
                  <a:lnTo>
                    <a:pt x="8391068" y="2336"/>
                  </a:lnTo>
                  <a:lnTo>
                    <a:pt x="8389201" y="469"/>
                  </a:lnTo>
                  <a:lnTo>
                    <a:pt x="8388083" y="0"/>
                  </a:lnTo>
                  <a:lnTo>
                    <a:pt x="8385454" y="0"/>
                  </a:lnTo>
                  <a:lnTo>
                    <a:pt x="8384324" y="469"/>
                  </a:lnTo>
                  <a:lnTo>
                    <a:pt x="8382470" y="2336"/>
                  </a:lnTo>
                  <a:lnTo>
                    <a:pt x="8382000" y="3454"/>
                  </a:lnTo>
                  <a:lnTo>
                    <a:pt x="8382000" y="6083"/>
                  </a:lnTo>
                  <a:lnTo>
                    <a:pt x="8382470" y="7200"/>
                  </a:lnTo>
                  <a:lnTo>
                    <a:pt x="8384324" y="9067"/>
                  </a:lnTo>
                  <a:lnTo>
                    <a:pt x="8385454" y="9525"/>
                  </a:lnTo>
                  <a:lnTo>
                    <a:pt x="8388083" y="9525"/>
                  </a:lnTo>
                  <a:lnTo>
                    <a:pt x="8389201" y="9067"/>
                  </a:lnTo>
                  <a:lnTo>
                    <a:pt x="8391068" y="7200"/>
                  </a:lnTo>
                  <a:lnTo>
                    <a:pt x="8391525" y="6083"/>
                  </a:lnTo>
                  <a:lnTo>
                    <a:pt x="8391525" y="3454"/>
                  </a:lnTo>
                  <a:close/>
                </a:path>
                <a:path w="9153525" h="1219200">
                  <a:moveTo>
                    <a:pt x="8439150" y="1212494"/>
                  </a:moveTo>
                  <a:lnTo>
                    <a:pt x="8438693" y="1211376"/>
                  </a:lnTo>
                  <a:lnTo>
                    <a:pt x="8436826" y="1209509"/>
                  </a:lnTo>
                  <a:lnTo>
                    <a:pt x="8435708" y="1209052"/>
                  </a:lnTo>
                  <a:lnTo>
                    <a:pt x="8433079" y="1209052"/>
                  </a:lnTo>
                  <a:lnTo>
                    <a:pt x="8431949" y="1209509"/>
                  </a:lnTo>
                  <a:lnTo>
                    <a:pt x="8430095" y="1211376"/>
                  </a:lnTo>
                  <a:lnTo>
                    <a:pt x="8429625" y="1212494"/>
                  </a:lnTo>
                  <a:lnTo>
                    <a:pt x="8429625" y="1215123"/>
                  </a:lnTo>
                  <a:lnTo>
                    <a:pt x="8430095" y="1216240"/>
                  </a:lnTo>
                  <a:lnTo>
                    <a:pt x="8431949" y="1218107"/>
                  </a:lnTo>
                  <a:lnTo>
                    <a:pt x="8433079" y="1218577"/>
                  </a:lnTo>
                  <a:lnTo>
                    <a:pt x="8435708" y="1218577"/>
                  </a:lnTo>
                  <a:lnTo>
                    <a:pt x="8436826" y="1218107"/>
                  </a:lnTo>
                  <a:lnTo>
                    <a:pt x="8438693" y="1216240"/>
                  </a:lnTo>
                  <a:lnTo>
                    <a:pt x="8439150" y="1215123"/>
                  </a:lnTo>
                  <a:lnTo>
                    <a:pt x="8439150" y="1212494"/>
                  </a:lnTo>
                  <a:close/>
                </a:path>
                <a:path w="9153525" h="1219200">
                  <a:moveTo>
                    <a:pt x="8439150" y="607974"/>
                  </a:moveTo>
                  <a:lnTo>
                    <a:pt x="8438693" y="606856"/>
                  </a:lnTo>
                  <a:lnTo>
                    <a:pt x="8436826" y="604989"/>
                  </a:lnTo>
                  <a:lnTo>
                    <a:pt x="8435708" y="604520"/>
                  </a:lnTo>
                  <a:lnTo>
                    <a:pt x="8433079" y="604520"/>
                  </a:lnTo>
                  <a:lnTo>
                    <a:pt x="8431949" y="604989"/>
                  </a:lnTo>
                  <a:lnTo>
                    <a:pt x="8430095" y="606856"/>
                  </a:lnTo>
                  <a:lnTo>
                    <a:pt x="8429625" y="607974"/>
                  </a:lnTo>
                  <a:lnTo>
                    <a:pt x="8429625" y="610603"/>
                  </a:lnTo>
                  <a:lnTo>
                    <a:pt x="8430095" y="611720"/>
                  </a:lnTo>
                  <a:lnTo>
                    <a:pt x="8431949" y="613587"/>
                  </a:lnTo>
                  <a:lnTo>
                    <a:pt x="8433079" y="614045"/>
                  </a:lnTo>
                  <a:lnTo>
                    <a:pt x="8435708" y="614045"/>
                  </a:lnTo>
                  <a:lnTo>
                    <a:pt x="8436826" y="613587"/>
                  </a:lnTo>
                  <a:lnTo>
                    <a:pt x="8438693" y="611720"/>
                  </a:lnTo>
                  <a:lnTo>
                    <a:pt x="8439150" y="610603"/>
                  </a:lnTo>
                  <a:lnTo>
                    <a:pt x="8439150" y="607974"/>
                  </a:lnTo>
                  <a:close/>
                </a:path>
                <a:path w="9153525" h="1219200">
                  <a:moveTo>
                    <a:pt x="8439150" y="3454"/>
                  </a:moveTo>
                  <a:lnTo>
                    <a:pt x="8438693" y="2336"/>
                  </a:lnTo>
                  <a:lnTo>
                    <a:pt x="8436826" y="469"/>
                  </a:lnTo>
                  <a:lnTo>
                    <a:pt x="8435708" y="0"/>
                  </a:lnTo>
                  <a:lnTo>
                    <a:pt x="8433079" y="0"/>
                  </a:lnTo>
                  <a:lnTo>
                    <a:pt x="8431949" y="469"/>
                  </a:lnTo>
                  <a:lnTo>
                    <a:pt x="8430095" y="2336"/>
                  </a:lnTo>
                  <a:lnTo>
                    <a:pt x="8429625" y="3454"/>
                  </a:lnTo>
                  <a:lnTo>
                    <a:pt x="8429625" y="6083"/>
                  </a:lnTo>
                  <a:lnTo>
                    <a:pt x="8430095" y="7200"/>
                  </a:lnTo>
                  <a:lnTo>
                    <a:pt x="8431949" y="9067"/>
                  </a:lnTo>
                  <a:lnTo>
                    <a:pt x="8433079" y="9525"/>
                  </a:lnTo>
                  <a:lnTo>
                    <a:pt x="8435708" y="9525"/>
                  </a:lnTo>
                  <a:lnTo>
                    <a:pt x="8436826" y="9067"/>
                  </a:lnTo>
                  <a:lnTo>
                    <a:pt x="8438693" y="7200"/>
                  </a:lnTo>
                  <a:lnTo>
                    <a:pt x="8439150" y="6083"/>
                  </a:lnTo>
                  <a:lnTo>
                    <a:pt x="8439150" y="3454"/>
                  </a:lnTo>
                  <a:close/>
                </a:path>
                <a:path w="9153525" h="1219200">
                  <a:moveTo>
                    <a:pt x="8486775" y="1212494"/>
                  </a:moveTo>
                  <a:lnTo>
                    <a:pt x="8486318" y="1211376"/>
                  </a:lnTo>
                  <a:lnTo>
                    <a:pt x="8484451" y="1209509"/>
                  </a:lnTo>
                  <a:lnTo>
                    <a:pt x="8483333" y="1209052"/>
                  </a:lnTo>
                  <a:lnTo>
                    <a:pt x="8480704" y="1209052"/>
                  </a:lnTo>
                  <a:lnTo>
                    <a:pt x="8479574" y="1209509"/>
                  </a:lnTo>
                  <a:lnTo>
                    <a:pt x="8477720" y="1211376"/>
                  </a:lnTo>
                  <a:lnTo>
                    <a:pt x="8477250" y="1212494"/>
                  </a:lnTo>
                  <a:lnTo>
                    <a:pt x="8477250" y="1215123"/>
                  </a:lnTo>
                  <a:lnTo>
                    <a:pt x="8477720" y="1216240"/>
                  </a:lnTo>
                  <a:lnTo>
                    <a:pt x="8479574" y="1218107"/>
                  </a:lnTo>
                  <a:lnTo>
                    <a:pt x="8480704" y="1218577"/>
                  </a:lnTo>
                  <a:lnTo>
                    <a:pt x="8483333" y="1218577"/>
                  </a:lnTo>
                  <a:lnTo>
                    <a:pt x="8484451" y="1218107"/>
                  </a:lnTo>
                  <a:lnTo>
                    <a:pt x="8486318" y="1216240"/>
                  </a:lnTo>
                  <a:lnTo>
                    <a:pt x="8486775" y="1215123"/>
                  </a:lnTo>
                  <a:lnTo>
                    <a:pt x="8486775" y="1212494"/>
                  </a:lnTo>
                  <a:close/>
                </a:path>
                <a:path w="9153525" h="1219200">
                  <a:moveTo>
                    <a:pt x="8486775" y="607974"/>
                  </a:moveTo>
                  <a:lnTo>
                    <a:pt x="8486318" y="606856"/>
                  </a:lnTo>
                  <a:lnTo>
                    <a:pt x="8484451" y="604989"/>
                  </a:lnTo>
                  <a:lnTo>
                    <a:pt x="8483333" y="604520"/>
                  </a:lnTo>
                  <a:lnTo>
                    <a:pt x="8480704" y="604520"/>
                  </a:lnTo>
                  <a:lnTo>
                    <a:pt x="8479574" y="604989"/>
                  </a:lnTo>
                  <a:lnTo>
                    <a:pt x="8477720" y="606856"/>
                  </a:lnTo>
                  <a:lnTo>
                    <a:pt x="8477250" y="607974"/>
                  </a:lnTo>
                  <a:lnTo>
                    <a:pt x="8477250" y="610603"/>
                  </a:lnTo>
                  <a:lnTo>
                    <a:pt x="8477720" y="611720"/>
                  </a:lnTo>
                  <a:lnTo>
                    <a:pt x="8479574" y="613587"/>
                  </a:lnTo>
                  <a:lnTo>
                    <a:pt x="8480704" y="614045"/>
                  </a:lnTo>
                  <a:lnTo>
                    <a:pt x="8483333" y="614045"/>
                  </a:lnTo>
                  <a:lnTo>
                    <a:pt x="8484451" y="613587"/>
                  </a:lnTo>
                  <a:lnTo>
                    <a:pt x="8486318" y="611720"/>
                  </a:lnTo>
                  <a:lnTo>
                    <a:pt x="8486775" y="610603"/>
                  </a:lnTo>
                  <a:lnTo>
                    <a:pt x="8486775" y="607974"/>
                  </a:lnTo>
                  <a:close/>
                </a:path>
                <a:path w="9153525" h="1219200">
                  <a:moveTo>
                    <a:pt x="8486775" y="3454"/>
                  </a:moveTo>
                  <a:lnTo>
                    <a:pt x="8486318" y="2336"/>
                  </a:lnTo>
                  <a:lnTo>
                    <a:pt x="8484451" y="469"/>
                  </a:lnTo>
                  <a:lnTo>
                    <a:pt x="8483333" y="0"/>
                  </a:lnTo>
                  <a:lnTo>
                    <a:pt x="8480704" y="0"/>
                  </a:lnTo>
                  <a:lnTo>
                    <a:pt x="8479574" y="469"/>
                  </a:lnTo>
                  <a:lnTo>
                    <a:pt x="8477720" y="2336"/>
                  </a:lnTo>
                  <a:lnTo>
                    <a:pt x="8477250" y="3454"/>
                  </a:lnTo>
                  <a:lnTo>
                    <a:pt x="8477250" y="6083"/>
                  </a:lnTo>
                  <a:lnTo>
                    <a:pt x="8477720" y="7200"/>
                  </a:lnTo>
                  <a:lnTo>
                    <a:pt x="8479574" y="9067"/>
                  </a:lnTo>
                  <a:lnTo>
                    <a:pt x="8480704" y="9525"/>
                  </a:lnTo>
                  <a:lnTo>
                    <a:pt x="8483333" y="9525"/>
                  </a:lnTo>
                  <a:lnTo>
                    <a:pt x="8484451" y="9067"/>
                  </a:lnTo>
                  <a:lnTo>
                    <a:pt x="8486318" y="7200"/>
                  </a:lnTo>
                  <a:lnTo>
                    <a:pt x="8486775" y="6083"/>
                  </a:lnTo>
                  <a:lnTo>
                    <a:pt x="8486775" y="3454"/>
                  </a:lnTo>
                  <a:close/>
                </a:path>
                <a:path w="9153525" h="1219200">
                  <a:moveTo>
                    <a:pt x="8534400" y="1212494"/>
                  </a:moveTo>
                  <a:lnTo>
                    <a:pt x="8533943" y="1211376"/>
                  </a:lnTo>
                  <a:lnTo>
                    <a:pt x="8532076" y="1209509"/>
                  </a:lnTo>
                  <a:lnTo>
                    <a:pt x="8530958" y="1209052"/>
                  </a:lnTo>
                  <a:lnTo>
                    <a:pt x="8528329" y="1209052"/>
                  </a:lnTo>
                  <a:lnTo>
                    <a:pt x="8527199" y="1209509"/>
                  </a:lnTo>
                  <a:lnTo>
                    <a:pt x="8525345" y="1211376"/>
                  </a:lnTo>
                  <a:lnTo>
                    <a:pt x="8524875" y="1212494"/>
                  </a:lnTo>
                  <a:lnTo>
                    <a:pt x="8524875" y="1215123"/>
                  </a:lnTo>
                  <a:lnTo>
                    <a:pt x="8525345" y="1216240"/>
                  </a:lnTo>
                  <a:lnTo>
                    <a:pt x="8527199" y="1218107"/>
                  </a:lnTo>
                  <a:lnTo>
                    <a:pt x="8528329" y="1218577"/>
                  </a:lnTo>
                  <a:lnTo>
                    <a:pt x="8530958" y="1218577"/>
                  </a:lnTo>
                  <a:lnTo>
                    <a:pt x="8532076" y="1218107"/>
                  </a:lnTo>
                  <a:lnTo>
                    <a:pt x="8533943" y="1216240"/>
                  </a:lnTo>
                  <a:lnTo>
                    <a:pt x="8534400" y="1215123"/>
                  </a:lnTo>
                  <a:lnTo>
                    <a:pt x="8534400" y="1212494"/>
                  </a:lnTo>
                  <a:close/>
                </a:path>
                <a:path w="9153525" h="1219200">
                  <a:moveTo>
                    <a:pt x="8534400" y="607974"/>
                  </a:moveTo>
                  <a:lnTo>
                    <a:pt x="8533943" y="606856"/>
                  </a:lnTo>
                  <a:lnTo>
                    <a:pt x="8532076" y="604989"/>
                  </a:lnTo>
                  <a:lnTo>
                    <a:pt x="8530958" y="604520"/>
                  </a:lnTo>
                  <a:lnTo>
                    <a:pt x="8528329" y="604520"/>
                  </a:lnTo>
                  <a:lnTo>
                    <a:pt x="8527199" y="604989"/>
                  </a:lnTo>
                  <a:lnTo>
                    <a:pt x="8525345" y="606856"/>
                  </a:lnTo>
                  <a:lnTo>
                    <a:pt x="8524875" y="607974"/>
                  </a:lnTo>
                  <a:lnTo>
                    <a:pt x="8524875" y="610603"/>
                  </a:lnTo>
                  <a:lnTo>
                    <a:pt x="8525345" y="611720"/>
                  </a:lnTo>
                  <a:lnTo>
                    <a:pt x="8527199" y="613587"/>
                  </a:lnTo>
                  <a:lnTo>
                    <a:pt x="8528329" y="614045"/>
                  </a:lnTo>
                  <a:lnTo>
                    <a:pt x="8530958" y="614045"/>
                  </a:lnTo>
                  <a:lnTo>
                    <a:pt x="8532076" y="613587"/>
                  </a:lnTo>
                  <a:lnTo>
                    <a:pt x="8533943" y="611720"/>
                  </a:lnTo>
                  <a:lnTo>
                    <a:pt x="8534400" y="610603"/>
                  </a:lnTo>
                  <a:lnTo>
                    <a:pt x="8534400" y="607974"/>
                  </a:lnTo>
                  <a:close/>
                </a:path>
                <a:path w="9153525" h="1219200">
                  <a:moveTo>
                    <a:pt x="8534400" y="3454"/>
                  </a:moveTo>
                  <a:lnTo>
                    <a:pt x="8533943" y="2336"/>
                  </a:lnTo>
                  <a:lnTo>
                    <a:pt x="8532076" y="469"/>
                  </a:lnTo>
                  <a:lnTo>
                    <a:pt x="8530958" y="0"/>
                  </a:lnTo>
                  <a:lnTo>
                    <a:pt x="8528329" y="0"/>
                  </a:lnTo>
                  <a:lnTo>
                    <a:pt x="8527199" y="469"/>
                  </a:lnTo>
                  <a:lnTo>
                    <a:pt x="8525345" y="2336"/>
                  </a:lnTo>
                  <a:lnTo>
                    <a:pt x="8524875" y="3454"/>
                  </a:lnTo>
                  <a:lnTo>
                    <a:pt x="8524875" y="6083"/>
                  </a:lnTo>
                  <a:lnTo>
                    <a:pt x="8525345" y="7200"/>
                  </a:lnTo>
                  <a:lnTo>
                    <a:pt x="8527199" y="9067"/>
                  </a:lnTo>
                  <a:lnTo>
                    <a:pt x="8528329" y="9525"/>
                  </a:lnTo>
                  <a:lnTo>
                    <a:pt x="8530958" y="9525"/>
                  </a:lnTo>
                  <a:lnTo>
                    <a:pt x="8532076" y="9067"/>
                  </a:lnTo>
                  <a:lnTo>
                    <a:pt x="8533943" y="7200"/>
                  </a:lnTo>
                  <a:lnTo>
                    <a:pt x="8534400" y="6083"/>
                  </a:lnTo>
                  <a:lnTo>
                    <a:pt x="8534400" y="3454"/>
                  </a:lnTo>
                  <a:close/>
                </a:path>
                <a:path w="9153525" h="1219200">
                  <a:moveTo>
                    <a:pt x="8582025" y="1212494"/>
                  </a:moveTo>
                  <a:lnTo>
                    <a:pt x="8581568" y="1211376"/>
                  </a:lnTo>
                  <a:lnTo>
                    <a:pt x="8579701" y="1209509"/>
                  </a:lnTo>
                  <a:lnTo>
                    <a:pt x="8578583" y="1209052"/>
                  </a:lnTo>
                  <a:lnTo>
                    <a:pt x="8575954" y="1209052"/>
                  </a:lnTo>
                  <a:lnTo>
                    <a:pt x="8574824" y="1209509"/>
                  </a:lnTo>
                  <a:lnTo>
                    <a:pt x="8572970" y="1211376"/>
                  </a:lnTo>
                  <a:lnTo>
                    <a:pt x="8572500" y="1212494"/>
                  </a:lnTo>
                  <a:lnTo>
                    <a:pt x="8572500" y="1215123"/>
                  </a:lnTo>
                  <a:lnTo>
                    <a:pt x="8572970" y="1216240"/>
                  </a:lnTo>
                  <a:lnTo>
                    <a:pt x="8574824" y="1218107"/>
                  </a:lnTo>
                  <a:lnTo>
                    <a:pt x="8575954" y="1218577"/>
                  </a:lnTo>
                  <a:lnTo>
                    <a:pt x="8578583" y="1218577"/>
                  </a:lnTo>
                  <a:lnTo>
                    <a:pt x="8579701" y="1218107"/>
                  </a:lnTo>
                  <a:lnTo>
                    <a:pt x="8581568" y="1216240"/>
                  </a:lnTo>
                  <a:lnTo>
                    <a:pt x="8582025" y="1215123"/>
                  </a:lnTo>
                  <a:lnTo>
                    <a:pt x="8582025" y="1212494"/>
                  </a:lnTo>
                  <a:close/>
                </a:path>
                <a:path w="9153525" h="1219200">
                  <a:moveTo>
                    <a:pt x="8582025" y="607974"/>
                  </a:moveTo>
                  <a:lnTo>
                    <a:pt x="8581568" y="606856"/>
                  </a:lnTo>
                  <a:lnTo>
                    <a:pt x="8579701" y="604989"/>
                  </a:lnTo>
                  <a:lnTo>
                    <a:pt x="8578583" y="604520"/>
                  </a:lnTo>
                  <a:lnTo>
                    <a:pt x="8575954" y="604520"/>
                  </a:lnTo>
                  <a:lnTo>
                    <a:pt x="8574824" y="604989"/>
                  </a:lnTo>
                  <a:lnTo>
                    <a:pt x="8572970" y="606856"/>
                  </a:lnTo>
                  <a:lnTo>
                    <a:pt x="8572500" y="607974"/>
                  </a:lnTo>
                  <a:lnTo>
                    <a:pt x="8572500" y="610603"/>
                  </a:lnTo>
                  <a:lnTo>
                    <a:pt x="8572970" y="611720"/>
                  </a:lnTo>
                  <a:lnTo>
                    <a:pt x="8574824" y="613587"/>
                  </a:lnTo>
                  <a:lnTo>
                    <a:pt x="8575954" y="614045"/>
                  </a:lnTo>
                  <a:lnTo>
                    <a:pt x="8578583" y="614045"/>
                  </a:lnTo>
                  <a:lnTo>
                    <a:pt x="8579701" y="613587"/>
                  </a:lnTo>
                  <a:lnTo>
                    <a:pt x="8581568" y="611720"/>
                  </a:lnTo>
                  <a:lnTo>
                    <a:pt x="8582025" y="610603"/>
                  </a:lnTo>
                  <a:lnTo>
                    <a:pt x="8582025" y="607974"/>
                  </a:lnTo>
                  <a:close/>
                </a:path>
                <a:path w="9153525" h="1219200">
                  <a:moveTo>
                    <a:pt x="8582025" y="3454"/>
                  </a:moveTo>
                  <a:lnTo>
                    <a:pt x="8581568" y="2336"/>
                  </a:lnTo>
                  <a:lnTo>
                    <a:pt x="8579701" y="469"/>
                  </a:lnTo>
                  <a:lnTo>
                    <a:pt x="8578583" y="0"/>
                  </a:lnTo>
                  <a:lnTo>
                    <a:pt x="8575954" y="0"/>
                  </a:lnTo>
                  <a:lnTo>
                    <a:pt x="8574824" y="469"/>
                  </a:lnTo>
                  <a:lnTo>
                    <a:pt x="8572970" y="2336"/>
                  </a:lnTo>
                  <a:lnTo>
                    <a:pt x="8572500" y="3454"/>
                  </a:lnTo>
                  <a:lnTo>
                    <a:pt x="8572500" y="6083"/>
                  </a:lnTo>
                  <a:lnTo>
                    <a:pt x="8572970" y="7200"/>
                  </a:lnTo>
                  <a:lnTo>
                    <a:pt x="8574824" y="9067"/>
                  </a:lnTo>
                  <a:lnTo>
                    <a:pt x="8575954" y="9525"/>
                  </a:lnTo>
                  <a:lnTo>
                    <a:pt x="8578583" y="9525"/>
                  </a:lnTo>
                  <a:lnTo>
                    <a:pt x="8579701" y="9067"/>
                  </a:lnTo>
                  <a:lnTo>
                    <a:pt x="8581568" y="7200"/>
                  </a:lnTo>
                  <a:lnTo>
                    <a:pt x="8582025" y="6083"/>
                  </a:lnTo>
                  <a:lnTo>
                    <a:pt x="8582025" y="3454"/>
                  </a:lnTo>
                  <a:close/>
                </a:path>
                <a:path w="9153525" h="1219200">
                  <a:moveTo>
                    <a:pt x="8629650" y="1212494"/>
                  </a:moveTo>
                  <a:lnTo>
                    <a:pt x="8629193" y="1211376"/>
                  </a:lnTo>
                  <a:lnTo>
                    <a:pt x="8627326" y="1209509"/>
                  </a:lnTo>
                  <a:lnTo>
                    <a:pt x="8626208" y="1209052"/>
                  </a:lnTo>
                  <a:lnTo>
                    <a:pt x="8623579" y="1209052"/>
                  </a:lnTo>
                  <a:lnTo>
                    <a:pt x="8622449" y="1209509"/>
                  </a:lnTo>
                  <a:lnTo>
                    <a:pt x="8620595" y="1211376"/>
                  </a:lnTo>
                  <a:lnTo>
                    <a:pt x="8620125" y="1212494"/>
                  </a:lnTo>
                  <a:lnTo>
                    <a:pt x="8620125" y="1215123"/>
                  </a:lnTo>
                  <a:lnTo>
                    <a:pt x="8620595" y="1216240"/>
                  </a:lnTo>
                  <a:lnTo>
                    <a:pt x="8622449" y="1218107"/>
                  </a:lnTo>
                  <a:lnTo>
                    <a:pt x="8623579" y="1218577"/>
                  </a:lnTo>
                  <a:lnTo>
                    <a:pt x="8626208" y="1218577"/>
                  </a:lnTo>
                  <a:lnTo>
                    <a:pt x="8627326" y="1218107"/>
                  </a:lnTo>
                  <a:lnTo>
                    <a:pt x="8629193" y="1216240"/>
                  </a:lnTo>
                  <a:lnTo>
                    <a:pt x="8629650" y="1215123"/>
                  </a:lnTo>
                  <a:lnTo>
                    <a:pt x="8629650" y="1212494"/>
                  </a:lnTo>
                  <a:close/>
                </a:path>
                <a:path w="9153525" h="1219200">
                  <a:moveTo>
                    <a:pt x="8629650" y="607974"/>
                  </a:moveTo>
                  <a:lnTo>
                    <a:pt x="8629193" y="606856"/>
                  </a:lnTo>
                  <a:lnTo>
                    <a:pt x="8627326" y="604989"/>
                  </a:lnTo>
                  <a:lnTo>
                    <a:pt x="8626208" y="604520"/>
                  </a:lnTo>
                  <a:lnTo>
                    <a:pt x="8623579" y="604520"/>
                  </a:lnTo>
                  <a:lnTo>
                    <a:pt x="8622449" y="604989"/>
                  </a:lnTo>
                  <a:lnTo>
                    <a:pt x="8620595" y="606856"/>
                  </a:lnTo>
                  <a:lnTo>
                    <a:pt x="8620125" y="607974"/>
                  </a:lnTo>
                  <a:lnTo>
                    <a:pt x="8620125" y="610603"/>
                  </a:lnTo>
                  <a:lnTo>
                    <a:pt x="8620595" y="611720"/>
                  </a:lnTo>
                  <a:lnTo>
                    <a:pt x="8622449" y="613587"/>
                  </a:lnTo>
                  <a:lnTo>
                    <a:pt x="8623579" y="614045"/>
                  </a:lnTo>
                  <a:lnTo>
                    <a:pt x="8626208" y="614045"/>
                  </a:lnTo>
                  <a:lnTo>
                    <a:pt x="8627326" y="613587"/>
                  </a:lnTo>
                  <a:lnTo>
                    <a:pt x="8629193" y="611720"/>
                  </a:lnTo>
                  <a:lnTo>
                    <a:pt x="8629650" y="610603"/>
                  </a:lnTo>
                  <a:lnTo>
                    <a:pt x="8629650" y="607974"/>
                  </a:lnTo>
                  <a:close/>
                </a:path>
                <a:path w="9153525" h="1219200">
                  <a:moveTo>
                    <a:pt x="8629650" y="3454"/>
                  </a:moveTo>
                  <a:lnTo>
                    <a:pt x="8629193" y="2336"/>
                  </a:lnTo>
                  <a:lnTo>
                    <a:pt x="8627326" y="469"/>
                  </a:lnTo>
                  <a:lnTo>
                    <a:pt x="8626208" y="0"/>
                  </a:lnTo>
                  <a:lnTo>
                    <a:pt x="8623579" y="0"/>
                  </a:lnTo>
                  <a:lnTo>
                    <a:pt x="8622449" y="469"/>
                  </a:lnTo>
                  <a:lnTo>
                    <a:pt x="8620595" y="2336"/>
                  </a:lnTo>
                  <a:lnTo>
                    <a:pt x="8620125" y="3454"/>
                  </a:lnTo>
                  <a:lnTo>
                    <a:pt x="8620125" y="6083"/>
                  </a:lnTo>
                  <a:lnTo>
                    <a:pt x="8620595" y="7200"/>
                  </a:lnTo>
                  <a:lnTo>
                    <a:pt x="8622449" y="9067"/>
                  </a:lnTo>
                  <a:lnTo>
                    <a:pt x="8623579" y="9525"/>
                  </a:lnTo>
                  <a:lnTo>
                    <a:pt x="8626208" y="9525"/>
                  </a:lnTo>
                  <a:lnTo>
                    <a:pt x="8627326" y="9067"/>
                  </a:lnTo>
                  <a:lnTo>
                    <a:pt x="8629193" y="7200"/>
                  </a:lnTo>
                  <a:lnTo>
                    <a:pt x="8629650" y="6083"/>
                  </a:lnTo>
                  <a:lnTo>
                    <a:pt x="8629650" y="3454"/>
                  </a:lnTo>
                  <a:close/>
                </a:path>
                <a:path w="9153525" h="1219200">
                  <a:moveTo>
                    <a:pt x="8677275" y="1212494"/>
                  </a:moveTo>
                  <a:lnTo>
                    <a:pt x="8676818" y="1211376"/>
                  </a:lnTo>
                  <a:lnTo>
                    <a:pt x="8674951" y="1209509"/>
                  </a:lnTo>
                  <a:lnTo>
                    <a:pt x="8673833" y="1209052"/>
                  </a:lnTo>
                  <a:lnTo>
                    <a:pt x="8671204" y="1209052"/>
                  </a:lnTo>
                  <a:lnTo>
                    <a:pt x="8670074" y="1209509"/>
                  </a:lnTo>
                  <a:lnTo>
                    <a:pt x="8668220" y="1211376"/>
                  </a:lnTo>
                  <a:lnTo>
                    <a:pt x="8667750" y="1212494"/>
                  </a:lnTo>
                  <a:lnTo>
                    <a:pt x="8667750" y="1215123"/>
                  </a:lnTo>
                  <a:lnTo>
                    <a:pt x="8668220" y="1216240"/>
                  </a:lnTo>
                  <a:lnTo>
                    <a:pt x="8670074" y="1218107"/>
                  </a:lnTo>
                  <a:lnTo>
                    <a:pt x="8671204" y="1218577"/>
                  </a:lnTo>
                  <a:lnTo>
                    <a:pt x="8673833" y="1218577"/>
                  </a:lnTo>
                  <a:lnTo>
                    <a:pt x="8674951" y="1218107"/>
                  </a:lnTo>
                  <a:lnTo>
                    <a:pt x="8676818" y="1216240"/>
                  </a:lnTo>
                  <a:lnTo>
                    <a:pt x="8677275" y="1215123"/>
                  </a:lnTo>
                  <a:lnTo>
                    <a:pt x="8677275" y="1212494"/>
                  </a:lnTo>
                  <a:close/>
                </a:path>
                <a:path w="9153525" h="1219200">
                  <a:moveTo>
                    <a:pt x="8677275" y="607974"/>
                  </a:moveTo>
                  <a:lnTo>
                    <a:pt x="8676818" y="606856"/>
                  </a:lnTo>
                  <a:lnTo>
                    <a:pt x="8674951" y="604989"/>
                  </a:lnTo>
                  <a:lnTo>
                    <a:pt x="8673833" y="604520"/>
                  </a:lnTo>
                  <a:lnTo>
                    <a:pt x="8671204" y="604520"/>
                  </a:lnTo>
                  <a:lnTo>
                    <a:pt x="8670074" y="604989"/>
                  </a:lnTo>
                  <a:lnTo>
                    <a:pt x="8668220" y="606856"/>
                  </a:lnTo>
                  <a:lnTo>
                    <a:pt x="8667750" y="607974"/>
                  </a:lnTo>
                  <a:lnTo>
                    <a:pt x="8667750" y="610603"/>
                  </a:lnTo>
                  <a:lnTo>
                    <a:pt x="8668220" y="611720"/>
                  </a:lnTo>
                  <a:lnTo>
                    <a:pt x="8670074" y="613587"/>
                  </a:lnTo>
                  <a:lnTo>
                    <a:pt x="8671204" y="614045"/>
                  </a:lnTo>
                  <a:lnTo>
                    <a:pt x="8673833" y="614045"/>
                  </a:lnTo>
                  <a:lnTo>
                    <a:pt x="8674951" y="613587"/>
                  </a:lnTo>
                  <a:lnTo>
                    <a:pt x="8676818" y="611720"/>
                  </a:lnTo>
                  <a:lnTo>
                    <a:pt x="8677275" y="610603"/>
                  </a:lnTo>
                  <a:lnTo>
                    <a:pt x="8677275" y="607974"/>
                  </a:lnTo>
                  <a:close/>
                </a:path>
                <a:path w="9153525" h="1219200">
                  <a:moveTo>
                    <a:pt x="8677275" y="3454"/>
                  </a:moveTo>
                  <a:lnTo>
                    <a:pt x="8676818" y="2336"/>
                  </a:lnTo>
                  <a:lnTo>
                    <a:pt x="8674951" y="469"/>
                  </a:lnTo>
                  <a:lnTo>
                    <a:pt x="8673833" y="0"/>
                  </a:lnTo>
                  <a:lnTo>
                    <a:pt x="8671204" y="0"/>
                  </a:lnTo>
                  <a:lnTo>
                    <a:pt x="8670074" y="469"/>
                  </a:lnTo>
                  <a:lnTo>
                    <a:pt x="8668220" y="2336"/>
                  </a:lnTo>
                  <a:lnTo>
                    <a:pt x="8667750" y="3454"/>
                  </a:lnTo>
                  <a:lnTo>
                    <a:pt x="8667750" y="6083"/>
                  </a:lnTo>
                  <a:lnTo>
                    <a:pt x="8668220" y="7200"/>
                  </a:lnTo>
                  <a:lnTo>
                    <a:pt x="8670074" y="9067"/>
                  </a:lnTo>
                  <a:lnTo>
                    <a:pt x="8671204" y="9525"/>
                  </a:lnTo>
                  <a:lnTo>
                    <a:pt x="8673833" y="9525"/>
                  </a:lnTo>
                  <a:lnTo>
                    <a:pt x="8674951" y="9067"/>
                  </a:lnTo>
                  <a:lnTo>
                    <a:pt x="8676818" y="7200"/>
                  </a:lnTo>
                  <a:lnTo>
                    <a:pt x="8677275" y="6083"/>
                  </a:lnTo>
                  <a:lnTo>
                    <a:pt x="8677275" y="3454"/>
                  </a:lnTo>
                  <a:close/>
                </a:path>
                <a:path w="9153525" h="1219200">
                  <a:moveTo>
                    <a:pt x="8724900" y="1212494"/>
                  </a:moveTo>
                  <a:lnTo>
                    <a:pt x="8724443" y="1211376"/>
                  </a:lnTo>
                  <a:lnTo>
                    <a:pt x="8722576" y="1209509"/>
                  </a:lnTo>
                  <a:lnTo>
                    <a:pt x="8721458" y="1209052"/>
                  </a:lnTo>
                  <a:lnTo>
                    <a:pt x="8718829" y="1209052"/>
                  </a:lnTo>
                  <a:lnTo>
                    <a:pt x="8717699" y="1209509"/>
                  </a:lnTo>
                  <a:lnTo>
                    <a:pt x="8715845" y="1211376"/>
                  </a:lnTo>
                  <a:lnTo>
                    <a:pt x="8715375" y="1212494"/>
                  </a:lnTo>
                  <a:lnTo>
                    <a:pt x="8715375" y="1215123"/>
                  </a:lnTo>
                  <a:lnTo>
                    <a:pt x="8715845" y="1216240"/>
                  </a:lnTo>
                  <a:lnTo>
                    <a:pt x="8717699" y="1218107"/>
                  </a:lnTo>
                  <a:lnTo>
                    <a:pt x="8718829" y="1218577"/>
                  </a:lnTo>
                  <a:lnTo>
                    <a:pt x="8721458" y="1218577"/>
                  </a:lnTo>
                  <a:lnTo>
                    <a:pt x="8722576" y="1218107"/>
                  </a:lnTo>
                  <a:lnTo>
                    <a:pt x="8724443" y="1216240"/>
                  </a:lnTo>
                  <a:lnTo>
                    <a:pt x="8724900" y="1215123"/>
                  </a:lnTo>
                  <a:lnTo>
                    <a:pt x="8724900" y="1212494"/>
                  </a:lnTo>
                  <a:close/>
                </a:path>
                <a:path w="9153525" h="1219200">
                  <a:moveTo>
                    <a:pt x="8724900" y="607974"/>
                  </a:moveTo>
                  <a:lnTo>
                    <a:pt x="8724443" y="606856"/>
                  </a:lnTo>
                  <a:lnTo>
                    <a:pt x="8722576" y="604989"/>
                  </a:lnTo>
                  <a:lnTo>
                    <a:pt x="8721458" y="604520"/>
                  </a:lnTo>
                  <a:lnTo>
                    <a:pt x="8718829" y="604520"/>
                  </a:lnTo>
                  <a:lnTo>
                    <a:pt x="8717699" y="604989"/>
                  </a:lnTo>
                  <a:lnTo>
                    <a:pt x="8715845" y="606856"/>
                  </a:lnTo>
                  <a:lnTo>
                    <a:pt x="8715375" y="607974"/>
                  </a:lnTo>
                  <a:lnTo>
                    <a:pt x="8715375" y="610603"/>
                  </a:lnTo>
                  <a:lnTo>
                    <a:pt x="8715845" y="611720"/>
                  </a:lnTo>
                  <a:lnTo>
                    <a:pt x="8717699" y="613587"/>
                  </a:lnTo>
                  <a:lnTo>
                    <a:pt x="8718829" y="614045"/>
                  </a:lnTo>
                  <a:lnTo>
                    <a:pt x="8721458" y="614045"/>
                  </a:lnTo>
                  <a:lnTo>
                    <a:pt x="8722576" y="613587"/>
                  </a:lnTo>
                  <a:lnTo>
                    <a:pt x="8724443" y="611720"/>
                  </a:lnTo>
                  <a:lnTo>
                    <a:pt x="8724900" y="610603"/>
                  </a:lnTo>
                  <a:lnTo>
                    <a:pt x="8724900" y="607974"/>
                  </a:lnTo>
                  <a:close/>
                </a:path>
                <a:path w="9153525" h="1219200">
                  <a:moveTo>
                    <a:pt x="8724900" y="3454"/>
                  </a:moveTo>
                  <a:lnTo>
                    <a:pt x="8724443" y="2336"/>
                  </a:lnTo>
                  <a:lnTo>
                    <a:pt x="8722576" y="469"/>
                  </a:lnTo>
                  <a:lnTo>
                    <a:pt x="8721458" y="0"/>
                  </a:lnTo>
                  <a:lnTo>
                    <a:pt x="8718829" y="0"/>
                  </a:lnTo>
                  <a:lnTo>
                    <a:pt x="8717699" y="469"/>
                  </a:lnTo>
                  <a:lnTo>
                    <a:pt x="8715845" y="2336"/>
                  </a:lnTo>
                  <a:lnTo>
                    <a:pt x="8715375" y="3454"/>
                  </a:lnTo>
                  <a:lnTo>
                    <a:pt x="8715375" y="6083"/>
                  </a:lnTo>
                  <a:lnTo>
                    <a:pt x="8715845" y="7200"/>
                  </a:lnTo>
                  <a:lnTo>
                    <a:pt x="8717699" y="9067"/>
                  </a:lnTo>
                  <a:lnTo>
                    <a:pt x="8718829" y="9525"/>
                  </a:lnTo>
                  <a:lnTo>
                    <a:pt x="8721458" y="9525"/>
                  </a:lnTo>
                  <a:lnTo>
                    <a:pt x="8722576" y="9067"/>
                  </a:lnTo>
                  <a:lnTo>
                    <a:pt x="8724443" y="7200"/>
                  </a:lnTo>
                  <a:lnTo>
                    <a:pt x="8724900" y="6083"/>
                  </a:lnTo>
                  <a:lnTo>
                    <a:pt x="8724900" y="3454"/>
                  </a:lnTo>
                  <a:close/>
                </a:path>
                <a:path w="9153525" h="1219200">
                  <a:moveTo>
                    <a:pt x="8772525" y="1212494"/>
                  </a:moveTo>
                  <a:lnTo>
                    <a:pt x="8772068" y="1211376"/>
                  </a:lnTo>
                  <a:lnTo>
                    <a:pt x="8770201" y="1209509"/>
                  </a:lnTo>
                  <a:lnTo>
                    <a:pt x="8769083" y="1209052"/>
                  </a:lnTo>
                  <a:lnTo>
                    <a:pt x="8766454" y="1209052"/>
                  </a:lnTo>
                  <a:lnTo>
                    <a:pt x="8765324" y="1209509"/>
                  </a:lnTo>
                  <a:lnTo>
                    <a:pt x="8763470" y="1211376"/>
                  </a:lnTo>
                  <a:lnTo>
                    <a:pt x="8763000" y="1212494"/>
                  </a:lnTo>
                  <a:lnTo>
                    <a:pt x="8763000" y="1215123"/>
                  </a:lnTo>
                  <a:lnTo>
                    <a:pt x="8763470" y="1216240"/>
                  </a:lnTo>
                  <a:lnTo>
                    <a:pt x="8765324" y="1218107"/>
                  </a:lnTo>
                  <a:lnTo>
                    <a:pt x="8766454" y="1218577"/>
                  </a:lnTo>
                  <a:lnTo>
                    <a:pt x="8769083" y="1218577"/>
                  </a:lnTo>
                  <a:lnTo>
                    <a:pt x="8770201" y="1218107"/>
                  </a:lnTo>
                  <a:lnTo>
                    <a:pt x="8772068" y="1216240"/>
                  </a:lnTo>
                  <a:lnTo>
                    <a:pt x="8772525" y="1215123"/>
                  </a:lnTo>
                  <a:lnTo>
                    <a:pt x="8772525" y="1212494"/>
                  </a:lnTo>
                  <a:close/>
                </a:path>
                <a:path w="9153525" h="1219200">
                  <a:moveTo>
                    <a:pt x="8772525" y="607974"/>
                  </a:moveTo>
                  <a:lnTo>
                    <a:pt x="8772068" y="606856"/>
                  </a:lnTo>
                  <a:lnTo>
                    <a:pt x="8770201" y="604989"/>
                  </a:lnTo>
                  <a:lnTo>
                    <a:pt x="8769083" y="604520"/>
                  </a:lnTo>
                  <a:lnTo>
                    <a:pt x="8766454" y="604520"/>
                  </a:lnTo>
                  <a:lnTo>
                    <a:pt x="8765324" y="604989"/>
                  </a:lnTo>
                  <a:lnTo>
                    <a:pt x="8763470" y="606856"/>
                  </a:lnTo>
                  <a:lnTo>
                    <a:pt x="8763000" y="607974"/>
                  </a:lnTo>
                  <a:lnTo>
                    <a:pt x="8763000" y="610603"/>
                  </a:lnTo>
                  <a:lnTo>
                    <a:pt x="8763470" y="611720"/>
                  </a:lnTo>
                  <a:lnTo>
                    <a:pt x="8765324" y="613587"/>
                  </a:lnTo>
                  <a:lnTo>
                    <a:pt x="8766454" y="614045"/>
                  </a:lnTo>
                  <a:lnTo>
                    <a:pt x="8769083" y="614045"/>
                  </a:lnTo>
                  <a:lnTo>
                    <a:pt x="8770201" y="613587"/>
                  </a:lnTo>
                  <a:lnTo>
                    <a:pt x="8772068" y="611720"/>
                  </a:lnTo>
                  <a:lnTo>
                    <a:pt x="8772525" y="610603"/>
                  </a:lnTo>
                  <a:lnTo>
                    <a:pt x="8772525" y="607974"/>
                  </a:lnTo>
                  <a:close/>
                </a:path>
                <a:path w="9153525" h="1219200">
                  <a:moveTo>
                    <a:pt x="8772525" y="3454"/>
                  </a:moveTo>
                  <a:lnTo>
                    <a:pt x="8772068" y="2336"/>
                  </a:lnTo>
                  <a:lnTo>
                    <a:pt x="8770201" y="469"/>
                  </a:lnTo>
                  <a:lnTo>
                    <a:pt x="8769083" y="0"/>
                  </a:lnTo>
                  <a:lnTo>
                    <a:pt x="8766454" y="0"/>
                  </a:lnTo>
                  <a:lnTo>
                    <a:pt x="8765324" y="469"/>
                  </a:lnTo>
                  <a:lnTo>
                    <a:pt x="8763470" y="2336"/>
                  </a:lnTo>
                  <a:lnTo>
                    <a:pt x="8763000" y="3454"/>
                  </a:lnTo>
                  <a:lnTo>
                    <a:pt x="8763000" y="6083"/>
                  </a:lnTo>
                  <a:lnTo>
                    <a:pt x="8763470" y="7200"/>
                  </a:lnTo>
                  <a:lnTo>
                    <a:pt x="8765324" y="9067"/>
                  </a:lnTo>
                  <a:lnTo>
                    <a:pt x="8766454" y="9525"/>
                  </a:lnTo>
                  <a:lnTo>
                    <a:pt x="8769083" y="9525"/>
                  </a:lnTo>
                  <a:lnTo>
                    <a:pt x="8770201" y="9067"/>
                  </a:lnTo>
                  <a:lnTo>
                    <a:pt x="8772068" y="7200"/>
                  </a:lnTo>
                  <a:lnTo>
                    <a:pt x="8772525" y="6083"/>
                  </a:lnTo>
                  <a:lnTo>
                    <a:pt x="8772525" y="3454"/>
                  </a:lnTo>
                  <a:close/>
                </a:path>
                <a:path w="9153525" h="1219200">
                  <a:moveTo>
                    <a:pt x="8820150" y="1212494"/>
                  </a:moveTo>
                  <a:lnTo>
                    <a:pt x="8819693" y="1211376"/>
                  </a:lnTo>
                  <a:lnTo>
                    <a:pt x="8817826" y="1209509"/>
                  </a:lnTo>
                  <a:lnTo>
                    <a:pt x="8816708" y="1209052"/>
                  </a:lnTo>
                  <a:lnTo>
                    <a:pt x="8814079" y="1209052"/>
                  </a:lnTo>
                  <a:lnTo>
                    <a:pt x="8812949" y="1209509"/>
                  </a:lnTo>
                  <a:lnTo>
                    <a:pt x="8811095" y="1211376"/>
                  </a:lnTo>
                  <a:lnTo>
                    <a:pt x="8810625" y="1212494"/>
                  </a:lnTo>
                  <a:lnTo>
                    <a:pt x="8810625" y="1215123"/>
                  </a:lnTo>
                  <a:lnTo>
                    <a:pt x="8811095" y="1216240"/>
                  </a:lnTo>
                  <a:lnTo>
                    <a:pt x="8812949" y="1218107"/>
                  </a:lnTo>
                  <a:lnTo>
                    <a:pt x="8814079" y="1218577"/>
                  </a:lnTo>
                  <a:lnTo>
                    <a:pt x="8816708" y="1218577"/>
                  </a:lnTo>
                  <a:lnTo>
                    <a:pt x="8817826" y="1218107"/>
                  </a:lnTo>
                  <a:lnTo>
                    <a:pt x="8819693" y="1216240"/>
                  </a:lnTo>
                  <a:lnTo>
                    <a:pt x="8820150" y="1215123"/>
                  </a:lnTo>
                  <a:lnTo>
                    <a:pt x="8820150" y="1212494"/>
                  </a:lnTo>
                  <a:close/>
                </a:path>
                <a:path w="9153525" h="1219200">
                  <a:moveTo>
                    <a:pt x="8820150" y="607974"/>
                  </a:moveTo>
                  <a:lnTo>
                    <a:pt x="8819693" y="606856"/>
                  </a:lnTo>
                  <a:lnTo>
                    <a:pt x="8817826" y="604989"/>
                  </a:lnTo>
                  <a:lnTo>
                    <a:pt x="8816708" y="604520"/>
                  </a:lnTo>
                  <a:lnTo>
                    <a:pt x="8814079" y="604520"/>
                  </a:lnTo>
                  <a:lnTo>
                    <a:pt x="8812949" y="604989"/>
                  </a:lnTo>
                  <a:lnTo>
                    <a:pt x="8811095" y="606856"/>
                  </a:lnTo>
                  <a:lnTo>
                    <a:pt x="8810625" y="607974"/>
                  </a:lnTo>
                  <a:lnTo>
                    <a:pt x="8810625" y="610603"/>
                  </a:lnTo>
                  <a:lnTo>
                    <a:pt x="8811095" y="611720"/>
                  </a:lnTo>
                  <a:lnTo>
                    <a:pt x="8812949" y="613587"/>
                  </a:lnTo>
                  <a:lnTo>
                    <a:pt x="8814079" y="614045"/>
                  </a:lnTo>
                  <a:lnTo>
                    <a:pt x="8816708" y="614045"/>
                  </a:lnTo>
                  <a:lnTo>
                    <a:pt x="8817826" y="613587"/>
                  </a:lnTo>
                  <a:lnTo>
                    <a:pt x="8819693" y="611720"/>
                  </a:lnTo>
                  <a:lnTo>
                    <a:pt x="8820150" y="610603"/>
                  </a:lnTo>
                  <a:lnTo>
                    <a:pt x="8820150" y="607974"/>
                  </a:lnTo>
                  <a:close/>
                </a:path>
                <a:path w="9153525" h="1219200">
                  <a:moveTo>
                    <a:pt x="8820150" y="3454"/>
                  </a:moveTo>
                  <a:lnTo>
                    <a:pt x="8819693" y="2336"/>
                  </a:lnTo>
                  <a:lnTo>
                    <a:pt x="8817826" y="469"/>
                  </a:lnTo>
                  <a:lnTo>
                    <a:pt x="8816708" y="0"/>
                  </a:lnTo>
                  <a:lnTo>
                    <a:pt x="8814079" y="0"/>
                  </a:lnTo>
                  <a:lnTo>
                    <a:pt x="8812949" y="469"/>
                  </a:lnTo>
                  <a:lnTo>
                    <a:pt x="8811095" y="2336"/>
                  </a:lnTo>
                  <a:lnTo>
                    <a:pt x="8810625" y="3454"/>
                  </a:lnTo>
                  <a:lnTo>
                    <a:pt x="8810625" y="6083"/>
                  </a:lnTo>
                  <a:lnTo>
                    <a:pt x="8811095" y="7200"/>
                  </a:lnTo>
                  <a:lnTo>
                    <a:pt x="8812949" y="9067"/>
                  </a:lnTo>
                  <a:lnTo>
                    <a:pt x="8814079" y="9525"/>
                  </a:lnTo>
                  <a:lnTo>
                    <a:pt x="8816708" y="9525"/>
                  </a:lnTo>
                  <a:lnTo>
                    <a:pt x="8817826" y="9067"/>
                  </a:lnTo>
                  <a:lnTo>
                    <a:pt x="8819693" y="7200"/>
                  </a:lnTo>
                  <a:lnTo>
                    <a:pt x="8820150" y="6083"/>
                  </a:lnTo>
                  <a:lnTo>
                    <a:pt x="8820150" y="3454"/>
                  </a:lnTo>
                  <a:close/>
                </a:path>
                <a:path w="9153525" h="1219200">
                  <a:moveTo>
                    <a:pt x="8867775" y="1212494"/>
                  </a:moveTo>
                  <a:lnTo>
                    <a:pt x="8867318" y="1211376"/>
                  </a:lnTo>
                  <a:lnTo>
                    <a:pt x="8865451" y="1209509"/>
                  </a:lnTo>
                  <a:lnTo>
                    <a:pt x="8864333" y="1209052"/>
                  </a:lnTo>
                  <a:lnTo>
                    <a:pt x="8861704" y="1209052"/>
                  </a:lnTo>
                  <a:lnTo>
                    <a:pt x="8860574" y="1209509"/>
                  </a:lnTo>
                  <a:lnTo>
                    <a:pt x="8858720" y="1211376"/>
                  </a:lnTo>
                  <a:lnTo>
                    <a:pt x="8858250" y="1212494"/>
                  </a:lnTo>
                  <a:lnTo>
                    <a:pt x="8858250" y="1215123"/>
                  </a:lnTo>
                  <a:lnTo>
                    <a:pt x="8858720" y="1216240"/>
                  </a:lnTo>
                  <a:lnTo>
                    <a:pt x="8860574" y="1218107"/>
                  </a:lnTo>
                  <a:lnTo>
                    <a:pt x="8861704" y="1218577"/>
                  </a:lnTo>
                  <a:lnTo>
                    <a:pt x="8864333" y="1218577"/>
                  </a:lnTo>
                  <a:lnTo>
                    <a:pt x="8865451" y="1218107"/>
                  </a:lnTo>
                  <a:lnTo>
                    <a:pt x="8867318" y="1216240"/>
                  </a:lnTo>
                  <a:lnTo>
                    <a:pt x="8867775" y="1215123"/>
                  </a:lnTo>
                  <a:lnTo>
                    <a:pt x="8867775" y="1212494"/>
                  </a:lnTo>
                  <a:close/>
                </a:path>
                <a:path w="9153525" h="1219200">
                  <a:moveTo>
                    <a:pt x="8867775" y="607974"/>
                  </a:moveTo>
                  <a:lnTo>
                    <a:pt x="8867318" y="606856"/>
                  </a:lnTo>
                  <a:lnTo>
                    <a:pt x="8865451" y="604989"/>
                  </a:lnTo>
                  <a:lnTo>
                    <a:pt x="8864333" y="604520"/>
                  </a:lnTo>
                  <a:lnTo>
                    <a:pt x="8861704" y="604520"/>
                  </a:lnTo>
                  <a:lnTo>
                    <a:pt x="8860574" y="604989"/>
                  </a:lnTo>
                  <a:lnTo>
                    <a:pt x="8858720" y="606856"/>
                  </a:lnTo>
                  <a:lnTo>
                    <a:pt x="8858250" y="607974"/>
                  </a:lnTo>
                  <a:lnTo>
                    <a:pt x="8858250" y="610603"/>
                  </a:lnTo>
                  <a:lnTo>
                    <a:pt x="8858720" y="611720"/>
                  </a:lnTo>
                  <a:lnTo>
                    <a:pt x="8860574" y="613587"/>
                  </a:lnTo>
                  <a:lnTo>
                    <a:pt x="8861704" y="614045"/>
                  </a:lnTo>
                  <a:lnTo>
                    <a:pt x="8864333" y="614045"/>
                  </a:lnTo>
                  <a:lnTo>
                    <a:pt x="8865451" y="613587"/>
                  </a:lnTo>
                  <a:lnTo>
                    <a:pt x="8867318" y="611720"/>
                  </a:lnTo>
                  <a:lnTo>
                    <a:pt x="8867775" y="610603"/>
                  </a:lnTo>
                  <a:lnTo>
                    <a:pt x="8867775" y="607974"/>
                  </a:lnTo>
                  <a:close/>
                </a:path>
                <a:path w="9153525" h="1219200">
                  <a:moveTo>
                    <a:pt x="8867775" y="3454"/>
                  </a:moveTo>
                  <a:lnTo>
                    <a:pt x="8867318" y="2336"/>
                  </a:lnTo>
                  <a:lnTo>
                    <a:pt x="8865451" y="469"/>
                  </a:lnTo>
                  <a:lnTo>
                    <a:pt x="8864333" y="0"/>
                  </a:lnTo>
                  <a:lnTo>
                    <a:pt x="8861704" y="0"/>
                  </a:lnTo>
                  <a:lnTo>
                    <a:pt x="8860574" y="469"/>
                  </a:lnTo>
                  <a:lnTo>
                    <a:pt x="8858720" y="2336"/>
                  </a:lnTo>
                  <a:lnTo>
                    <a:pt x="8858250" y="3454"/>
                  </a:lnTo>
                  <a:lnTo>
                    <a:pt x="8858250" y="6083"/>
                  </a:lnTo>
                  <a:lnTo>
                    <a:pt x="8858720" y="7200"/>
                  </a:lnTo>
                  <a:lnTo>
                    <a:pt x="8860574" y="9067"/>
                  </a:lnTo>
                  <a:lnTo>
                    <a:pt x="8861704" y="9525"/>
                  </a:lnTo>
                  <a:lnTo>
                    <a:pt x="8864333" y="9525"/>
                  </a:lnTo>
                  <a:lnTo>
                    <a:pt x="8865451" y="9067"/>
                  </a:lnTo>
                  <a:lnTo>
                    <a:pt x="8867318" y="7200"/>
                  </a:lnTo>
                  <a:lnTo>
                    <a:pt x="8867775" y="6083"/>
                  </a:lnTo>
                  <a:lnTo>
                    <a:pt x="8867775" y="3454"/>
                  </a:lnTo>
                  <a:close/>
                </a:path>
                <a:path w="9153525" h="1219200">
                  <a:moveTo>
                    <a:pt x="8915400" y="1212494"/>
                  </a:moveTo>
                  <a:lnTo>
                    <a:pt x="8914943" y="1211376"/>
                  </a:lnTo>
                  <a:lnTo>
                    <a:pt x="8913076" y="1209509"/>
                  </a:lnTo>
                  <a:lnTo>
                    <a:pt x="8911958" y="1209052"/>
                  </a:lnTo>
                  <a:lnTo>
                    <a:pt x="8909329" y="1209052"/>
                  </a:lnTo>
                  <a:lnTo>
                    <a:pt x="8908199" y="1209509"/>
                  </a:lnTo>
                  <a:lnTo>
                    <a:pt x="8906345" y="1211376"/>
                  </a:lnTo>
                  <a:lnTo>
                    <a:pt x="8905875" y="1212494"/>
                  </a:lnTo>
                  <a:lnTo>
                    <a:pt x="8905875" y="1215123"/>
                  </a:lnTo>
                  <a:lnTo>
                    <a:pt x="8906345" y="1216240"/>
                  </a:lnTo>
                  <a:lnTo>
                    <a:pt x="8908199" y="1218107"/>
                  </a:lnTo>
                  <a:lnTo>
                    <a:pt x="8909329" y="1218577"/>
                  </a:lnTo>
                  <a:lnTo>
                    <a:pt x="8911958" y="1218577"/>
                  </a:lnTo>
                  <a:lnTo>
                    <a:pt x="8913076" y="1218107"/>
                  </a:lnTo>
                  <a:lnTo>
                    <a:pt x="8914943" y="1216240"/>
                  </a:lnTo>
                  <a:lnTo>
                    <a:pt x="8915400" y="1215123"/>
                  </a:lnTo>
                  <a:lnTo>
                    <a:pt x="8915400" y="1212494"/>
                  </a:lnTo>
                  <a:close/>
                </a:path>
                <a:path w="9153525" h="1219200">
                  <a:moveTo>
                    <a:pt x="8915400" y="607974"/>
                  </a:moveTo>
                  <a:lnTo>
                    <a:pt x="8914943" y="606856"/>
                  </a:lnTo>
                  <a:lnTo>
                    <a:pt x="8913076" y="604989"/>
                  </a:lnTo>
                  <a:lnTo>
                    <a:pt x="8911958" y="604520"/>
                  </a:lnTo>
                  <a:lnTo>
                    <a:pt x="8909329" y="604520"/>
                  </a:lnTo>
                  <a:lnTo>
                    <a:pt x="8908199" y="604989"/>
                  </a:lnTo>
                  <a:lnTo>
                    <a:pt x="8906345" y="606856"/>
                  </a:lnTo>
                  <a:lnTo>
                    <a:pt x="8905875" y="607974"/>
                  </a:lnTo>
                  <a:lnTo>
                    <a:pt x="8905875" y="610603"/>
                  </a:lnTo>
                  <a:lnTo>
                    <a:pt x="8906345" y="611720"/>
                  </a:lnTo>
                  <a:lnTo>
                    <a:pt x="8908199" y="613587"/>
                  </a:lnTo>
                  <a:lnTo>
                    <a:pt x="8909329" y="614045"/>
                  </a:lnTo>
                  <a:lnTo>
                    <a:pt x="8911958" y="614045"/>
                  </a:lnTo>
                  <a:lnTo>
                    <a:pt x="8913076" y="613587"/>
                  </a:lnTo>
                  <a:lnTo>
                    <a:pt x="8914943" y="611720"/>
                  </a:lnTo>
                  <a:lnTo>
                    <a:pt x="8915400" y="610603"/>
                  </a:lnTo>
                  <a:lnTo>
                    <a:pt x="8915400" y="607974"/>
                  </a:lnTo>
                  <a:close/>
                </a:path>
                <a:path w="9153525" h="1219200">
                  <a:moveTo>
                    <a:pt x="8915400" y="3454"/>
                  </a:moveTo>
                  <a:lnTo>
                    <a:pt x="8914943" y="2336"/>
                  </a:lnTo>
                  <a:lnTo>
                    <a:pt x="8913076" y="469"/>
                  </a:lnTo>
                  <a:lnTo>
                    <a:pt x="8911958" y="0"/>
                  </a:lnTo>
                  <a:lnTo>
                    <a:pt x="8909329" y="0"/>
                  </a:lnTo>
                  <a:lnTo>
                    <a:pt x="8908199" y="469"/>
                  </a:lnTo>
                  <a:lnTo>
                    <a:pt x="8906345" y="2336"/>
                  </a:lnTo>
                  <a:lnTo>
                    <a:pt x="8905875" y="3454"/>
                  </a:lnTo>
                  <a:lnTo>
                    <a:pt x="8905875" y="6083"/>
                  </a:lnTo>
                  <a:lnTo>
                    <a:pt x="8906345" y="7200"/>
                  </a:lnTo>
                  <a:lnTo>
                    <a:pt x="8908199" y="9067"/>
                  </a:lnTo>
                  <a:lnTo>
                    <a:pt x="8909329" y="9525"/>
                  </a:lnTo>
                  <a:lnTo>
                    <a:pt x="8911958" y="9525"/>
                  </a:lnTo>
                  <a:lnTo>
                    <a:pt x="8913076" y="9067"/>
                  </a:lnTo>
                  <a:lnTo>
                    <a:pt x="8914943" y="7200"/>
                  </a:lnTo>
                  <a:lnTo>
                    <a:pt x="8915400" y="6083"/>
                  </a:lnTo>
                  <a:lnTo>
                    <a:pt x="8915400" y="3454"/>
                  </a:lnTo>
                  <a:close/>
                </a:path>
                <a:path w="9153525" h="1219200">
                  <a:moveTo>
                    <a:pt x="8963025" y="1212494"/>
                  </a:moveTo>
                  <a:lnTo>
                    <a:pt x="8962568" y="1211376"/>
                  </a:lnTo>
                  <a:lnTo>
                    <a:pt x="8960701" y="1209509"/>
                  </a:lnTo>
                  <a:lnTo>
                    <a:pt x="8959583" y="1209052"/>
                  </a:lnTo>
                  <a:lnTo>
                    <a:pt x="8956954" y="1209052"/>
                  </a:lnTo>
                  <a:lnTo>
                    <a:pt x="8955824" y="1209509"/>
                  </a:lnTo>
                  <a:lnTo>
                    <a:pt x="8953970" y="1211376"/>
                  </a:lnTo>
                  <a:lnTo>
                    <a:pt x="8953500" y="1212494"/>
                  </a:lnTo>
                  <a:lnTo>
                    <a:pt x="8953500" y="1215123"/>
                  </a:lnTo>
                  <a:lnTo>
                    <a:pt x="8953970" y="1216240"/>
                  </a:lnTo>
                  <a:lnTo>
                    <a:pt x="8955824" y="1218107"/>
                  </a:lnTo>
                  <a:lnTo>
                    <a:pt x="8956954" y="1218577"/>
                  </a:lnTo>
                  <a:lnTo>
                    <a:pt x="8959583" y="1218577"/>
                  </a:lnTo>
                  <a:lnTo>
                    <a:pt x="8960701" y="1218107"/>
                  </a:lnTo>
                  <a:lnTo>
                    <a:pt x="8962568" y="1216240"/>
                  </a:lnTo>
                  <a:lnTo>
                    <a:pt x="8963025" y="1215123"/>
                  </a:lnTo>
                  <a:lnTo>
                    <a:pt x="8963025" y="1212494"/>
                  </a:lnTo>
                  <a:close/>
                </a:path>
                <a:path w="9153525" h="1219200">
                  <a:moveTo>
                    <a:pt x="8963025" y="607974"/>
                  </a:moveTo>
                  <a:lnTo>
                    <a:pt x="8962568" y="606856"/>
                  </a:lnTo>
                  <a:lnTo>
                    <a:pt x="8960701" y="604989"/>
                  </a:lnTo>
                  <a:lnTo>
                    <a:pt x="8959583" y="604520"/>
                  </a:lnTo>
                  <a:lnTo>
                    <a:pt x="8956954" y="604520"/>
                  </a:lnTo>
                  <a:lnTo>
                    <a:pt x="8955824" y="604989"/>
                  </a:lnTo>
                  <a:lnTo>
                    <a:pt x="8953970" y="606856"/>
                  </a:lnTo>
                  <a:lnTo>
                    <a:pt x="8953500" y="607974"/>
                  </a:lnTo>
                  <a:lnTo>
                    <a:pt x="8953500" y="610603"/>
                  </a:lnTo>
                  <a:lnTo>
                    <a:pt x="8953970" y="611720"/>
                  </a:lnTo>
                  <a:lnTo>
                    <a:pt x="8955824" y="613587"/>
                  </a:lnTo>
                  <a:lnTo>
                    <a:pt x="8956954" y="614045"/>
                  </a:lnTo>
                  <a:lnTo>
                    <a:pt x="8959583" y="614045"/>
                  </a:lnTo>
                  <a:lnTo>
                    <a:pt x="8960701" y="613587"/>
                  </a:lnTo>
                  <a:lnTo>
                    <a:pt x="8962568" y="611720"/>
                  </a:lnTo>
                  <a:lnTo>
                    <a:pt x="8963025" y="610603"/>
                  </a:lnTo>
                  <a:lnTo>
                    <a:pt x="8963025" y="607974"/>
                  </a:lnTo>
                  <a:close/>
                </a:path>
                <a:path w="9153525" h="1219200">
                  <a:moveTo>
                    <a:pt x="8963025" y="3454"/>
                  </a:moveTo>
                  <a:lnTo>
                    <a:pt x="8962568" y="2336"/>
                  </a:lnTo>
                  <a:lnTo>
                    <a:pt x="8960701" y="469"/>
                  </a:lnTo>
                  <a:lnTo>
                    <a:pt x="8959583" y="0"/>
                  </a:lnTo>
                  <a:lnTo>
                    <a:pt x="8956954" y="0"/>
                  </a:lnTo>
                  <a:lnTo>
                    <a:pt x="8955824" y="469"/>
                  </a:lnTo>
                  <a:lnTo>
                    <a:pt x="8953970" y="2336"/>
                  </a:lnTo>
                  <a:lnTo>
                    <a:pt x="8953500" y="3454"/>
                  </a:lnTo>
                  <a:lnTo>
                    <a:pt x="8953500" y="6083"/>
                  </a:lnTo>
                  <a:lnTo>
                    <a:pt x="8953970" y="7200"/>
                  </a:lnTo>
                  <a:lnTo>
                    <a:pt x="8955824" y="9067"/>
                  </a:lnTo>
                  <a:lnTo>
                    <a:pt x="8956954" y="9525"/>
                  </a:lnTo>
                  <a:lnTo>
                    <a:pt x="8959583" y="9525"/>
                  </a:lnTo>
                  <a:lnTo>
                    <a:pt x="8960701" y="9067"/>
                  </a:lnTo>
                  <a:lnTo>
                    <a:pt x="8962568" y="7200"/>
                  </a:lnTo>
                  <a:lnTo>
                    <a:pt x="8963025" y="6083"/>
                  </a:lnTo>
                  <a:lnTo>
                    <a:pt x="8963025" y="3454"/>
                  </a:lnTo>
                  <a:close/>
                </a:path>
                <a:path w="9153525" h="1219200">
                  <a:moveTo>
                    <a:pt x="9010650" y="1212494"/>
                  </a:moveTo>
                  <a:lnTo>
                    <a:pt x="9010193" y="1211376"/>
                  </a:lnTo>
                  <a:lnTo>
                    <a:pt x="9008326" y="1209509"/>
                  </a:lnTo>
                  <a:lnTo>
                    <a:pt x="9007208" y="1209052"/>
                  </a:lnTo>
                  <a:lnTo>
                    <a:pt x="9004579" y="1209052"/>
                  </a:lnTo>
                  <a:lnTo>
                    <a:pt x="9003449" y="1209509"/>
                  </a:lnTo>
                  <a:lnTo>
                    <a:pt x="9001595" y="1211376"/>
                  </a:lnTo>
                  <a:lnTo>
                    <a:pt x="9001125" y="1212494"/>
                  </a:lnTo>
                  <a:lnTo>
                    <a:pt x="9001125" y="1215123"/>
                  </a:lnTo>
                  <a:lnTo>
                    <a:pt x="9001595" y="1216240"/>
                  </a:lnTo>
                  <a:lnTo>
                    <a:pt x="9003449" y="1218107"/>
                  </a:lnTo>
                  <a:lnTo>
                    <a:pt x="9004579" y="1218577"/>
                  </a:lnTo>
                  <a:lnTo>
                    <a:pt x="9007208" y="1218577"/>
                  </a:lnTo>
                  <a:lnTo>
                    <a:pt x="9008326" y="1218107"/>
                  </a:lnTo>
                  <a:lnTo>
                    <a:pt x="9010193" y="1216240"/>
                  </a:lnTo>
                  <a:lnTo>
                    <a:pt x="9010650" y="1215123"/>
                  </a:lnTo>
                  <a:lnTo>
                    <a:pt x="9010650" y="1212494"/>
                  </a:lnTo>
                  <a:close/>
                </a:path>
                <a:path w="9153525" h="1219200">
                  <a:moveTo>
                    <a:pt x="9010650" y="607974"/>
                  </a:moveTo>
                  <a:lnTo>
                    <a:pt x="9010193" y="606856"/>
                  </a:lnTo>
                  <a:lnTo>
                    <a:pt x="9008326" y="604989"/>
                  </a:lnTo>
                  <a:lnTo>
                    <a:pt x="9007208" y="604520"/>
                  </a:lnTo>
                  <a:lnTo>
                    <a:pt x="9004579" y="604520"/>
                  </a:lnTo>
                  <a:lnTo>
                    <a:pt x="9003449" y="604989"/>
                  </a:lnTo>
                  <a:lnTo>
                    <a:pt x="9001595" y="606856"/>
                  </a:lnTo>
                  <a:lnTo>
                    <a:pt x="9001125" y="607974"/>
                  </a:lnTo>
                  <a:lnTo>
                    <a:pt x="9001125" y="610603"/>
                  </a:lnTo>
                  <a:lnTo>
                    <a:pt x="9001595" y="611720"/>
                  </a:lnTo>
                  <a:lnTo>
                    <a:pt x="9003449" y="613587"/>
                  </a:lnTo>
                  <a:lnTo>
                    <a:pt x="9004579" y="614045"/>
                  </a:lnTo>
                  <a:lnTo>
                    <a:pt x="9007208" y="614045"/>
                  </a:lnTo>
                  <a:lnTo>
                    <a:pt x="9008326" y="613587"/>
                  </a:lnTo>
                  <a:lnTo>
                    <a:pt x="9010193" y="611720"/>
                  </a:lnTo>
                  <a:lnTo>
                    <a:pt x="9010650" y="610603"/>
                  </a:lnTo>
                  <a:lnTo>
                    <a:pt x="9010650" y="607974"/>
                  </a:lnTo>
                  <a:close/>
                </a:path>
                <a:path w="9153525" h="1219200">
                  <a:moveTo>
                    <a:pt x="9010650" y="3454"/>
                  </a:moveTo>
                  <a:lnTo>
                    <a:pt x="9010193" y="2336"/>
                  </a:lnTo>
                  <a:lnTo>
                    <a:pt x="9008326" y="469"/>
                  </a:lnTo>
                  <a:lnTo>
                    <a:pt x="9007208" y="0"/>
                  </a:lnTo>
                  <a:lnTo>
                    <a:pt x="9004579" y="0"/>
                  </a:lnTo>
                  <a:lnTo>
                    <a:pt x="9003449" y="469"/>
                  </a:lnTo>
                  <a:lnTo>
                    <a:pt x="9001595" y="2336"/>
                  </a:lnTo>
                  <a:lnTo>
                    <a:pt x="9001125" y="3454"/>
                  </a:lnTo>
                  <a:lnTo>
                    <a:pt x="9001125" y="6083"/>
                  </a:lnTo>
                  <a:lnTo>
                    <a:pt x="9001595" y="7200"/>
                  </a:lnTo>
                  <a:lnTo>
                    <a:pt x="9003449" y="9067"/>
                  </a:lnTo>
                  <a:lnTo>
                    <a:pt x="9004579" y="9525"/>
                  </a:lnTo>
                  <a:lnTo>
                    <a:pt x="9007208" y="9525"/>
                  </a:lnTo>
                  <a:lnTo>
                    <a:pt x="9008326" y="9067"/>
                  </a:lnTo>
                  <a:lnTo>
                    <a:pt x="9010193" y="7200"/>
                  </a:lnTo>
                  <a:lnTo>
                    <a:pt x="9010650" y="6083"/>
                  </a:lnTo>
                  <a:lnTo>
                    <a:pt x="9010650" y="3454"/>
                  </a:lnTo>
                  <a:close/>
                </a:path>
                <a:path w="9153525" h="1219200">
                  <a:moveTo>
                    <a:pt x="9058275" y="1212494"/>
                  </a:moveTo>
                  <a:lnTo>
                    <a:pt x="9057818" y="1211376"/>
                  </a:lnTo>
                  <a:lnTo>
                    <a:pt x="9055951" y="1209509"/>
                  </a:lnTo>
                  <a:lnTo>
                    <a:pt x="9054833" y="1209052"/>
                  </a:lnTo>
                  <a:lnTo>
                    <a:pt x="9052204" y="1209052"/>
                  </a:lnTo>
                  <a:lnTo>
                    <a:pt x="9051074" y="1209509"/>
                  </a:lnTo>
                  <a:lnTo>
                    <a:pt x="9049220" y="1211376"/>
                  </a:lnTo>
                  <a:lnTo>
                    <a:pt x="9048750" y="1212494"/>
                  </a:lnTo>
                  <a:lnTo>
                    <a:pt x="9048750" y="1215123"/>
                  </a:lnTo>
                  <a:lnTo>
                    <a:pt x="9049220" y="1216240"/>
                  </a:lnTo>
                  <a:lnTo>
                    <a:pt x="9051074" y="1218107"/>
                  </a:lnTo>
                  <a:lnTo>
                    <a:pt x="9052204" y="1218577"/>
                  </a:lnTo>
                  <a:lnTo>
                    <a:pt x="9054833" y="1218577"/>
                  </a:lnTo>
                  <a:lnTo>
                    <a:pt x="9055951" y="1218107"/>
                  </a:lnTo>
                  <a:lnTo>
                    <a:pt x="9057818" y="1216240"/>
                  </a:lnTo>
                  <a:lnTo>
                    <a:pt x="9058275" y="1215123"/>
                  </a:lnTo>
                  <a:lnTo>
                    <a:pt x="9058275" y="1212494"/>
                  </a:lnTo>
                  <a:close/>
                </a:path>
                <a:path w="9153525" h="1219200">
                  <a:moveTo>
                    <a:pt x="9058275" y="607974"/>
                  </a:moveTo>
                  <a:lnTo>
                    <a:pt x="9057818" y="606856"/>
                  </a:lnTo>
                  <a:lnTo>
                    <a:pt x="9055951" y="604989"/>
                  </a:lnTo>
                  <a:lnTo>
                    <a:pt x="9054833" y="604520"/>
                  </a:lnTo>
                  <a:lnTo>
                    <a:pt x="9052204" y="604520"/>
                  </a:lnTo>
                  <a:lnTo>
                    <a:pt x="9051074" y="604989"/>
                  </a:lnTo>
                  <a:lnTo>
                    <a:pt x="9049220" y="606856"/>
                  </a:lnTo>
                  <a:lnTo>
                    <a:pt x="9048750" y="607974"/>
                  </a:lnTo>
                  <a:lnTo>
                    <a:pt x="9048750" y="610603"/>
                  </a:lnTo>
                  <a:lnTo>
                    <a:pt x="9049220" y="611720"/>
                  </a:lnTo>
                  <a:lnTo>
                    <a:pt x="9051074" y="613587"/>
                  </a:lnTo>
                  <a:lnTo>
                    <a:pt x="9052204" y="614045"/>
                  </a:lnTo>
                  <a:lnTo>
                    <a:pt x="9054833" y="614045"/>
                  </a:lnTo>
                  <a:lnTo>
                    <a:pt x="9055951" y="613587"/>
                  </a:lnTo>
                  <a:lnTo>
                    <a:pt x="9057818" y="611720"/>
                  </a:lnTo>
                  <a:lnTo>
                    <a:pt x="9058275" y="610603"/>
                  </a:lnTo>
                  <a:lnTo>
                    <a:pt x="9058275" y="607974"/>
                  </a:lnTo>
                  <a:close/>
                </a:path>
                <a:path w="9153525" h="1219200">
                  <a:moveTo>
                    <a:pt x="9058275" y="3454"/>
                  </a:moveTo>
                  <a:lnTo>
                    <a:pt x="9057818" y="2336"/>
                  </a:lnTo>
                  <a:lnTo>
                    <a:pt x="9055951" y="469"/>
                  </a:lnTo>
                  <a:lnTo>
                    <a:pt x="9054833" y="0"/>
                  </a:lnTo>
                  <a:lnTo>
                    <a:pt x="9052204" y="0"/>
                  </a:lnTo>
                  <a:lnTo>
                    <a:pt x="9051074" y="469"/>
                  </a:lnTo>
                  <a:lnTo>
                    <a:pt x="9049220" y="2336"/>
                  </a:lnTo>
                  <a:lnTo>
                    <a:pt x="9048750" y="3454"/>
                  </a:lnTo>
                  <a:lnTo>
                    <a:pt x="9048750" y="6083"/>
                  </a:lnTo>
                  <a:lnTo>
                    <a:pt x="9049220" y="7200"/>
                  </a:lnTo>
                  <a:lnTo>
                    <a:pt x="9051074" y="9067"/>
                  </a:lnTo>
                  <a:lnTo>
                    <a:pt x="9052204" y="9525"/>
                  </a:lnTo>
                  <a:lnTo>
                    <a:pt x="9054833" y="9525"/>
                  </a:lnTo>
                  <a:lnTo>
                    <a:pt x="9055951" y="9067"/>
                  </a:lnTo>
                  <a:lnTo>
                    <a:pt x="9057818" y="7200"/>
                  </a:lnTo>
                  <a:lnTo>
                    <a:pt x="9058275" y="6083"/>
                  </a:lnTo>
                  <a:lnTo>
                    <a:pt x="9058275" y="3454"/>
                  </a:lnTo>
                  <a:close/>
                </a:path>
                <a:path w="9153525" h="1219200">
                  <a:moveTo>
                    <a:pt x="9105900" y="1212494"/>
                  </a:moveTo>
                  <a:lnTo>
                    <a:pt x="9105443" y="1211376"/>
                  </a:lnTo>
                  <a:lnTo>
                    <a:pt x="9103576" y="1209509"/>
                  </a:lnTo>
                  <a:lnTo>
                    <a:pt x="9102458" y="1209052"/>
                  </a:lnTo>
                  <a:lnTo>
                    <a:pt x="9099829" y="1209052"/>
                  </a:lnTo>
                  <a:lnTo>
                    <a:pt x="9098699" y="1209509"/>
                  </a:lnTo>
                  <a:lnTo>
                    <a:pt x="9096845" y="1211376"/>
                  </a:lnTo>
                  <a:lnTo>
                    <a:pt x="9096375" y="1212494"/>
                  </a:lnTo>
                  <a:lnTo>
                    <a:pt x="9096375" y="1215123"/>
                  </a:lnTo>
                  <a:lnTo>
                    <a:pt x="9096845" y="1216240"/>
                  </a:lnTo>
                  <a:lnTo>
                    <a:pt x="9098699" y="1218107"/>
                  </a:lnTo>
                  <a:lnTo>
                    <a:pt x="9099829" y="1218577"/>
                  </a:lnTo>
                  <a:lnTo>
                    <a:pt x="9102458" y="1218577"/>
                  </a:lnTo>
                  <a:lnTo>
                    <a:pt x="9103576" y="1218107"/>
                  </a:lnTo>
                  <a:lnTo>
                    <a:pt x="9105443" y="1216240"/>
                  </a:lnTo>
                  <a:lnTo>
                    <a:pt x="9105900" y="1215123"/>
                  </a:lnTo>
                  <a:lnTo>
                    <a:pt x="9105900" y="1212494"/>
                  </a:lnTo>
                  <a:close/>
                </a:path>
                <a:path w="9153525" h="1219200">
                  <a:moveTo>
                    <a:pt x="9105900" y="607974"/>
                  </a:moveTo>
                  <a:lnTo>
                    <a:pt x="9105443" y="606856"/>
                  </a:lnTo>
                  <a:lnTo>
                    <a:pt x="9103576" y="604989"/>
                  </a:lnTo>
                  <a:lnTo>
                    <a:pt x="9102458" y="604520"/>
                  </a:lnTo>
                  <a:lnTo>
                    <a:pt x="9099829" y="604520"/>
                  </a:lnTo>
                  <a:lnTo>
                    <a:pt x="9098699" y="604989"/>
                  </a:lnTo>
                  <a:lnTo>
                    <a:pt x="9096845" y="606856"/>
                  </a:lnTo>
                  <a:lnTo>
                    <a:pt x="9096375" y="607974"/>
                  </a:lnTo>
                  <a:lnTo>
                    <a:pt x="9096375" y="610603"/>
                  </a:lnTo>
                  <a:lnTo>
                    <a:pt x="9096845" y="611720"/>
                  </a:lnTo>
                  <a:lnTo>
                    <a:pt x="9098699" y="613587"/>
                  </a:lnTo>
                  <a:lnTo>
                    <a:pt x="9099829" y="614045"/>
                  </a:lnTo>
                  <a:lnTo>
                    <a:pt x="9102458" y="614045"/>
                  </a:lnTo>
                  <a:lnTo>
                    <a:pt x="9103576" y="613587"/>
                  </a:lnTo>
                  <a:lnTo>
                    <a:pt x="9105443" y="611720"/>
                  </a:lnTo>
                  <a:lnTo>
                    <a:pt x="9105900" y="610603"/>
                  </a:lnTo>
                  <a:lnTo>
                    <a:pt x="9105900" y="607974"/>
                  </a:lnTo>
                  <a:close/>
                </a:path>
                <a:path w="9153525" h="1219200">
                  <a:moveTo>
                    <a:pt x="9105900" y="3454"/>
                  </a:moveTo>
                  <a:lnTo>
                    <a:pt x="9105443" y="2336"/>
                  </a:lnTo>
                  <a:lnTo>
                    <a:pt x="9103576" y="469"/>
                  </a:lnTo>
                  <a:lnTo>
                    <a:pt x="9102458" y="0"/>
                  </a:lnTo>
                  <a:lnTo>
                    <a:pt x="9099829" y="0"/>
                  </a:lnTo>
                  <a:lnTo>
                    <a:pt x="9098699" y="469"/>
                  </a:lnTo>
                  <a:lnTo>
                    <a:pt x="9096845" y="2336"/>
                  </a:lnTo>
                  <a:lnTo>
                    <a:pt x="9096375" y="3454"/>
                  </a:lnTo>
                  <a:lnTo>
                    <a:pt x="9096375" y="6083"/>
                  </a:lnTo>
                  <a:lnTo>
                    <a:pt x="9096845" y="7200"/>
                  </a:lnTo>
                  <a:lnTo>
                    <a:pt x="9098699" y="9067"/>
                  </a:lnTo>
                  <a:lnTo>
                    <a:pt x="9099829" y="9525"/>
                  </a:lnTo>
                  <a:lnTo>
                    <a:pt x="9102458" y="9525"/>
                  </a:lnTo>
                  <a:lnTo>
                    <a:pt x="9103576" y="9067"/>
                  </a:lnTo>
                  <a:lnTo>
                    <a:pt x="9105443" y="7200"/>
                  </a:lnTo>
                  <a:lnTo>
                    <a:pt x="9105900" y="6083"/>
                  </a:lnTo>
                  <a:lnTo>
                    <a:pt x="9105900" y="3454"/>
                  </a:lnTo>
                  <a:close/>
                </a:path>
                <a:path w="9153525" h="1219200">
                  <a:moveTo>
                    <a:pt x="9153525" y="1212494"/>
                  </a:moveTo>
                  <a:lnTo>
                    <a:pt x="9153068" y="1211376"/>
                  </a:lnTo>
                  <a:lnTo>
                    <a:pt x="9151201" y="1209509"/>
                  </a:lnTo>
                  <a:lnTo>
                    <a:pt x="9150083" y="1209052"/>
                  </a:lnTo>
                  <a:lnTo>
                    <a:pt x="9147454" y="1209052"/>
                  </a:lnTo>
                  <a:lnTo>
                    <a:pt x="9146324" y="1209509"/>
                  </a:lnTo>
                  <a:lnTo>
                    <a:pt x="9144470" y="1211376"/>
                  </a:lnTo>
                  <a:lnTo>
                    <a:pt x="9144000" y="1212494"/>
                  </a:lnTo>
                  <a:lnTo>
                    <a:pt x="9144000" y="1215123"/>
                  </a:lnTo>
                  <a:lnTo>
                    <a:pt x="9144470" y="1216240"/>
                  </a:lnTo>
                  <a:lnTo>
                    <a:pt x="9146324" y="1218107"/>
                  </a:lnTo>
                  <a:lnTo>
                    <a:pt x="9147454" y="1218577"/>
                  </a:lnTo>
                  <a:lnTo>
                    <a:pt x="9150083" y="1218577"/>
                  </a:lnTo>
                  <a:lnTo>
                    <a:pt x="9151201" y="1218107"/>
                  </a:lnTo>
                  <a:lnTo>
                    <a:pt x="9153068" y="1216240"/>
                  </a:lnTo>
                  <a:lnTo>
                    <a:pt x="9153525" y="1215123"/>
                  </a:lnTo>
                  <a:lnTo>
                    <a:pt x="9153525" y="1212494"/>
                  </a:lnTo>
                  <a:close/>
                </a:path>
                <a:path w="9153525" h="1219200">
                  <a:moveTo>
                    <a:pt x="9153525" y="607974"/>
                  </a:moveTo>
                  <a:lnTo>
                    <a:pt x="9153068" y="606856"/>
                  </a:lnTo>
                  <a:lnTo>
                    <a:pt x="9151201" y="604989"/>
                  </a:lnTo>
                  <a:lnTo>
                    <a:pt x="9150083" y="604520"/>
                  </a:lnTo>
                  <a:lnTo>
                    <a:pt x="9147454" y="604520"/>
                  </a:lnTo>
                  <a:lnTo>
                    <a:pt x="9146324" y="604989"/>
                  </a:lnTo>
                  <a:lnTo>
                    <a:pt x="9144470" y="606856"/>
                  </a:lnTo>
                  <a:lnTo>
                    <a:pt x="9144000" y="607974"/>
                  </a:lnTo>
                  <a:lnTo>
                    <a:pt x="9144000" y="610603"/>
                  </a:lnTo>
                  <a:lnTo>
                    <a:pt x="9144470" y="611720"/>
                  </a:lnTo>
                  <a:lnTo>
                    <a:pt x="9146324" y="613587"/>
                  </a:lnTo>
                  <a:lnTo>
                    <a:pt x="9147454" y="614045"/>
                  </a:lnTo>
                  <a:lnTo>
                    <a:pt x="9150083" y="614045"/>
                  </a:lnTo>
                  <a:lnTo>
                    <a:pt x="9151201" y="613587"/>
                  </a:lnTo>
                  <a:lnTo>
                    <a:pt x="9153068" y="611720"/>
                  </a:lnTo>
                  <a:lnTo>
                    <a:pt x="9153525" y="610603"/>
                  </a:lnTo>
                  <a:lnTo>
                    <a:pt x="9153525" y="607974"/>
                  </a:lnTo>
                  <a:close/>
                </a:path>
                <a:path w="9153525" h="1219200">
                  <a:moveTo>
                    <a:pt x="9153525" y="3454"/>
                  </a:moveTo>
                  <a:lnTo>
                    <a:pt x="9153068" y="2336"/>
                  </a:lnTo>
                  <a:lnTo>
                    <a:pt x="9151201" y="469"/>
                  </a:lnTo>
                  <a:lnTo>
                    <a:pt x="9150083" y="0"/>
                  </a:lnTo>
                  <a:lnTo>
                    <a:pt x="9147454" y="0"/>
                  </a:lnTo>
                  <a:lnTo>
                    <a:pt x="9146324" y="469"/>
                  </a:lnTo>
                  <a:lnTo>
                    <a:pt x="9144470" y="2336"/>
                  </a:lnTo>
                  <a:lnTo>
                    <a:pt x="9144000" y="3454"/>
                  </a:lnTo>
                  <a:lnTo>
                    <a:pt x="9144000" y="6083"/>
                  </a:lnTo>
                  <a:lnTo>
                    <a:pt x="9144470" y="7200"/>
                  </a:lnTo>
                  <a:lnTo>
                    <a:pt x="9146324" y="9067"/>
                  </a:lnTo>
                  <a:lnTo>
                    <a:pt x="9147454" y="9525"/>
                  </a:lnTo>
                  <a:lnTo>
                    <a:pt x="9150083" y="9525"/>
                  </a:lnTo>
                  <a:lnTo>
                    <a:pt x="9151201" y="9067"/>
                  </a:lnTo>
                  <a:lnTo>
                    <a:pt x="9153068" y="7200"/>
                  </a:lnTo>
                  <a:lnTo>
                    <a:pt x="9153525" y="6083"/>
                  </a:lnTo>
                  <a:lnTo>
                    <a:pt x="9153525" y="345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640607" y="6292949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40607" y="5688429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40607" y="5083909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4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05637" y="6746775"/>
            <a:ext cx="295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40295" y="5160193"/>
            <a:ext cx="177800" cy="9258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Soma 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83539" y="6411912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2900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342900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3429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2900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342900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342900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342900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864092" y="6379210"/>
            <a:ext cx="436880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Amarilla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71880" y="6411912"/>
            <a:ext cx="9525" cy="342899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5225793" y="6379210"/>
            <a:ext cx="490220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Carretera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60221" y="6411912"/>
            <a:ext cx="9525" cy="342899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6619492" y="6379210"/>
            <a:ext cx="479425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Montana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48561" y="6411912"/>
            <a:ext cx="9525" cy="342899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8088050" y="6379210"/>
            <a:ext cx="319405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55" name="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36902" y="6411912"/>
            <a:ext cx="9525" cy="342899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9499906" y="6379210"/>
            <a:ext cx="272415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marL="26670">
              <a:lnSpc>
                <a:spcPct val="100000"/>
              </a:lnSpc>
              <a:spcBef>
                <a:spcPts val="1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57" name="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25243" y="6411912"/>
            <a:ext cx="9525" cy="342899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10888247" y="6379210"/>
            <a:ext cx="272415" cy="3492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195"/>
              </a:spcBef>
            </a:pP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058160" y="4602987"/>
            <a:ext cx="8665210" cy="2152015"/>
            <a:chOff x="3058160" y="4602987"/>
            <a:chExt cx="8665210" cy="2152015"/>
          </a:xfrm>
        </p:grpSpPr>
        <p:sp>
          <p:nvSpPr>
            <p:cNvPr id="60" name="object 60"/>
            <p:cNvSpPr/>
            <p:nvPr/>
          </p:nvSpPr>
          <p:spPr>
            <a:xfrm>
              <a:off x="11713584" y="6411912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6077" y="342899"/>
                  </a:moveTo>
                  <a:lnTo>
                    <a:pt x="3447" y="342899"/>
                  </a:lnTo>
                  <a:lnTo>
                    <a:pt x="2324" y="342434"/>
                  </a:lnTo>
                  <a:lnTo>
                    <a:pt x="464" y="340575"/>
                  </a:lnTo>
                  <a:lnTo>
                    <a:pt x="0" y="339452"/>
                  </a:lnTo>
                  <a:lnTo>
                    <a:pt x="0" y="336822"/>
                  </a:lnTo>
                  <a:lnTo>
                    <a:pt x="464" y="335699"/>
                  </a:lnTo>
                  <a:lnTo>
                    <a:pt x="2324" y="333839"/>
                  </a:lnTo>
                  <a:lnTo>
                    <a:pt x="3447" y="333374"/>
                  </a:lnTo>
                  <a:lnTo>
                    <a:pt x="6077" y="333374"/>
                  </a:lnTo>
                  <a:lnTo>
                    <a:pt x="7200" y="333839"/>
                  </a:lnTo>
                  <a:lnTo>
                    <a:pt x="9060" y="335699"/>
                  </a:lnTo>
                  <a:lnTo>
                    <a:pt x="9524" y="336822"/>
                  </a:lnTo>
                  <a:lnTo>
                    <a:pt x="9524" y="339452"/>
                  </a:lnTo>
                  <a:lnTo>
                    <a:pt x="9060" y="340575"/>
                  </a:lnTo>
                  <a:lnTo>
                    <a:pt x="7200" y="342434"/>
                  </a:lnTo>
                  <a:lnTo>
                    <a:pt x="6077" y="342899"/>
                  </a:lnTo>
                  <a:close/>
                </a:path>
                <a:path w="9525" h="342900">
                  <a:moveTo>
                    <a:pt x="6077" y="295274"/>
                  </a:moveTo>
                  <a:lnTo>
                    <a:pt x="3447" y="295274"/>
                  </a:lnTo>
                  <a:lnTo>
                    <a:pt x="2324" y="294810"/>
                  </a:lnTo>
                  <a:lnTo>
                    <a:pt x="464" y="292950"/>
                  </a:lnTo>
                  <a:lnTo>
                    <a:pt x="0" y="291827"/>
                  </a:lnTo>
                  <a:lnTo>
                    <a:pt x="0" y="289197"/>
                  </a:lnTo>
                  <a:lnTo>
                    <a:pt x="464" y="288074"/>
                  </a:lnTo>
                  <a:lnTo>
                    <a:pt x="2324" y="286214"/>
                  </a:lnTo>
                  <a:lnTo>
                    <a:pt x="3447" y="285749"/>
                  </a:lnTo>
                  <a:lnTo>
                    <a:pt x="6077" y="285749"/>
                  </a:lnTo>
                  <a:lnTo>
                    <a:pt x="7200" y="286214"/>
                  </a:lnTo>
                  <a:lnTo>
                    <a:pt x="9060" y="288074"/>
                  </a:lnTo>
                  <a:lnTo>
                    <a:pt x="9524" y="289197"/>
                  </a:lnTo>
                  <a:lnTo>
                    <a:pt x="9524" y="291827"/>
                  </a:lnTo>
                  <a:lnTo>
                    <a:pt x="9060" y="292950"/>
                  </a:lnTo>
                  <a:lnTo>
                    <a:pt x="7200" y="294810"/>
                  </a:lnTo>
                  <a:lnTo>
                    <a:pt x="6077" y="295274"/>
                  </a:lnTo>
                  <a:close/>
                </a:path>
                <a:path w="9525" h="342900">
                  <a:moveTo>
                    <a:pt x="6077" y="247649"/>
                  </a:moveTo>
                  <a:lnTo>
                    <a:pt x="3447" y="247649"/>
                  </a:lnTo>
                  <a:lnTo>
                    <a:pt x="2324" y="247185"/>
                  </a:lnTo>
                  <a:lnTo>
                    <a:pt x="464" y="245325"/>
                  </a:lnTo>
                  <a:lnTo>
                    <a:pt x="0" y="244202"/>
                  </a:lnTo>
                  <a:lnTo>
                    <a:pt x="0" y="241572"/>
                  </a:lnTo>
                  <a:lnTo>
                    <a:pt x="464" y="240449"/>
                  </a:lnTo>
                  <a:lnTo>
                    <a:pt x="2324" y="238589"/>
                  </a:lnTo>
                  <a:lnTo>
                    <a:pt x="3447" y="238124"/>
                  </a:lnTo>
                  <a:lnTo>
                    <a:pt x="6077" y="238124"/>
                  </a:lnTo>
                  <a:lnTo>
                    <a:pt x="7200" y="238589"/>
                  </a:lnTo>
                  <a:lnTo>
                    <a:pt x="9060" y="240449"/>
                  </a:lnTo>
                  <a:lnTo>
                    <a:pt x="9524" y="241572"/>
                  </a:lnTo>
                  <a:lnTo>
                    <a:pt x="9524" y="244202"/>
                  </a:lnTo>
                  <a:lnTo>
                    <a:pt x="9060" y="245325"/>
                  </a:lnTo>
                  <a:lnTo>
                    <a:pt x="7200" y="247185"/>
                  </a:lnTo>
                  <a:lnTo>
                    <a:pt x="6077" y="247649"/>
                  </a:lnTo>
                  <a:close/>
                </a:path>
                <a:path w="9525" h="342900">
                  <a:moveTo>
                    <a:pt x="6077" y="200024"/>
                  </a:moveTo>
                  <a:lnTo>
                    <a:pt x="3447" y="200024"/>
                  </a:lnTo>
                  <a:lnTo>
                    <a:pt x="2324" y="199559"/>
                  </a:lnTo>
                  <a:lnTo>
                    <a:pt x="464" y="197700"/>
                  </a:lnTo>
                  <a:lnTo>
                    <a:pt x="0" y="196577"/>
                  </a:lnTo>
                  <a:lnTo>
                    <a:pt x="0" y="193947"/>
                  </a:lnTo>
                  <a:lnTo>
                    <a:pt x="464" y="192824"/>
                  </a:lnTo>
                  <a:lnTo>
                    <a:pt x="2324" y="190964"/>
                  </a:lnTo>
                  <a:lnTo>
                    <a:pt x="3447" y="190499"/>
                  </a:lnTo>
                  <a:lnTo>
                    <a:pt x="6077" y="190499"/>
                  </a:lnTo>
                  <a:lnTo>
                    <a:pt x="7200" y="190964"/>
                  </a:lnTo>
                  <a:lnTo>
                    <a:pt x="9060" y="192824"/>
                  </a:lnTo>
                  <a:lnTo>
                    <a:pt x="9524" y="193947"/>
                  </a:lnTo>
                  <a:lnTo>
                    <a:pt x="9524" y="196577"/>
                  </a:lnTo>
                  <a:lnTo>
                    <a:pt x="9060" y="197700"/>
                  </a:lnTo>
                  <a:lnTo>
                    <a:pt x="7200" y="199559"/>
                  </a:lnTo>
                  <a:lnTo>
                    <a:pt x="6077" y="200024"/>
                  </a:lnTo>
                  <a:close/>
                </a:path>
                <a:path w="9525" h="342900">
                  <a:moveTo>
                    <a:pt x="6077" y="152399"/>
                  </a:moveTo>
                  <a:lnTo>
                    <a:pt x="3447" y="152399"/>
                  </a:lnTo>
                  <a:lnTo>
                    <a:pt x="2324" y="151935"/>
                  </a:lnTo>
                  <a:lnTo>
                    <a:pt x="464" y="150075"/>
                  </a:lnTo>
                  <a:lnTo>
                    <a:pt x="0" y="148952"/>
                  </a:lnTo>
                  <a:lnTo>
                    <a:pt x="0" y="146322"/>
                  </a:lnTo>
                  <a:lnTo>
                    <a:pt x="464" y="145199"/>
                  </a:lnTo>
                  <a:lnTo>
                    <a:pt x="2324" y="143339"/>
                  </a:lnTo>
                  <a:lnTo>
                    <a:pt x="3447" y="142874"/>
                  </a:lnTo>
                  <a:lnTo>
                    <a:pt x="6077" y="142874"/>
                  </a:lnTo>
                  <a:lnTo>
                    <a:pt x="7200" y="143339"/>
                  </a:lnTo>
                  <a:lnTo>
                    <a:pt x="9060" y="145199"/>
                  </a:lnTo>
                  <a:lnTo>
                    <a:pt x="9524" y="146322"/>
                  </a:lnTo>
                  <a:lnTo>
                    <a:pt x="9524" y="148952"/>
                  </a:lnTo>
                  <a:lnTo>
                    <a:pt x="9060" y="150075"/>
                  </a:lnTo>
                  <a:lnTo>
                    <a:pt x="7200" y="151935"/>
                  </a:lnTo>
                  <a:lnTo>
                    <a:pt x="6077" y="152399"/>
                  </a:lnTo>
                  <a:close/>
                </a:path>
                <a:path w="9525" h="342900">
                  <a:moveTo>
                    <a:pt x="6077" y="104774"/>
                  </a:moveTo>
                  <a:lnTo>
                    <a:pt x="3447" y="104774"/>
                  </a:lnTo>
                  <a:lnTo>
                    <a:pt x="2324" y="104310"/>
                  </a:lnTo>
                  <a:lnTo>
                    <a:pt x="464" y="102450"/>
                  </a:lnTo>
                  <a:lnTo>
                    <a:pt x="0" y="101327"/>
                  </a:lnTo>
                  <a:lnTo>
                    <a:pt x="0" y="98697"/>
                  </a:lnTo>
                  <a:lnTo>
                    <a:pt x="464" y="97574"/>
                  </a:lnTo>
                  <a:lnTo>
                    <a:pt x="2324" y="95714"/>
                  </a:lnTo>
                  <a:lnTo>
                    <a:pt x="3447" y="95249"/>
                  </a:lnTo>
                  <a:lnTo>
                    <a:pt x="6077" y="95249"/>
                  </a:lnTo>
                  <a:lnTo>
                    <a:pt x="7200" y="95714"/>
                  </a:lnTo>
                  <a:lnTo>
                    <a:pt x="9060" y="97574"/>
                  </a:lnTo>
                  <a:lnTo>
                    <a:pt x="9524" y="98697"/>
                  </a:lnTo>
                  <a:lnTo>
                    <a:pt x="9524" y="101327"/>
                  </a:lnTo>
                  <a:lnTo>
                    <a:pt x="9060" y="102450"/>
                  </a:lnTo>
                  <a:lnTo>
                    <a:pt x="7200" y="104310"/>
                  </a:lnTo>
                  <a:lnTo>
                    <a:pt x="6077" y="104774"/>
                  </a:lnTo>
                  <a:close/>
                </a:path>
                <a:path w="9525" h="342900">
                  <a:moveTo>
                    <a:pt x="6077" y="57149"/>
                  </a:moveTo>
                  <a:lnTo>
                    <a:pt x="3447" y="57149"/>
                  </a:lnTo>
                  <a:lnTo>
                    <a:pt x="2324" y="56685"/>
                  </a:lnTo>
                  <a:lnTo>
                    <a:pt x="464" y="54825"/>
                  </a:lnTo>
                  <a:lnTo>
                    <a:pt x="0" y="53702"/>
                  </a:lnTo>
                  <a:lnTo>
                    <a:pt x="0" y="51072"/>
                  </a:lnTo>
                  <a:lnTo>
                    <a:pt x="464" y="49949"/>
                  </a:lnTo>
                  <a:lnTo>
                    <a:pt x="2324" y="48089"/>
                  </a:lnTo>
                  <a:lnTo>
                    <a:pt x="3447" y="47624"/>
                  </a:lnTo>
                  <a:lnTo>
                    <a:pt x="6077" y="47624"/>
                  </a:lnTo>
                  <a:lnTo>
                    <a:pt x="7200" y="48089"/>
                  </a:lnTo>
                  <a:lnTo>
                    <a:pt x="9060" y="49949"/>
                  </a:lnTo>
                  <a:lnTo>
                    <a:pt x="9524" y="51072"/>
                  </a:lnTo>
                  <a:lnTo>
                    <a:pt x="9524" y="53702"/>
                  </a:lnTo>
                  <a:lnTo>
                    <a:pt x="9060" y="54825"/>
                  </a:lnTo>
                  <a:lnTo>
                    <a:pt x="7200" y="56685"/>
                  </a:lnTo>
                  <a:lnTo>
                    <a:pt x="6077" y="57149"/>
                  </a:lnTo>
                  <a:close/>
                </a:path>
                <a:path w="9525" h="342900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27133" y="6329895"/>
              <a:ext cx="7157720" cy="48895"/>
            </a:xfrm>
            <a:custGeom>
              <a:avLst/>
              <a:gdLst/>
              <a:ahLst/>
              <a:cxnLst/>
              <a:rect l="l" t="t" r="r" b="b"/>
              <a:pathLst>
                <a:path w="7157720" h="48895">
                  <a:moveTo>
                    <a:pt x="215595" y="15265"/>
                  </a:moveTo>
                  <a:lnTo>
                    <a:pt x="0" y="15265"/>
                  </a:lnTo>
                  <a:lnTo>
                    <a:pt x="0" y="48679"/>
                  </a:lnTo>
                  <a:lnTo>
                    <a:pt x="215595" y="48679"/>
                  </a:lnTo>
                  <a:lnTo>
                    <a:pt x="215595" y="15265"/>
                  </a:lnTo>
                  <a:close/>
                </a:path>
                <a:path w="7157720" h="48895">
                  <a:moveTo>
                    <a:pt x="1603933" y="28562"/>
                  </a:moveTo>
                  <a:lnTo>
                    <a:pt x="1388338" y="28562"/>
                  </a:lnTo>
                  <a:lnTo>
                    <a:pt x="1388338" y="48679"/>
                  </a:lnTo>
                  <a:lnTo>
                    <a:pt x="1603933" y="48679"/>
                  </a:lnTo>
                  <a:lnTo>
                    <a:pt x="1603933" y="28562"/>
                  </a:lnTo>
                  <a:close/>
                </a:path>
                <a:path w="7157720" h="48895">
                  <a:moveTo>
                    <a:pt x="4380623" y="0"/>
                  </a:moveTo>
                  <a:lnTo>
                    <a:pt x="4165015" y="0"/>
                  </a:lnTo>
                  <a:lnTo>
                    <a:pt x="4165015" y="48679"/>
                  </a:lnTo>
                  <a:lnTo>
                    <a:pt x="4380623" y="48679"/>
                  </a:lnTo>
                  <a:lnTo>
                    <a:pt x="4380623" y="0"/>
                  </a:lnTo>
                  <a:close/>
                </a:path>
                <a:path w="7157720" h="48895">
                  <a:moveTo>
                    <a:pt x="7157301" y="30594"/>
                  </a:moveTo>
                  <a:lnTo>
                    <a:pt x="6941706" y="30594"/>
                  </a:lnTo>
                  <a:lnTo>
                    <a:pt x="6941706" y="48679"/>
                  </a:lnTo>
                  <a:lnTo>
                    <a:pt x="7157301" y="48679"/>
                  </a:lnTo>
                  <a:lnTo>
                    <a:pt x="7157301" y="3059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742728" y="6062649"/>
              <a:ext cx="7157720" cy="316230"/>
            </a:xfrm>
            <a:custGeom>
              <a:avLst/>
              <a:gdLst/>
              <a:ahLst/>
              <a:cxnLst/>
              <a:rect l="l" t="t" r="r" b="b"/>
              <a:pathLst>
                <a:path w="7157720" h="316229">
                  <a:moveTo>
                    <a:pt x="215607" y="249161"/>
                  </a:moveTo>
                  <a:lnTo>
                    <a:pt x="0" y="249161"/>
                  </a:lnTo>
                  <a:lnTo>
                    <a:pt x="0" y="315925"/>
                  </a:lnTo>
                  <a:lnTo>
                    <a:pt x="215607" y="315925"/>
                  </a:lnTo>
                  <a:lnTo>
                    <a:pt x="215607" y="249161"/>
                  </a:lnTo>
                  <a:close/>
                </a:path>
                <a:path w="7157720" h="316229">
                  <a:moveTo>
                    <a:pt x="1603946" y="16459"/>
                  </a:moveTo>
                  <a:lnTo>
                    <a:pt x="1388338" y="16459"/>
                  </a:lnTo>
                  <a:lnTo>
                    <a:pt x="1388338" y="315925"/>
                  </a:lnTo>
                  <a:lnTo>
                    <a:pt x="1603946" y="315925"/>
                  </a:lnTo>
                  <a:lnTo>
                    <a:pt x="1603946" y="16459"/>
                  </a:lnTo>
                  <a:close/>
                </a:path>
                <a:path w="7157720" h="316229">
                  <a:moveTo>
                    <a:pt x="2992285" y="3594"/>
                  </a:moveTo>
                  <a:lnTo>
                    <a:pt x="2776690" y="3594"/>
                  </a:lnTo>
                  <a:lnTo>
                    <a:pt x="2776690" y="315925"/>
                  </a:lnTo>
                  <a:lnTo>
                    <a:pt x="2992285" y="315925"/>
                  </a:lnTo>
                  <a:lnTo>
                    <a:pt x="2992285" y="3594"/>
                  </a:lnTo>
                  <a:close/>
                </a:path>
                <a:path w="7157720" h="316229">
                  <a:moveTo>
                    <a:pt x="4380623" y="181279"/>
                  </a:moveTo>
                  <a:lnTo>
                    <a:pt x="4165028" y="181279"/>
                  </a:lnTo>
                  <a:lnTo>
                    <a:pt x="4165028" y="315925"/>
                  </a:lnTo>
                  <a:lnTo>
                    <a:pt x="4380623" y="315925"/>
                  </a:lnTo>
                  <a:lnTo>
                    <a:pt x="4380623" y="181279"/>
                  </a:lnTo>
                  <a:close/>
                </a:path>
                <a:path w="7157720" h="316229">
                  <a:moveTo>
                    <a:pt x="5768962" y="0"/>
                  </a:moveTo>
                  <a:lnTo>
                    <a:pt x="5553367" y="0"/>
                  </a:lnTo>
                  <a:lnTo>
                    <a:pt x="5553367" y="315925"/>
                  </a:lnTo>
                  <a:lnTo>
                    <a:pt x="5768962" y="315925"/>
                  </a:lnTo>
                  <a:lnTo>
                    <a:pt x="5768962" y="0"/>
                  </a:lnTo>
                  <a:close/>
                </a:path>
                <a:path w="7157720" h="316229">
                  <a:moveTo>
                    <a:pt x="7157313" y="221068"/>
                  </a:moveTo>
                  <a:lnTo>
                    <a:pt x="6941706" y="221068"/>
                  </a:lnTo>
                  <a:lnTo>
                    <a:pt x="6941706" y="315925"/>
                  </a:lnTo>
                  <a:lnTo>
                    <a:pt x="7157313" y="315925"/>
                  </a:lnTo>
                  <a:lnTo>
                    <a:pt x="7157313" y="221068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958336" y="5155641"/>
              <a:ext cx="7157720" cy="1223010"/>
            </a:xfrm>
            <a:custGeom>
              <a:avLst/>
              <a:gdLst/>
              <a:ahLst/>
              <a:cxnLst/>
              <a:rect l="l" t="t" r="r" b="b"/>
              <a:pathLst>
                <a:path w="7157720" h="1223010">
                  <a:moveTo>
                    <a:pt x="215595" y="292061"/>
                  </a:moveTo>
                  <a:lnTo>
                    <a:pt x="0" y="292061"/>
                  </a:lnTo>
                  <a:lnTo>
                    <a:pt x="0" y="1222933"/>
                  </a:lnTo>
                  <a:lnTo>
                    <a:pt x="215595" y="1222933"/>
                  </a:lnTo>
                  <a:lnTo>
                    <a:pt x="215595" y="292061"/>
                  </a:lnTo>
                  <a:close/>
                </a:path>
                <a:path w="7157720" h="1223010">
                  <a:moveTo>
                    <a:pt x="1603933" y="1186954"/>
                  </a:moveTo>
                  <a:lnTo>
                    <a:pt x="1388338" y="1186954"/>
                  </a:lnTo>
                  <a:lnTo>
                    <a:pt x="1388338" y="1222933"/>
                  </a:lnTo>
                  <a:lnTo>
                    <a:pt x="1603933" y="1222933"/>
                  </a:lnTo>
                  <a:lnTo>
                    <a:pt x="1603933" y="1186954"/>
                  </a:lnTo>
                  <a:close/>
                </a:path>
                <a:path w="7157720" h="1223010">
                  <a:moveTo>
                    <a:pt x="2992285" y="908367"/>
                  </a:moveTo>
                  <a:lnTo>
                    <a:pt x="2776677" y="908367"/>
                  </a:lnTo>
                  <a:lnTo>
                    <a:pt x="2776677" y="1222933"/>
                  </a:lnTo>
                  <a:lnTo>
                    <a:pt x="2992285" y="1222933"/>
                  </a:lnTo>
                  <a:lnTo>
                    <a:pt x="2992285" y="908367"/>
                  </a:lnTo>
                  <a:close/>
                </a:path>
                <a:path w="7157720" h="1223010">
                  <a:moveTo>
                    <a:pt x="4380623" y="0"/>
                  </a:moveTo>
                  <a:lnTo>
                    <a:pt x="4165015" y="0"/>
                  </a:lnTo>
                  <a:lnTo>
                    <a:pt x="4165015" y="1222933"/>
                  </a:lnTo>
                  <a:lnTo>
                    <a:pt x="4380623" y="1222933"/>
                  </a:lnTo>
                  <a:lnTo>
                    <a:pt x="4380623" y="0"/>
                  </a:lnTo>
                  <a:close/>
                </a:path>
                <a:path w="7157720" h="1223010">
                  <a:moveTo>
                    <a:pt x="5768962" y="617054"/>
                  </a:moveTo>
                  <a:lnTo>
                    <a:pt x="5553354" y="617054"/>
                  </a:lnTo>
                  <a:lnTo>
                    <a:pt x="5553354" y="1222933"/>
                  </a:lnTo>
                  <a:lnTo>
                    <a:pt x="5768962" y="1222933"/>
                  </a:lnTo>
                  <a:lnTo>
                    <a:pt x="5768962" y="617054"/>
                  </a:lnTo>
                  <a:close/>
                </a:path>
                <a:path w="7157720" h="1223010">
                  <a:moveTo>
                    <a:pt x="7157301" y="377926"/>
                  </a:moveTo>
                  <a:lnTo>
                    <a:pt x="6941706" y="377926"/>
                  </a:lnTo>
                  <a:lnTo>
                    <a:pt x="6941706" y="1222933"/>
                  </a:lnTo>
                  <a:lnTo>
                    <a:pt x="7157301" y="1222933"/>
                  </a:lnTo>
                  <a:lnTo>
                    <a:pt x="7157301" y="377926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173931" y="6281623"/>
              <a:ext cx="7157720" cy="97155"/>
            </a:xfrm>
            <a:custGeom>
              <a:avLst/>
              <a:gdLst/>
              <a:ahLst/>
              <a:cxnLst/>
              <a:rect l="l" t="t" r="r" b="b"/>
              <a:pathLst>
                <a:path w="7157720" h="97154">
                  <a:moveTo>
                    <a:pt x="215607" y="64338"/>
                  </a:moveTo>
                  <a:lnTo>
                    <a:pt x="0" y="64338"/>
                  </a:lnTo>
                  <a:lnTo>
                    <a:pt x="0" y="96951"/>
                  </a:lnTo>
                  <a:lnTo>
                    <a:pt x="215607" y="96951"/>
                  </a:lnTo>
                  <a:lnTo>
                    <a:pt x="215607" y="64338"/>
                  </a:lnTo>
                  <a:close/>
                </a:path>
                <a:path w="7157720" h="97154">
                  <a:moveTo>
                    <a:pt x="1603946" y="87426"/>
                  </a:moveTo>
                  <a:lnTo>
                    <a:pt x="1388338" y="87426"/>
                  </a:lnTo>
                  <a:lnTo>
                    <a:pt x="1388338" y="96951"/>
                  </a:lnTo>
                  <a:lnTo>
                    <a:pt x="1603946" y="96951"/>
                  </a:lnTo>
                  <a:lnTo>
                    <a:pt x="1603946" y="87426"/>
                  </a:lnTo>
                  <a:close/>
                </a:path>
                <a:path w="7157720" h="97154">
                  <a:moveTo>
                    <a:pt x="4380623" y="0"/>
                  </a:moveTo>
                  <a:lnTo>
                    <a:pt x="4165028" y="0"/>
                  </a:lnTo>
                  <a:lnTo>
                    <a:pt x="4165028" y="96951"/>
                  </a:lnTo>
                  <a:lnTo>
                    <a:pt x="4380623" y="96951"/>
                  </a:lnTo>
                  <a:lnTo>
                    <a:pt x="4380623" y="0"/>
                  </a:lnTo>
                  <a:close/>
                </a:path>
                <a:path w="7157720" h="97154">
                  <a:moveTo>
                    <a:pt x="5768962" y="87426"/>
                  </a:moveTo>
                  <a:lnTo>
                    <a:pt x="5553367" y="87426"/>
                  </a:lnTo>
                  <a:lnTo>
                    <a:pt x="5553367" y="96951"/>
                  </a:lnTo>
                  <a:lnTo>
                    <a:pt x="5768962" y="96951"/>
                  </a:lnTo>
                  <a:lnTo>
                    <a:pt x="5768962" y="87426"/>
                  </a:lnTo>
                  <a:close/>
                </a:path>
                <a:path w="7157720" h="97154">
                  <a:moveTo>
                    <a:pt x="7157313" y="72974"/>
                  </a:moveTo>
                  <a:lnTo>
                    <a:pt x="6941706" y="72974"/>
                  </a:lnTo>
                  <a:lnTo>
                    <a:pt x="6941706" y="96951"/>
                  </a:lnTo>
                  <a:lnTo>
                    <a:pt x="7157313" y="96951"/>
                  </a:lnTo>
                  <a:lnTo>
                    <a:pt x="7157313" y="72974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777877" y="5432450"/>
              <a:ext cx="5768975" cy="946150"/>
            </a:xfrm>
            <a:custGeom>
              <a:avLst/>
              <a:gdLst/>
              <a:ahLst/>
              <a:cxnLst/>
              <a:rect l="l" t="t" r="r" b="b"/>
              <a:pathLst>
                <a:path w="5768975" h="946150">
                  <a:moveTo>
                    <a:pt x="215595" y="882764"/>
                  </a:moveTo>
                  <a:lnTo>
                    <a:pt x="0" y="882764"/>
                  </a:lnTo>
                  <a:lnTo>
                    <a:pt x="0" y="946124"/>
                  </a:lnTo>
                  <a:lnTo>
                    <a:pt x="215595" y="946124"/>
                  </a:lnTo>
                  <a:lnTo>
                    <a:pt x="215595" y="882764"/>
                  </a:lnTo>
                  <a:close/>
                </a:path>
                <a:path w="5768975" h="946150">
                  <a:moveTo>
                    <a:pt x="1603933" y="371322"/>
                  </a:moveTo>
                  <a:lnTo>
                    <a:pt x="1388338" y="371322"/>
                  </a:lnTo>
                  <a:lnTo>
                    <a:pt x="1388338" y="946124"/>
                  </a:lnTo>
                  <a:lnTo>
                    <a:pt x="1603933" y="946124"/>
                  </a:lnTo>
                  <a:lnTo>
                    <a:pt x="1603933" y="371322"/>
                  </a:lnTo>
                  <a:close/>
                </a:path>
                <a:path w="5768975" h="946150">
                  <a:moveTo>
                    <a:pt x="2992285" y="661568"/>
                  </a:moveTo>
                  <a:lnTo>
                    <a:pt x="2776677" y="661568"/>
                  </a:lnTo>
                  <a:lnTo>
                    <a:pt x="2776677" y="946124"/>
                  </a:lnTo>
                  <a:lnTo>
                    <a:pt x="2992285" y="946124"/>
                  </a:lnTo>
                  <a:lnTo>
                    <a:pt x="2992285" y="661568"/>
                  </a:lnTo>
                  <a:close/>
                </a:path>
                <a:path w="5768975" h="946150">
                  <a:moveTo>
                    <a:pt x="4380623" y="0"/>
                  </a:moveTo>
                  <a:lnTo>
                    <a:pt x="4165015" y="0"/>
                  </a:lnTo>
                  <a:lnTo>
                    <a:pt x="4165015" y="946124"/>
                  </a:lnTo>
                  <a:lnTo>
                    <a:pt x="4380623" y="946124"/>
                  </a:lnTo>
                  <a:lnTo>
                    <a:pt x="4380623" y="0"/>
                  </a:lnTo>
                  <a:close/>
                </a:path>
                <a:path w="5768975" h="946150">
                  <a:moveTo>
                    <a:pt x="5768962" y="295452"/>
                  </a:moveTo>
                  <a:lnTo>
                    <a:pt x="5553354" y="295452"/>
                  </a:lnTo>
                  <a:lnTo>
                    <a:pt x="5553354" y="946124"/>
                  </a:lnTo>
                  <a:lnTo>
                    <a:pt x="5768962" y="946124"/>
                  </a:lnTo>
                  <a:lnTo>
                    <a:pt x="5768962" y="29545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8160" y="4602987"/>
              <a:ext cx="95249" cy="9524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0234" y="4602987"/>
              <a:ext cx="95249" cy="9524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7959" y="4602987"/>
              <a:ext cx="95249" cy="95249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2435224" y="4238688"/>
            <a:ext cx="3793490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75">
                <a:solidFill>
                  <a:srgbClr val="252423"/>
                </a:solidFill>
                <a:latin typeface="Tahoma"/>
                <a:cs typeface="Tahoma"/>
              </a:rPr>
              <a:t>Product,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52423"/>
                </a:solidFill>
                <a:latin typeface="Tahoma"/>
                <a:cs typeface="Tahoma"/>
              </a:rPr>
              <a:t>Segment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738505" algn="l"/>
                <a:tab pos="2094864" algn="l"/>
                <a:tab pos="2947035" algn="l"/>
              </a:tabLst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Segment</a:t>
            </a:r>
            <a:r>
              <a:rPr dirty="0" sz="1000" b="1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dirty="0" sz="1000" spc="-4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ENTERPRISE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77609" y="4602987"/>
            <a:ext cx="95249" cy="95249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6376491" y="4556156"/>
            <a:ext cx="7385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MIDMARKET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3434" y="4602987"/>
            <a:ext cx="95249" cy="9524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7262911" y="4556156"/>
            <a:ext cx="9988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dirty="0" sz="1000" spc="-4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BUSINESS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139950" y="1406525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25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39724" y="1303655"/>
            <a:ext cx="811530" cy="81597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200" spc="-90">
                <a:solidFill>
                  <a:srgbClr val="252423"/>
                </a:solidFill>
                <a:latin typeface="Tahoma"/>
                <a:cs typeface="Tahoma"/>
              </a:rPr>
              <a:t>Ano,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baseline="2314" sz="1800" spc="930">
                <a:solidFill>
                  <a:srgbClr val="787774"/>
                </a:solidFill>
                <a:latin typeface="Lucida Sans Unicode"/>
                <a:cs typeface="Lucida Sans Unicode"/>
              </a:rPr>
              <a:t>*</a:t>
            </a:r>
            <a:r>
              <a:rPr dirty="0" baseline="2314" sz="1800" spc="322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245">
                <a:solidFill>
                  <a:srgbClr val="202020"/>
                </a:solidFill>
                <a:latin typeface="Lucida Sans Unicode"/>
                <a:cs typeface="Lucida Sans Unicode"/>
              </a:rPr>
              <a:t>■</a:t>
            </a:r>
            <a:r>
              <a:rPr dirty="0" sz="1200" spc="215">
                <a:solidFill>
                  <a:srgbClr val="202020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1800" spc="-30">
                <a:solidFill>
                  <a:srgbClr val="252423"/>
                </a:solidFill>
                <a:latin typeface="Segoe UI"/>
                <a:cs typeface="Segoe UI"/>
              </a:rPr>
              <a:t>2013</a:t>
            </a:r>
            <a:endParaRPr baseline="2314"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baseline="2314" sz="1800" spc="930">
                <a:solidFill>
                  <a:srgbClr val="787774"/>
                </a:solidFill>
                <a:latin typeface="Lucida Sans Unicode"/>
                <a:cs typeface="Lucida Sans Unicode"/>
              </a:rPr>
              <a:t>*</a:t>
            </a:r>
            <a:r>
              <a:rPr dirty="0" baseline="2314" sz="1800" spc="322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787774"/>
                </a:solidFill>
                <a:latin typeface="Lucida Sans Unicode"/>
                <a:cs typeface="Lucida Sans Unicode"/>
              </a:rPr>
              <a:t></a:t>
            </a:r>
            <a:r>
              <a:rPr dirty="0" sz="1200" spc="215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1800" spc="-30">
                <a:solidFill>
                  <a:srgbClr val="252423"/>
                </a:solidFill>
                <a:latin typeface="Segoe UI"/>
                <a:cs typeface="Segoe UI"/>
              </a:rPr>
              <a:t>2014</a:t>
            </a:r>
            <a:endParaRPr baseline="2314" sz="1800">
              <a:latin typeface="Segoe UI"/>
              <a:cs typeface="Segoe U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16991" y="298450"/>
            <a:ext cx="12082780" cy="701040"/>
            <a:chOff x="316991" y="298450"/>
            <a:chExt cx="12082780" cy="701040"/>
          </a:xfrm>
        </p:grpSpPr>
        <p:sp>
          <p:nvSpPr>
            <p:cNvPr id="77" name="object 77"/>
            <p:cNvSpPr/>
            <p:nvPr/>
          </p:nvSpPr>
          <p:spPr>
            <a:xfrm>
              <a:off x="316979" y="298449"/>
              <a:ext cx="12082780" cy="701040"/>
            </a:xfrm>
            <a:custGeom>
              <a:avLst/>
              <a:gdLst/>
              <a:ahLst/>
              <a:cxnLst/>
              <a:rect l="l" t="t" r="r" b="b"/>
              <a:pathLst>
                <a:path w="12082780" h="701040">
                  <a:moveTo>
                    <a:pt x="12082272" y="0"/>
                  </a:moveTo>
                  <a:lnTo>
                    <a:pt x="11855958" y="0"/>
                  </a:lnTo>
                  <a:lnTo>
                    <a:pt x="11855958" y="101600"/>
                  </a:lnTo>
                  <a:lnTo>
                    <a:pt x="11855958" y="463550"/>
                  </a:lnTo>
                  <a:lnTo>
                    <a:pt x="92583" y="463550"/>
                  </a:lnTo>
                  <a:lnTo>
                    <a:pt x="92583" y="101600"/>
                  </a:lnTo>
                  <a:lnTo>
                    <a:pt x="11855958" y="101600"/>
                  </a:lnTo>
                  <a:lnTo>
                    <a:pt x="11855958" y="0"/>
                  </a:lnTo>
                  <a:lnTo>
                    <a:pt x="0" y="0"/>
                  </a:lnTo>
                  <a:lnTo>
                    <a:pt x="0" y="101600"/>
                  </a:lnTo>
                  <a:lnTo>
                    <a:pt x="0" y="463550"/>
                  </a:lnTo>
                  <a:lnTo>
                    <a:pt x="0" y="701040"/>
                  </a:lnTo>
                  <a:lnTo>
                    <a:pt x="12082272" y="701040"/>
                  </a:lnTo>
                  <a:lnTo>
                    <a:pt x="12082272" y="463550"/>
                  </a:lnTo>
                  <a:lnTo>
                    <a:pt x="12082272" y="101600"/>
                  </a:lnTo>
                  <a:lnTo>
                    <a:pt x="12082272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09574" y="390524"/>
              <a:ext cx="11763375" cy="381000"/>
            </a:xfrm>
            <a:custGeom>
              <a:avLst/>
              <a:gdLst/>
              <a:ahLst/>
              <a:cxnLst/>
              <a:rect l="l" t="t" r="r" b="b"/>
              <a:pathLst>
                <a:path w="11763375" h="381000">
                  <a:moveTo>
                    <a:pt x="117633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1763374" y="0"/>
                  </a:lnTo>
                  <a:lnTo>
                    <a:pt x="11763374" y="380999"/>
                  </a:lnTo>
                  <a:close/>
                </a:path>
              </a:pathLst>
            </a:custGeom>
            <a:solidFill>
              <a:srgbClr val="A666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409575" y="438213"/>
            <a:ext cx="117633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52423"/>
                </a:solidFill>
                <a:latin typeface="Segoe UI"/>
                <a:cs typeface="Segoe UI"/>
              </a:rPr>
              <a:t>Relatório</a:t>
            </a:r>
            <a:r>
              <a:rPr dirty="0" sz="1400" spc="-45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252423"/>
                </a:solidFill>
                <a:latin typeface="Segoe UI"/>
                <a:cs typeface="Segoe UI"/>
              </a:rPr>
              <a:t>de</a:t>
            </a:r>
            <a:r>
              <a:rPr dirty="0" sz="1400" spc="-45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252423"/>
                </a:solidFill>
                <a:latin typeface="Segoe UI"/>
                <a:cs typeface="Segoe UI"/>
              </a:rPr>
              <a:t>Vendas</a:t>
            </a:r>
            <a:r>
              <a:rPr dirty="0" sz="1400" spc="-45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252423"/>
                </a:solidFill>
                <a:latin typeface="Segoe UI"/>
                <a:cs typeface="Segoe UI"/>
              </a:rPr>
              <a:t>Considerando</a:t>
            </a:r>
            <a:r>
              <a:rPr dirty="0" sz="1400" spc="-45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252423"/>
                </a:solidFill>
                <a:latin typeface="Segoe UI"/>
                <a:cs typeface="Segoe UI"/>
              </a:rPr>
              <a:t>Produtos</a:t>
            </a:r>
            <a:r>
              <a:rPr dirty="0" sz="1400" spc="-40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252423"/>
                </a:solidFill>
                <a:latin typeface="Segoe UI"/>
                <a:cs typeface="Segoe UI"/>
              </a:rPr>
              <a:t>e</a:t>
            </a:r>
            <a:r>
              <a:rPr dirty="0" sz="1400" spc="-45" b="1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252423"/>
                </a:solidFill>
                <a:latin typeface="Segoe UI"/>
                <a:cs typeface="Segoe UI"/>
              </a:rPr>
              <a:t>Segmento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44423" y="298450"/>
            <a:ext cx="12054840" cy="701040"/>
            <a:chOff x="344423" y="298450"/>
            <a:chExt cx="12054840" cy="701040"/>
          </a:xfrm>
        </p:grpSpPr>
        <p:sp>
          <p:nvSpPr>
            <p:cNvPr id="5" name="object 5"/>
            <p:cNvSpPr/>
            <p:nvPr/>
          </p:nvSpPr>
          <p:spPr>
            <a:xfrm>
              <a:off x="344411" y="298449"/>
              <a:ext cx="12054840" cy="701040"/>
            </a:xfrm>
            <a:custGeom>
              <a:avLst/>
              <a:gdLst/>
              <a:ahLst/>
              <a:cxnLst/>
              <a:rect l="l" t="t" r="r" b="b"/>
              <a:pathLst>
                <a:path w="12054840" h="701040">
                  <a:moveTo>
                    <a:pt x="12054840" y="0"/>
                  </a:moveTo>
                  <a:lnTo>
                    <a:pt x="11828526" y="0"/>
                  </a:lnTo>
                  <a:lnTo>
                    <a:pt x="11828526" y="101600"/>
                  </a:lnTo>
                  <a:lnTo>
                    <a:pt x="11828526" y="463550"/>
                  </a:lnTo>
                  <a:lnTo>
                    <a:pt x="93726" y="463550"/>
                  </a:lnTo>
                  <a:lnTo>
                    <a:pt x="93726" y="101600"/>
                  </a:lnTo>
                  <a:lnTo>
                    <a:pt x="11828526" y="101600"/>
                  </a:lnTo>
                  <a:lnTo>
                    <a:pt x="11828526" y="0"/>
                  </a:lnTo>
                  <a:lnTo>
                    <a:pt x="0" y="0"/>
                  </a:lnTo>
                  <a:lnTo>
                    <a:pt x="0" y="101600"/>
                  </a:lnTo>
                  <a:lnTo>
                    <a:pt x="0" y="463550"/>
                  </a:lnTo>
                  <a:lnTo>
                    <a:pt x="0" y="701040"/>
                  </a:lnTo>
                  <a:lnTo>
                    <a:pt x="12054840" y="701040"/>
                  </a:lnTo>
                  <a:lnTo>
                    <a:pt x="12054840" y="463550"/>
                  </a:lnTo>
                  <a:lnTo>
                    <a:pt x="12054840" y="101600"/>
                  </a:lnTo>
                  <a:lnTo>
                    <a:pt x="12054840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8149" y="390524"/>
              <a:ext cx="11734800" cy="381000"/>
            </a:xfrm>
            <a:custGeom>
              <a:avLst/>
              <a:gdLst/>
              <a:ahLst/>
              <a:cxnLst/>
              <a:rect l="l" t="t" r="r" b="b"/>
              <a:pathLst>
                <a:path w="11734800" h="381000">
                  <a:moveTo>
                    <a:pt x="117347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1734799" y="0"/>
                  </a:lnTo>
                  <a:lnTo>
                    <a:pt x="11734799" y="380999"/>
                  </a:lnTo>
                  <a:close/>
                </a:path>
              </a:pathLst>
            </a:custGeom>
            <a:solidFill>
              <a:srgbClr val="A666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268985" y="438213"/>
            <a:ext cx="408622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/>
              <a:t>Relatório</a:t>
            </a:r>
            <a:r>
              <a:rPr dirty="0" sz="1400" spc="-50"/>
              <a:t> </a:t>
            </a:r>
            <a:r>
              <a:rPr dirty="0" sz="1400"/>
              <a:t>de</a:t>
            </a:r>
            <a:r>
              <a:rPr dirty="0" sz="1400" spc="-45"/>
              <a:t> </a:t>
            </a:r>
            <a:r>
              <a:rPr dirty="0" sz="1400" spc="-10"/>
              <a:t>Vendas</a:t>
            </a:r>
            <a:r>
              <a:rPr dirty="0" sz="1400" spc="-45"/>
              <a:t> </a:t>
            </a:r>
            <a:r>
              <a:rPr dirty="0" sz="1400"/>
              <a:t>Considerando</a:t>
            </a:r>
            <a:r>
              <a:rPr dirty="0" sz="1400" spc="-45"/>
              <a:t> </a:t>
            </a:r>
            <a:r>
              <a:rPr dirty="0" sz="1400"/>
              <a:t>Países</a:t>
            </a:r>
            <a:r>
              <a:rPr dirty="0" sz="1400" spc="-45"/>
              <a:t> </a:t>
            </a:r>
            <a:r>
              <a:rPr dirty="0" sz="1400"/>
              <a:t>e</a:t>
            </a:r>
            <a:r>
              <a:rPr dirty="0" sz="1400" spc="-45"/>
              <a:t> </a:t>
            </a:r>
            <a:r>
              <a:rPr dirty="0" sz="1400" spc="-10"/>
              <a:t>Lucro</a:t>
            </a:r>
            <a:endParaRPr sz="1400"/>
          </a:p>
        </p:txBody>
      </p:sp>
      <p:sp>
        <p:nvSpPr>
          <p:cNvPr id="8" name="object 8"/>
          <p:cNvSpPr/>
          <p:nvPr/>
        </p:nvSpPr>
        <p:spPr>
          <a:xfrm>
            <a:off x="518147" y="1965959"/>
            <a:ext cx="2908300" cy="1480820"/>
          </a:xfrm>
          <a:custGeom>
            <a:avLst/>
            <a:gdLst/>
            <a:ahLst/>
            <a:cxnLst/>
            <a:rect l="l" t="t" r="r" b="b"/>
            <a:pathLst>
              <a:path w="2908300" h="1480820">
                <a:moveTo>
                  <a:pt x="2907792" y="100965"/>
                </a:moveTo>
                <a:lnTo>
                  <a:pt x="2682240" y="100965"/>
                </a:lnTo>
                <a:lnTo>
                  <a:pt x="2682240" y="1243330"/>
                </a:lnTo>
                <a:lnTo>
                  <a:pt x="91440" y="1243330"/>
                </a:lnTo>
                <a:lnTo>
                  <a:pt x="91440" y="100342"/>
                </a:lnTo>
                <a:lnTo>
                  <a:pt x="0" y="100342"/>
                </a:lnTo>
                <a:lnTo>
                  <a:pt x="0" y="1243330"/>
                </a:lnTo>
                <a:lnTo>
                  <a:pt x="0" y="1480820"/>
                </a:lnTo>
                <a:lnTo>
                  <a:pt x="2907792" y="1480820"/>
                </a:lnTo>
                <a:lnTo>
                  <a:pt x="2907792" y="1243965"/>
                </a:lnTo>
                <a:lnTo>
                  <a:pt x="2907792" y="1243330"/>
                </a:lnTo>
                <a:lnTo>
                  <a:pt x="2907792" y="100965"/>
                </a:lnTo>
                <a:close/>
              </a:path>
              <a:path w="2908300" h="1480820">
                <a:moveTo>
                  <a:pt x="2907792" y="0"/>
                </a:moveTo>
                <a:lnTo>
                  <a:pt x="0" y="0"/>
                </a:lnTo>
                <a:lnTo>
                  <a:pt x="0" y="100330"/>
                </a:lnTo>
                <a:lnTo>
                  <a:pt x="2907792" y="100330"/>
                </a:lnTo>
                <a:lnTo>
                  <a:pt x="2907792" y="0"/>
                </a:lnTo>
                <a:close/>
              </a:path>
            </a:pathLst>
          </a:custGeom>
          <a:solidFill>
            <a:srgbClr val="252423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9599" y="2166143"/>
            <a:ext cx="2590800" cy="9398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4500" spc="-345">
                <a:solidFill>
                  <a:srgbClr val="252423"/>
                </a:solidFill>
                <a:latin typeface="Tahoma"/>
                <a:cs typeface="Tahoma"/>
              </a:rPr>
              <a:t>118,73</a:t>
            </a:r>
            <a:r>
              <a:rPr dirty="0" sz="4500" spc="-35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4500" spc="-25">
                <a:solidFill>
                  <a:srgbClr val="252423"/>
                </a:solidFill>
                <a:latin typeface="Tahoma"/>
                <a:cs typeface="Tahoma"/>
              </a:rPr>
              <a:t>Mi</a:t>
            </a:r>
            <a:endParaRPr sz="4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120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dirty="0" sz="12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dirty="0" sz="12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605D5C"/>
                </a:solidFill>
                <a:latin typeface="Segoe UI"/>
                <a:cs typeface="Segoe UI"/>
              </a:rPr>
              <a:t>Sales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59467" y="1965959"/>
            <a:ext cx="2654935" cy="1480820"/>
          </a:xfrm>
          <a:custGeom>
            <a:avLst/>
            <a:gdLst/>
            <a:ahLst/>
            <a:cxnLst/>
            <a:rect l="l" t="t" r="r" b="b"/>
            <a:pathLst>
              <a:path w="2654935" h="1480820">
                <a:moveTo>
                  <a:pt x="2654808" y="100965"/>
                </a:moveTo>
                <a:lnTo>
                  <a:pt x="2426970" y="100965"/>
                </a:lnTo>
                <a:lnTo>
                  <a:pt x="2426970" y="1243330"/>
                </a:lnTo>
                <a:lnTo>
                  <a:pt x="93345" y="1243330"/>
                </a:lnTo>
                <a:lnTo>
                  <a:pt x="93345" y="100342"/>
                </a:lnTo>
                <a:lnTo>
                  <a:pt x="0" y="100342"/>
                </a:lnTo>
                <a:lnTo>
                  <a:pt x="0" y="1243330"/>
                </a:lnTo>
                <a:lnTo>
                  <a:pt x="0" y="1480820"/>
                </a:lnTo>
                <a:lnTo>
                  <a:pt x="2654808" y="1480820"/>
                </a:lnTo>
                <a:lnTo>
                  <a:pt x="2654808" y="1243965"/>
                </a:lnTo>
                <a:lnTo>
                  <a:pt x="2654808" y="1243330"/>
                </a:lnTo>
                <a:lnTo>
                  <a:pt x="2654808" y="100965"/>
                </a:lnTo>
                <a:close/>
              </a:path>
              <a:path w="2654935" h="1480820">
                <a:moveTo>
                  <a:pt x="2654808" y="0"/>
                </a:moveTo>
                <a:lnTo>
                  <a:pt x="0" y="0"/>
                </a:lnTo>
                <a:lnTo>
                  <a:pt x="0" y="100330"/>
                </a:lnTo>
                <a:lnTo>
                  <a:pt x="2654808" y="100330"/>
                </a:lnTo>
                <a:lnTo>
                  <a:pt x="2654808" y="0"/>
                </a:lnTo>
                <a:close/>
              </a:path>
            </a:pathLst>
          </a:custGeom>
          <a:solidFill>
            <a:srgbClr val="252423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52825" y="2166143"/>
            <a:ext cx="2333625" cy="9398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4500" spc="-350">
                <a:solidFill>
                  <a:srgbClr val="252423"/>
                </a:solidFill>
                <a:latin typeface="Tahoma"/>
                <a:cs typeface="Tahoma"/>
              </a:rPr>
              <a:t>1,13</a:t>
            </a:r>
            <a:r>
              <a:rPr dirty="0" sz="4500" spc="-36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4500" spc="-35">
                <a:solidFill>
                  <a:srgbClr val="252423"/>
                </a:solidFill>
                <a:latin typeface="Tahoma"/>
                <a:cs typeface="Tahoma"/>
              </a:rPr>
              <a:t>Mi</a:t>
            </a:r>
            <a:endParaRPr sz="4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120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dirty="0" sz="12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dirty="0" sz="12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05D5C"/>
                </a:solidFill>
                <a:latin typeface="Segoe UI"/>
                <a:cs typeface="Segoe UI"/>
              </a:rPr>
              <a:t>Units</a:t>
            </a:r>
            <a:r>
              <a:rPr dirty="0" sz="1200" spc="-2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605D5C"/>
                </a:solidFill>
                <a:latin typeface="Segoe UI"/>
                <a:cs typeface="Segoe UI"/>
              </a:rPr>
              <a:t>Sold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11811" y="966469"/>
            <a:ext cx="6169660" cy="2917190"/>
          </a:xfrm>
          <a:custGeom>
            <a:avLst/>
            <a:gdLst/>
            <a:ahLst/>
            <a:cxnLst/>
            <a:rect l="l" t="t" r="r" b="b"/>
            <a:pathLst>
              <a:path w="6169659" h="2917190">
                <a:moveTo>
                  <a:pt x="6169152" y="0"/>
                </a:moveTo>
                <a:lnTo>
                  <a:pt x="5942076" y="0"/>
                </a:lnTo>
                <a:lnTo>
                  <a:pt x="5942076" y="100330"/>
                </a:lnTo>
                <a:lnTo>
                  <a:pt x="5942076" y="2680970"/>
                </a:lnTo>
                <a:lnTo>
                  <a:pt x="93726" y="2680970"/>
                </a:lnTo>
                <a:lnTo>
                  <a:pt x="93726" y="100330"/>
                </a:lnTo>
                <a:lnTo>
                  <a:pt x="5942076" y="100330"/>
                </a:lnTo>
                <a:lnTo>
                  <a:pt x="5942076" y="0"/>
                </a:lnTo>
                <a:lnTo>
                  <a:pt x="0" y="0"/>
                </a:lnTo>
                <a:lnTo>
                  <a:pt x="0" y="100330"/>
                </a:lnTo>
                <a:lnTo>
                  <a:pt x="0" y="2680970"/>
                </a:lnTo>
                <a:lnTo>
                  <a:pt x="0" y="2917190"/>
                </a:lnTo>
                <a:lnTo>
                  <a:pt x="6169152" y="2917190"/>
                </a:lnTo>
                <a:lnTo>
                  <a:pt x="6169152" y="2681605"/>
                </a:lnTo>
                <a:lnTo>
                  <a:pt x="6169152" y="2680970"/>
                </a:lnTo>
                <a:lnTo>
                  <a:pt x="6169152" y="100330"/>
                </a:lnTo>
                <a:lnTo>
                  <a:pt x="6169152" y="0"/>
                </a:lnTo>
                <a:close/>
              </a:path>
            </a:pathLst>
          </a:custGeom>
          <a:solidFill>
            <a:srgbClr val="252423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53174" y="1019238"/>
            <a:ext cx="19500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52423"/>
                </a:solidFill>
                <a:latin typeface="Tahoma"/>
                <a:cs typeface="Tahoma"/>
              </a:rPr>
              <a:t>Profit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73420" y="1562378"/>
            <a:ext cx="2040255" cy="1845310"/>
            <a:chOff x="7373420" y="1562378"/>
            <a:chExt cx="2040255" cy="1845310"/>
          </a:xfrm>
        </p:grpSpPr>
        <p:sp>
          <p:nvSpPr>
            <p:cNvPr id="15" name="object 15"/>
            <p:cNvSpPr/>
            <p:nvPr/>
          </p:nvSpPr>
          <p:spPr>
            <a:xfrm>
              <a:off x="8429624" y="1562378"/>
              <a:ext cx="873760" cy="885825"/>
            </a:xfrm>
            <a:custGeom>
              <a:avLst/>
              <a:gdLst/>
              <a:ahLst/>
              <a:cxnLst/>
              <a:rect l="l" t="t" r="r" b="b"/>
              <a:pathLst>
                <a:path w="873759" h="885825">
                  <a:moveTo>
                    <a:pt x="0" y="885546"/>
                  </a:moveTo>
                  <a:lnTo>
                    <a:pt x="0" y="0"/>
                  </a:lnTo>
                  <a:lnTo>
                    <a:pt x="19461" y="213"/>
                  </a:lnTo>
                  <a:lnTo>
                    <a:pt x="38903" y="854"/>
                  </a:lnTo>
                  <a:lnTo>
                    <a:pt x="77731" y="3418"/>
                  </a:lnTo>
                  <a:lnTo>
                    <a:pt x="116409" y="7684"/>
                  </a:lnTo>
                  <a:lnTo>
                    <a:pt x="154862" y="13646"/>
                  </a:lnTo>
                  <a:lnTo>
                    <a:pt x="193016" y="21290"/>
                  </a:lnTo>
                  <a:lnTo>
                    <a:pt x="230798" y="30605"/>
                  </a:lnTo>
                  <a:lnTo>
                    <a:pt x="268134" y="41569"/>
                  </a:lnTo>
                  <a:lnTo>
                    <a:pt x="304952" y="54164"/>
                  </a:lnTo>
                  <a:lnTo>
                    <a:pt x="341181" y="68363"/>
                  </a:lnTo>
                  <a:lnTo>
                    <a:pt x="376752" y="84141"/>
                  </a:lnTo>
                  <a:lnTo>
                    <a:pt x="411595" y="101465"/>
                  </a:lnTo>
                  <a:lnTo>
                    <a:pt x="445643" y="120304"/>
                  </a:lnTo>
                  <a:lnTo>
                    <a:pt x="478831" y="140621"/>
                  </a:lnTo>
                  <a:lnTo>
                    <a:pt x="511094" y="162376"/>
                  </a:lnTo>
                  <a:lnTo>
                    <a:pt x="542371" y="185527"/>
                  </a:lnTo>
                  <a:lnTo>
                    <a:pt x="572599" y="210030"/>
                  </a:lnTo>
                  <a:lnTo>
                    <a:pt x="601723" y="235837"/>
                  </a:lnTo>
                  <a:lnTo>
                    <a:pt x="629684" y="262899"/>
                  </a:lnTo>
                  <a:lnTo>
                    <a:pt x="656431" y="291163"/>
                  </a:lnTo>
                  <a:lnTo>
                    <a:pt x="681909" y="320575"/>
                  </a:lnTo>
                  <a:lnTo>
                    <a:pt x="706070" y="351077"/>
                  </a:lnTo>
                  <a:lnTo>
                    <a:pt x="728868" y="382612"/>
                  </a:lnTo>
                  <a:lnTo>
                    <a:pt x="750259" y="415118"/>
                  </a:lnTo>
                  <a:lnTo>
                    <a:pt x="770201" y="448532"/>
                  </a:lnTo>
                  <a:lnTo>
                    <a:pt x="788657" y="482790"/>
                  </a:lnTo>
                  <a:lnTo>
                    <a:pt x="805588" y="517825"/>
                  </a:lnTo>
                  <a:lnTo>
                    <a:pt x="820966" y="553571"/>
                  </a:lnTo>
                  <a:lnTo>
                    <a:pt x="834757" y="589958"/>
                  </a:lnTo>
                  <a:lnTo>
                    <a:pt x="846937" y="626915"/>
                  </a:lnTo>
                  <a:lnTo>
                    <a:pt x="857481" y="664372"/>
                  </a:lnTo>
                  <a:lnTo>
                    <a:pt x="866370" y="702255"/>
                  </a:lnTo>
                  <a:lnTo>
                    <a:pt x="873585" y="740493"/>
                  </a:lnTo>
                  <a:lnTo>
                    <a:pt x="0" y="8855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429624" y="2302872"/>
              <a:ext cx="885825" cy="972185"/>
            </a:xfrm>
            <a:custGeom>
              <a:avLst/>
              <a:gdLst/>
              <a:ahLst/>
              <a:cxnLst/>
              <a:rect l="l" t="t" r="r" b="b"/>
              <a:pathLst>
                <a:path w="885825" h="972185">
                  <a:moveTo>
                    <a:pt x="317343" y="971783"/>
                  </a:moveTo>
                  <a:lnTo>
                    <a:pt x="0" y="145052"/>
                  </a:lnTo>
                  <a:lnTo>
                    <a:pt x="873585" y="0"/>
                  </a:lnTo>
                  <a:lnTo>
                    <a:pt x="876488" y="18720"/>
                  </a:lnTo>
                  <a:lnTo>
                    <a:pt x="882784" y="75176"/>
                  </a:lnTo>
                  <a:lnTo>
                    <a:pt x="885448" y="131919"/>
                  </a:lnTo>
                  <a:lnTo>
                    <a:pt x="885526" y="150863"/>
                  </a:lnTo>
                  <a:lnTo>
                    <a:pt x="885200" y="169804"/>
                  </a:lnTo>
                  <a:lnTo>
                    <a:pt x="881791" y="226508"/>
                  </a:lnTo>
                  <a:lnTo>
                    <a:pt x="874755" y="282876"/>
                  </a:lnTo>
                  <a:lnTo>
                    <a:pt x="864116" y="338686"/>
                  </a:lnTo>
                  <a:lnTo>
                    <a:pt x="849921" y="393698"/>
                  </a:lnTo>
                  <a:lnTo>
                    <a:pt x="832230" y="447679"/>
                  </a:lnTo>
                  <a:lnTo>
                    <a:pt x="811115" y="500415"/>
                  </a:lnTo>
                  <a:lnTo>
                    <a:pt x="786659" y="551696"/>
                  </a:lnTo>
                  <a:lnTo>
                    <a:pt x="758963" y="601304"/>
                  </a:lnTo>
                  <a:lnTo>
                    <a:pt x="728149" y="649026"/>
                  </a:lnTo>
                  <a:lnTo>
                    <a:pt x="694339" y="694674"/>
                  </a:lnTo>
                  <a:lnTo>
                    <a:pt x="657666" y="738067"/>
                  </a:lnTo>
                  <a:lnTo>
                    <a:pt x="618285" y="779019"/>
                  </a:lnTo>
                  <a:lnTo>
                    <a:pt x="576366" y="817356"/>
                  </a:lnTo>
                  <a:lnTo>
                    <a:pt x="532076" y="852927"/>
                  </a:lnTo>
                  <a:lnTo>
                    <a:pt x="485588" y="885589"/>
                  </a:lnTo>
                  <a:lnTo>
                    <a:pt x="437102" y="915203"/>
                  </a:lnTo>
                  <a:lnTo>
                    <a:pt x="386825" y="941643"/>
                  </a:lnTo>
                  <a:lnTo>
                    <a:pt x="334956" y="964806"/>
                  </a:lnTo>
                  <a:lnTo>
                    <a:pt x="317343" y="97178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711323" y="2447924"/>
              <a:ext cx="1035685" cy="885825"/>
            </a:xfrm>
            <a:custGeom>
              <a:avLst/>
              <a:gdLst/>
              <a:ahLst/>
              <a:cxnLst/>
              <a:rect l="l" t="t" r="r" b="b"/>
              <a:pathLst>
                <a:path w="1035684" h="885825">
                  <a:moveTo>
                    <a:pt x="715944" y="885543"/>
                  </a:moveTo>
                  <a:lnTo>
                    <a:pt x="661493" y="883722"/>
                  </a:lnTo>
                  <a:lnTo>
                    <a:pt x="607265" y="878557"/>
                  </a:lnTo>
                  <a:lnTo>
                    <a:pt x="553456" y="870068"/>
                  </a:lnTo>
                  <a:lnTo>
                    <a:pt x="500264" y="858284"/>
                  </a:lnTo>
                  <a:lnTo>
                    <a:pt x="447898" y="843252"/>
                  </a:lnTo>
                  <a:lnTo>
                    <a:pt x="396562" y="825030"/>
                  </a:lnTo>
                  <a:lnTo>
                    <a:pt x="346443" y="803687"/>
                  </a:lnTo>
                  <a:lnTo>
                    <a:pt x="297725" y="779299"/>
                  </a:lnTo>
                  <a:lnTo>
                    <a:pt x="250599" y="751962"/>
                  </a:lnTo>
                  <a:lnTo>
                    <a:pt x="205249" y="721782"/>
                  </a:lnTo>
                  <a:lnTo>
                    <a:pt x="161841" y="688871"/>
                  </a:lnTo>
                  <a:lnTo>
                    <a:pt x="120532" y="653349"/>
                  </a:lnTo>
                  <a:lnTo>
                    <a:pt x="81486" y="615353"/>
                  </a:lnTo>
                  <a:lnTo>
                    <a:pt x="44856" y="575034"/>
                  </a:lnTo>
                  <a:lnTo>
                    <a:pt x="10774" y="532539"/>
                  </a:lnTo>
                  <a:lnTo>
                    <a:pt x="0" y="517914"/>
                  </a:lnTo>
                  <a:lnTo>
                    <a:pt x="718301" y="0"/>
                  </a:lnTo>
                  <a:lnTo>
                    <a:pt x="1035644" y="826731"/>
                  </a:lnTo>
                  <a:lnTo>
                    <a:pt x="1018619" y="833067"/>
                  </a:lnTo>
                  <a:lnTo>
                    <a:pt x="966830" y="849955"/>
                  </a:lnTo>
                  <a:lnTo>
                    <a:pt x="914100" y="863628"/>
                  </a:lnTo>
                  <a:lnTo>
                    <a:pt x="860621" y="874034"/>
                  </a:lnTo>
                  <a:lnTo>
                    <a:pt x="806604" y="881132"/>
                  </a:lnTo>
                  <a:lnTo>
                    <a:pt x="752260" y="884894"/>
                  </a:lnTo>
                  <a:lnTo>
                    <a:pt x="715944" y="885543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544077" y="2031619"/>
              <a:ext cx="885825" cy="934719"/>
            </a:xfrm>
            <a:custGeom>
              <a:avLst/>
              <a:gdLst/>
              <a:ahLst/>
              <a:cxnLst/>
              <a:rect l="l" t="t" r="r" b="b"/>
              <a:pathLst>
                <a:path w="885825" h="934719">
                  <a:moveTo>
                    <a:pt x="167245" y="934219"/>
                  </a:moveTo>
                  <a:lnTo>
                    <a:pt x="132949" y="882989"/>
                  </a:lnTo>
                  <a:lnTo>
                    <a:pt x="102305" y="829494"/>
                  </a:lnTo>
                  <a:lnTo>
                    <a:pt x="75453" y="773999"/>
                  </a:lnTo>
                  <a:lnTo>
                    <a:pt x="52532" y="716768"/>
                  </a:lnTo>
                  <a:lnTo>
                    <a:pt x="33643" y="658083"/>
                  </a:lnTo>
                  <a:lnTo>
                    <a:pt x="18888" y="598224"/>
                  </a:lnTo>
                  <a:lnTo>
                    <a:pt x="8328" y="537485"/>
                  </a:lnTo>
                  <a:lnTo>
                    <a:pt x="2025" y="476158"/>
                  </a:lnTo>
                  <a:lnTo>
                    <a:pt x="0" y="414541"/>
                  </a:lnTo>
                  <a:lnTo>
                    <a:pt x="598" y="383736"/>
                  </a:lnTo>
                  <a:lnTo>
                    <a:pt x="5012" y="322206"/>
                  </a:lnTo>
                  <a:lnTo>
                    <a:pt x="13687" y="261207"/>
                  </a:lnTo>
                  <a:lnTo>
                    <a:pt x="26600" y="200886"/>
                  </a:lnTo>
                  <a:lnTo>
                    <a:pt x="43658" y="141682"/>
                  </a:lnTo>
                  <a:lnTo>
                    <a:pt x="64819" y="83738"/>
                  </a:lnTo>
                  <a:lnTo>
                    <a:pt x="89930" y="27474"/>
                  </a:lnTo>
                  <a:lnTo>
                    <a:pt x="103957" y="0"/>
                  </a:lnTo>
                  <a:lnTo>
                    <a:pt x="885546" y="416305"/>
                  </a:lnTo>
                  <a:lnTo>
                    <a:pt x="167245" y="934219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648035" y="1562378"/>
              <a:ext cx="781685" cy="885825"/>
            </a:xfrm>
            <a:custGeom>
              <a:avLst/>
              <a:gdLst/>
              <a:ahLst/>
              <a:cxnLst/>
              <a:rect l="l" t="t" r="r" b="b"/>
              <a:pathLst>
                <a:path w="781684" h="885825">
                  <a:moveTo>
                    <a:pt x="781589" y="885546"/>
                  </a:moveTo>
                  <a:lnTo>
                    <a:pt x="0" y="469241"/>
                  </a:lnTo>
                  <a:lnTo>
                    <a:pt x="14519" y="443055"/>
                  </a:lnTo>
                  <a:lnTo>
                    <a:pt x="29897" y="417405"/>
                  </a:lnTo>
                  <a:lnTo>
                    <a:pt x="63231" y="367710"/>
                  </a:lnTo>
                  <a:lnTo>
                    <a:pt x="99841" y="320377"/>
                  </a:lnTo>
                  <a:lnTo>
                    <a:pt x="139568" y="275627"/>
                  </a:lnTo>
                  <a:lnTo>
                    <a:pt x="182223" y="233659"/>
                  </a:lnTo>
                  <a:lnTo>
                    <a:pt x="227618" y="194671"/>
                  </a:lnTo>
                  <a:lnTo>
                    <a:pt x="275539" y="158834"/>
                  </a:lnTo>
                  <a:lnTo>
                    <a:pt x="325774" y="126319"/>
                  </a:lnTo>
                  <a:lnTo>
                    <a:pt x="378088" y="97267"/>
                  </a:lnTo>
                  <a:lnTo>
                    <a:pt x="432246" y="71819"/>
                  </a:lnTo>
                  <a:lnTo>
                    <a:pt x="487998" y="50082"/>
                  </a:lnTo>
                  <a:lnTo>
                    <a:pt x="545092" y="32164"/>
                  </a:lnTo>
                  <a:lnTo>
                    <a:pt x="603264" y="18138"/>
                  </a:lnTo>
                  <a:lnTo>
                    <a:pt x="662252" y="8077"/>
                  </a:lnTo>
                  <a:lnTo>
                    <a:pt x="721783" y="2019"/>
                  </a:lnTo>
                  <a:lnTo>
                    <a:pt x="781589" y="0"/>
                  </a:lnTo>
                  <a:lnTo>
                    <a:pt x="781589" y="88554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378182" y="1593795"/>
              <a:ext cx="2030730" cy="1809114"/>
            </a:xfrm>
            <a:custGeom>
              <a:avLst/>
              <a:gdLst/>
              <a:ahLst/>
              <a:cxnLst/>
              <a:rect l="l" t="t" r="r" b="b"/>
              <a:pathLst>
                <a:path w="2030729" h="1809114">
                  <a:moveTo>
                    <a:pt x="1638356" y="161726"/>
                  </a:moveTo>
                  <a:lnTo>
                    <a:pt x="1695616" y="94174"/>
                  </a:lnTo>
                  <a:lnTo>
                    <a:pt x="1809916" y="94174"/>
                  </a:lnTo>
                </a:path>
                <a:path w="2030729" h="1809114">
                  <a:moveTo>
                    <a:pt x="1839205" y="1305039"/>
                  </a:moveTo>
                  <a:lnTo>
                    <a:pt x="1916060" y="1349030"/>
                  </a:lnTo>
                  <a:lnTo>
                    <a:pt x="2030360" y="1349030"/>
                  </a:lnTo>
                </a:path>
                <a:path w="2030729" h="1809114">
                  <a:moveTo>
                    <a:pt x="792066" y="1723966"/>
                  </a:moveTo>
                  <a:lnTo>
                    <a:pt x="766761" y="1808828"/>
                  </a:lnTo>
                  <a:lnTo>
                    <a:pt x="652461" y="1808828"/>
                  </a:lnTo>
                </a:path>
                <a:path w="2030729" h="1809114">
                  <a:moveTo>
                    <a:pt x="197601" y="1162104"/>
                  </a:moveTo>
                  <a:lnTo>
                    <a:pt x="114299" y="1192151"/>
                  </a:lnTo>
                  <a:lnTo>
                    <a:pt x="0" y="1192151"/>
                  </a:lnTo>
                </a:path>
                <a:path w="2030729" h="1809114">
                  <a:moveTo>
                    <a:pt x="584231" y="75922"/>
                  </a:moveTo>
                  <a:lnTo>
                    <a:pt x="538649" y="0"/>
                  </a:lnTo>
                  <a:lnTo>
                    <a:pt x="424349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226198" y="1608594"/>
            <a:ext cx="849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3,78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(22,38%)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46642" y="2863451"/>
            <a:ext cx="849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3,68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(21,79%)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56130" y="3323248"/>
            <a:ext cx="849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3,53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(20,89%)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51752" y="2706571"/>
            <a:ext cx="7010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 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(17,73%)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8018" y="1514420"/>
            <a:ext cx="849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2,91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(17,21%)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516234" y="2001901"/>
            <a:ext cx="95250" cy="1057275"/>
            <a:chOff x="10516234" y="2001901"/>
            <a:chExt cx="95250" cy="105727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6234" y="2001901"/>
              <a:ext cx="95249" cy="952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6234" y="2249551"/>
              <a:ext cx="95249" cy="952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16234" y="2487676"/>
              <a:ext cx="95249" cy="952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6234" y="2725801"/>
              <a:ext cx="95249" cy="9524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6234" y="2963926"/>
              <a:ext cx="95249" cy="9524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506074" y="1708143"/>
            <a:ext cx="1520825" cy="139700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r" marR="1028700">
              <a:lnSpc>
                <a:spcPct val="100000"/>
              </a:lnSpc>
              <a:spcBef>
                <a:spcPts val="475"/>
              </a:spcBef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Country</a:t>
            </a:r>
            <a:endParaRPr sz="1000">
              <a:latin typeface="Segoe UI"/>
              <a:cs typeface="Segoe UI"/>
            </a:endParaRPr>
          </a:p>
          <a:p>
            <a:pPr algn="r" marR="1019810">
              <a:lnSpc>
                <a:spcPct val="100000"/>
              </a:lnSpc>
              <a:spcBef>
                <a:spcPts val="3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1000">
              <a:latin typeface="Segoe UI"/>
              <a:cs typeface="Segoe UI"/>
            </a:endParaRPr>
          </a:p>
          <a:p>
            <a:pPr marL="124460" marR="882650">
              <a:lnSpc>
                <a:spcPct val="156300"/>
              </a:lnSpc>
              <a:spcBef>
                <a:spcPts val="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Germany Canada</a:t>
            </a:r>
            <a:endParaRPr sz="1000">
              <a:latin typeface="Segoe UI"/>
              <a:cs typeface="Segoe UI"/>
            </a:endParaRPr>
          </a:p>
          <a:p>
            <a:pPr marL="124460" marR="5080">
              <a:lnSpc>
                <a:spcPts val="1950"/>
              </a:lnSpc>
              <a:spcBef>
                <a:spcPts val="25"/>
              </a:spcBef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United</a:t>
            </a:r>
            <a:r>
              <a:rPr dirty="0" sz="1000" spc="-3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dirty="0" sz="1000" spc="-3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dirty="0" sz="1000" spc="-3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America Mexico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18147" y="4230369"/>
            <a:ext cx="7510780" cy="2856230"/>
          </a:xfrm>
          <a:custGeom>
            <a:avLst/>
            <a:gdLst/>
            <a:ahLst/>
            <a:cxnLst/>
            <a:rect l="l" t="t" r="r" b="b"/>
            <a:pathLst>
              <a:path w="7510780" h="2856229">
                <a:moveTo>
                  <a:pt x="7510272" y="0"/>
                </a:moveTo>
                <a:lnTo>
                  <a:pt x="0" y="0"/>
                </a:lnTo>
                <a:lnTo>
                  <a:pt x="0" y="102870"/>
                </a:lnTo>
                <a:lnTo>
                  <a:pt x="0" y="2646680"/>
                </a:lnTo>
                <a:lnTo>
                  <a:pt x="0" y="2856230"/>
                </a:lnTo>
                <a:lnTo>
                  <a:pt x="7510272" y="2856230"/>
                </a:lnTo>
                <a:lnTo>
                  <a:pt x="7510272" y="2646680"/>
                </a:lnTo>
                <a:lnTo>
                  <a:pt x="91440" y="2646680"/>
                </a:lnTo>
                <a:lnTo>
                  <a:pt x="91440" y="102870"/>
                </a:lnTo>
                <a:lnTo>
                  <a:pt x="7510272" y="102870"/>
                </a:lnTo>
                <a:lnTo>
                  <a:pt x="7510272" y="0"/>
                </a:lnTo>
                <a:close/>
              </a:path>
            </a:pathLst>
          </a:custGeom>
          <a:solidFill>
            <a:srgbClr val="252423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44524" y="4286313"/>
            <a:ext cx="21386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52423"/>
                </a:solidFill>
                <a:latin typeface="Tahoma"/>
                <a:cs typeface="Tahoma"/>
              </a:rPr>
              <a:t>Profit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70">
                <a:solidFill>
                  <a:srgbClr val="252423"/>
                </a:solidFill>
                <a:latin typeface="Tahoma"/>
                <a:cs typeface="Tahoma"/>
              </a:rPr>
              <a:t>Ano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76324" y="5035550"/>
            <a:ext cx="6534150" cy="803275"/>
          </a:xfrm>
          <a:custGeom>
            <a:avLst/>
            <a:gdLst/>
            <a:ahLst/>
            <a:cxnLst/>
            <a:rect l="l" t="t" r="r" b="b"/>
            <a:pathLst>
              <a:path w="6534150" h="803275">
                <a:moveTo>
                  <a:pt x="9525" y="797204"/>
                </a:moveTo>
                <a:lnTo>
                  <a:pt x="9067" y="796086"/>
                </a:lnTo>
                <a:lnTo>
                  <a:pt x="7200" y="794219"/>
                </a:lnTo>
                <a:lnTo>
                  <a:pt x="6083" y="793750"/>
                </a:lnTo>
                <a:lnTo>
                  <a:pt x="3454" y="793750"/>
                </a:lnTo>
                <a:lnTo>
                  <a:pt x="2336" y="794219"/>
                </a:lnTo>
                <a:lnTo>
                  <a:pt x="469" y="796086"/>
                </a:lnTo>
                <a:lnTo>
                  <a:pt x="0" y="797204"/>
                </a:lnTo>
                <a:lnTo>
                  <a:pt x="0" y="799833"/>
                </a:lnTo>
                <a:lnTo>
                  <a:pt x="469" y="800950"/>
                </a:lnTo>
                <a:lnTo>
                  <a:pt x="2336" y="802817"/>
                </a:lnTo>
                <a:lnTo>
                  <a:pt x="3454" y="803275"/>
                </a:lnTo>
                <a:lnTo>
                  <a:pt x="6083" y="803275"/>
                </a:lnTo>
                <a:lnTo>
                  <a:pt x="7200" y="802817"/>
                </a:lnTo>
                <a:lnTo>
                  <a:pt x="9067" y="800950"/>
                </a:lnTo>
                <a:lnTo>
                  <a:pt x="9525" y="799833"/>
                </a:lnTo>
                <a:lnTo>
                  <a:pt x="9525" y="797204"/>
                </a:lnTo>
                <a:close/>
              </a:path>
              <a:path w="6534150" h="8032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6534150" h="803275">
                <a:moveTo>
                  <a:pt x="57150" y="797204"/>
                </a:moveTo>
                <a:lnTo>
                  <a:pt x="56692" y="796086"/>
                </a:lnTo>
                <a:lnTo>
                  <a:pt x="54825" y="794219"/>
                </a:lnTo>
                <a:lnTo>
                  <a:pt x="53708" y="793750"/>
                </a:lnTo>
                <a:lnTo>
                  <a:pt x="51079" y="793750"/>
                </a:lnTo>
                <a:lnTo>
                  <a:pt x="49961" y="794219"/>
                </a:lnTo>
                <a:lnTo>
                  <a:pt x="48094" y="796086"/>
                </a:lnTo>
                <a:lnTo>
                  <a:pt x="47625" y="797204"/>
                </a:lnTo>
                <a:lnTo>
                  <a:pt x="47625" y="799833"/>
                </a:lnTo>
                <a:lnTo>
                  <a:pt x="48094" y="800950"/>
                </a:lnTo>
                <a:lnTo>
                  <a:pt x="49961" y="802817"/>
                </a:lnTo>
                <a:lnTo>
                  <a:pt x="51079" y="803275"/>
                </a:lnTo>
                <a:lnTo>
                  <a:pt x="53708" y="803275"/>
                </a:lnTo>
                <a:lnTo>
                  <a:pt x="54825" y="802817"/>
                </a:lnTo>
                <a:lnTo>
                  <a:pt x="56692" y="800950"/>
                </a:lnTo>
                <a:lnTo>
                  <a:pt x="57150" y="799833"/>
                </a:lnTo>
                <a:lnTo>
                  <a:pt x="57150" y="797204"/>
                </a:lnTo>
                <a:close/>
              </a:path>
              <a:path w="6534150" h="8032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6534150" h="803275">
                <a:moveTo>
                  <a:pt x="104775" y="797204"/>
                </a:moveTo>
                <a:lnTo>
                  <a:pt x="104317" y="796086"/>
                </a:lnTo>
                <a:lnTo>
                  <a:pt x="102450" y="794219"/>
                </a:lnTo>
                <a:lnTo>
                  <a:pt x="101333" y="793750"/>
                </a:lnTo>
                <a:lnTo>
                  <a:pt x="98704" y="793750"/>
                </a:lnTo>
                <a:lnTo>
                  <a:pt x="97586" y="794219"/>
                </a:lnTo>
                <a:lnTo>
                  <a:pt x="95719" y="796086"/>
                </a:lnTo>
                <a:lnTo>
                  <a:pt x="95250" y="797204"/>
                </a:lnTo>
                <a:lnTo>
                  <a:pt x="95250" y="799833"/>
                </a:lnTo>
                <a:lnTo>
                  <a:pt x="95719" y="800950"/>
                </a:lnTo>
                <a:lnTo>
                  <a:pt x="97586" y="802817"/>
                </a:lnTo>
                <a:lnTo>
                  <a:pt x="98704" y="803275"/>
                </a:lnTo>
                <a:lnTo>
                  <a:pt x="101333" y="803275"/>
                </a:lnTo>
                <a:lnTo>
                  <a:pt x="102450" y="802817"/>
                </a:lnTo>
                <a:lnTo>
                  <a:pt x="104317" y="800950"/>
                </a:lnTo>
                <a:lnTo>
                  <a:pt x="104775" y="799833"/>
                </a:lnTo>
                <a:lnTo>
                  <a:pt x="104775" y="797204"/>
                </a:lnTo>
                <a:close/>
              </a:path>
              <a:path w="6534150" h="8032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6534150" h="803275">
                <a:moveTo>
                  <a:pt x="152400" y="797204"/>
                </a:moveTo>
                <a:lnTo>
                  <a:pt x="151942" y="796086"/>
                </a:lnTo>
                <a:lnTo>
                  <a:pt x="150075" y="794219"/>
                </a:lnTo>
                <a:lnTo>
                  <a:pt x="148958" y="793750"/>
                </a:lnTo>
                <a:lnTo>
                  <a:pt x="146329" y="793750"/>
                </a:lnTo>
                <a:lnTo>
                  <a:pt x="145211" y="794219"/>
                </a:lnTo>
                <a:lnTo>
                  <a:pt x="143344" y="796086"/>
                </a:lnTo>
                <a:lnTo>
                  <a:pt x="142875" y="797204"/>
                </a:lnTo>
                <a:lnTo>
                  <a:pt x="142875" y="799833"/>
                </a:lnTo>
                <a:lnTo>
                  <a:pt x="143344" y="800950"/>
                </a:lnTo>
                <a:lnTo>
                  <a:pt x="145211" y="802817"/>
                </a:lnTo>
                <a:lnTo>
                  <a:pt x="146329" y="803275"/>
                </a:lnTo>
                <a:lnTo>
                  <a:pt x="148958" y="803275"/>
                </a:lnTo>
                <a:lnTo>
                  <a:pt x="150075" y="802817"/>
                </a:lnTo>
                <a:lnTo>
                  <a:pt x="151942" y="800950"/>
                </a:lnTo>
                <a:lnTo>
                  <a:pt x="152400" y="799833"/>
                </a:lnTo>
                <a:lnTo>
                  <a:pt x="152400" y="797204"/>
                </a:lnTo>
                <a:close/>
              </a:path>
              <a:path w="6534150" h="8032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6534150" h="803275">
                <a:moveTo>
                  <a:pt x="200025" y="797204"/>
                </a:moveTo>
                <a:lnTo>
                  <a:pt x="199567" y="796086"/>
                </a:lnTo>
                <a:lnTo>
                  <a:pt x="197700" y="794219"/>
                </a:lnTo>
                <a:lnTo>
                  <a:pt x="196583" y="793750"/>
                </a:lnTo>
                <a:lnTo>
                  <a:pt x="193954" y="793750"/>
                </a:lnTo>
                <a:lnTo>
                  <a:pt x="192836" y="794219"/>
                </a:lnTo>
                <a:lnTo>
                  <a:pt x="190969" y="796086"/>
                </a:lnTo>
                <a:lnTo>
                  <a:pt x="190500" y="797204"/>
                </a:lnTo>
                <a:lnTo>
                  <a:pt x="190500" y="799833"/>
                </a:lnTo>
                <a:lnTo>
                  <a:pt x="190969" y="800950"/>
                </a:lnTo>
                <a:lnTo>
                  <a:pt x="192836" y="802817"/>
                </a:lnTo>
                <a:lnTo>
                  <a:pt x="193954" y="803275"/>
                </a:lnTo>
                <a:lnTo>
                  <a:pt x="196583" y="803275"/>
                </a:lnTo>
                <a:lnTo>
                  <a:pt x="197700" y="802817"/>
                </a:lnTo>
                <a:lnTo>
                  <a:pt x="199567" y="800950"/>
                </a:lnTo>
                <a:lnTo>
                  <a:pt x="200025" y="799833"/>
                </a:lnTo>
                <a:lnTo>
                  <a:pt x="200025" y="797204"/>
                </a:lnTo>
                <a:close/>
              </a:path>
              <a:path w="6534150" h="8032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6534150" h="803275">
                <a:moveTo>
                  <a:pt x="247650" y="797204"/>
                </a:moveTo>
                <a:lnTo>
                  <a:pt x="247192" y="796086"/>
                </a:lnTo>
                <a:lnTo>
                  <a:pt x="245325" y="794219"/>
                </a:lnTo>
                <a:lnTo>
                  <a:pt x="244208" y="793750"/>
                </a:lnTo>
                <a:lnTo>
                  <a:pt x="241579" y="793750"/>
                </a:lnTo>
                <a:lnTo>
                  <a:pt x="240461" y="794219"/>
                </a:lnTo>
                <a:lnTo>
                  <a:pt x="238594" y="796086"/>
                </a:lnTo>
                <a:lnTo>
                  <a:pt x="238125" y="797204"/>
                </a:lnTo>
                <a:lnTo>
                  <a:pt x="238125" y="799833"/>
                </a:lnTo>
                <a:lnTo>
                  <a:pt x="238594" y="800950"/>
                </a:lnTo>
                <a:lnTo>
                  <a:pt x="240461" y="802817"/>
                </a:lnTo>
                <a:lnTo>
                  <a:pt x="241579" y="803275"/>
                </a:lnTo>
                <a:lnTo>
                  <a:pt x="244208" y="803275"/>
                </a:lnTo>
                <a:lnTo>
                  <a:pt x="245325" y="802817"/>
                </a:lnTo>
                <a:lnTo>
                  <a:pt x="247192" y="800950"/>
                </a:lnTo>
                <a:lnTo>
                  <a:pt x="247650" y="799833"/>
                </a:lnTo>
                <a:lnTo>
                  <a:pt x="247650" y="797204"/>
                </a:lnTo>
                <a:close/>
              </a:path>
              <a:path w="6534150" h="8032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6534150" h="803275">
                <a:moveTo>
                  <a:pt x="295275" y="797204"/>
                </a:moveTo>
                <a:lnTo>
                  <a:pt x="294817" y="796086"/>
                </a:lnTo>
                <a:lnTo>
                  <a:pt x="292950" y="794219"/>
                </a:lnTo>
                <a:lnTo>
                  <a:pt x="291833" y="793750"/>
                </a:lnTo>
                <a:lnTo>
                  <a:pt x="289204" y="793750"/>
                </a:lnTo>
                <a:lnTo>
                  <a:pt x="288086" y="794219"/>
                </a:lnTo>
                <a:lnTo>
                  <a:pt x="286219" y="796086"/>
                </a:lnTo>
                <a:lnTo>
                  <a:pt x="285750" y="797204"/>
                </a:lnTo>
                <a:lnTo>
                  <a:pt x="285750" y="799833"/>
                </a:lnTo>
                <a:lnTo>
                  <a:pt x="286219" y="800950"/>
                </a:lnTo>
                <a:lnTo>
                  <a:pt x="288086" y="802817"/>
                </a:lnTo>
                <a:lnTo>
                  <a:pt x="289204" y="803275"/>
                </a:lnTo>
                <a:lnTo>
                  <a:pt x="291833" y="803275"/>
                </a:lnTo>
                <a:lnTo>
                  <a:pt x="292950" y="802817"/>
                </a:lnTo>
                <a:lnTo>
                  <a:pt x="294817" y="800950"/>
                </a:lnTo>
                <a:lnTo>
                  <a:pt x="295275" y="799833"/>
                </a:lnTo>
                <a:lnTo>
                  <a:pt x="295275" y="797204"/>
                </a:lnTo>
                <a:close/>
              </a:path>
              <a:path w="6534150" h="8032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6534150" h="803275">
                <a:moveTo>
                  <a:pt x="342900" y="797204"/>
                </a:moveTo>
                <a:lnTo>
                  <a:pt x="342442" y="796086"/>
                </a:lnTo>
                <a:lnTo>
                  <a:pt x="340575" y="794219"/>
                </a:lnTo>
                <a:lnTo>
                  <a:pt x="339458" y="793750"/>
                </a:lnTo>
                <a:lnTo>
                  <a:pt x="336829" y="793750"/>
                </a:lnTo>
                <a:lnTo>
                  <a:pt x="335711" y="794219"/>
                </a:lnTo>
                <a:lnTo>
                  <a:pt x="333844" y="796086"/>
                </a:lnTo>
                <a:lnTo>
                  <a:pt x="333375" y="797204"/>
                </a:lnTo>
                <a:lnTo>
                  <a:pt x="333375" y="799833"/>
                </a:lnTo>
                <a:lnTo>
                  <a:pt x="333844" y="800950"/>
                </a:lnTo>
                <a:lnTo>
                  <a:pt x="335711" y="802817"/>
                </a:lnTo>
                <a:lnTo>
                  <a:pt x="336829" y="803275"/>
                </a:lnTo>
                <a:lnTo>
                  <a:pt x="339458" y="803275"/>
                </a:lnTo>
                <a:lnTo>
                  <a:pt x="340575" y="802817"/>
                </a:lnTo>
                <a:lnTo>
                  <a:pt x="342442" y="800950"/>
                </a:lnTo>
                <a:lnTo>
                  <a:pt x="342900" y="799833"/>
                </a:lnTo>
                <a:lnTo>
                  <a:pt x="342900" y="797204"/>
                </a:lnTo>
                <a:close/>
              </a:path>
              <a:path w="6534150" h="8032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6534150" h="803275">
                <a:moveTo>
                  <a:pt x="390525" y="797204"/>
                </a:moveTo>
                <a:lnTo>
                  <a:pt x="390067" y="796086"/>
                </a:lnTo>
                <a:lnTo>
                  <a:pt x="388200" y="794219"/>
                </a:lnTo>
                <a:lnTo>
                  <a:pt x="387083" y="793750"/>
                </a:lnTo>
                <a:lnTo>
                  <a:pt x="384454" y="793750"/>
                </a:lnTo>
                <a:lnTo>
                  <a:pt x="383336" y="794219"/>
                </a:lnTo>
                <a:lnTo>
                  <a:pt x="381469" y="796086"/>
                </a:lnTo>
                <a:lnTo>
                  <a:pt x="381000" y="797204"/>
                </a:lnTo>
                <a:lnTo>
                  <a:pt x="381000" y="799833"/>
                </a:lnTo>
                <a:lnTo>
                  <a:pt x="381469" y="800950"/>
                </a:lnTo>
                <a:lnTo>
                  <a:pt x="383336" y="802817"/>
                </a:lnTo>
                <a:lnTo>
                  <a:pt x="384454" y="803275"/>
                </a:lnTo>
                <a:lnTo>
                  <a:pt x="387083" y="803275"/>
                </a:lnTo>
                <a:lnTo>
                  <a:pt x="388200" y="802817"/>
                </a:lnTo>
                <a:lnTo>
                  <a:pt x="390067" y="800950"/>
                </a:lnTo>
                <a:lnTo>
                  <a:pt x="390525" y="799833"/>
                </a:lnTo>
                <a:lnTo>
                  <a:pt x="390525" y="797204"/>
                </a:lnTo>
                <a:close/>
              </a:path>
              <a:path w="6534150" h="8032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6534150" h="803275">
                <a:moveTo>
                  <a:pt x="438150" y="797204"/>
                </a:moveTo>
                <a:lnTo>
                  <a:pt x="437692" y="796086"/>
                </a:lnTo>
                <a:lnTo>
                  <a:pt x="435825" y="794219"/>
                </a:lnTo>
                <a:lnTo>
                  <a:pt x="434708" y="793750"/>
                </a:lnTo>
                <a:lnTo>
                  <a:pt x="432079" y="793750"/>
                </a:lnTo>
                <a:lnTo>
                  <a:pt x="430961" y="794219"/>
                </a:lnTo>
                <a:lnTo>
                  <a:pt x="429094" y="796086"/>
                </a:lnTo>
                <a:lnTo>
                  <a:pt x="428625" y="797204"/>
                </a:lnTo>
                <a:lnTo>
                  <a:pt x="428625" y="799833"/>
                </a:lnTo>
                <a:lnTo>
                  <a:pt x="429094" y="800950"/>
                </a:lnTo>
                <a:lnTo>
                  <a:pt x="430961" y="802817"/>
                </a:lnTo>
                <a:lnTo>
                  <a:pt x="432079" y="803275"/>
                </a:lnTo>
                <a:lnTo>
                  <a:pt x="434708" y="803275"/>
                </a:lnTo>
                <a:lnTo>
                  <a:pt x="435825" y="802817"/>
                </a:lnTo>
                <a:lnTo>
                  <a:pt x="437692" y="800950"/>
                </a:lnTo>
                <a:lnTo>
                  <a:pt x="438150" y="799833"/>
                </a:lnTo>
                <a:lnTo>
                  <a:pt x="438150" y="797204"/>
                </a:lnTo>
                <a:close/>
              </a:path>
              <a:path w="6534150" h="8032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6534150" h="803275">
                <a:moveTo>
                  <a:pt x="485775" y="797204"/>
                </a:moveTo>
                <a:lnTo>
                  <a:pt x="485317" y="796086"/>
                </a:lnTo>
                <a:lnTo>
                  <a:pt x="483450" y="794219"/>
                </a:lnTo>
                <a:lnTo>
                  <a:pt x="482333" y="793750"/>
                </a:lnTo>
                <a:lnTo>
                  <a:pt x="479704" y="793750"/>
                </a:lnTo>
                <a:lnTo>
                  <a:pt x="478586" y="794219"/>
                </a:lnTo>
                <a:lnTo>
                  <a:pt x="476719" y="796086"/>
                </a:lnTo>
                <a:lnTo>
                  <a:pt x="476250" y="797204"/>
                </a:lnTo>
                <a:lnTo>
                  <a:pt x="476250" y="799833"/>
                </a:lnTo>
                <a:lnTo>
                  <a:pt x="476719" y="800950"/>
                </a:lnTo>
                <a:lnTo>
                  <a:pt x="478586" y="802817"/>
                </a:lnTo>
                <a:lnTo>
                  <a:pt x="479704" y="803275"/>
                </a:lnTo>
                <a:lnTo>
                  <a:pt x="482333" y="803275"/>
                </a:lnTo>
                <a:lnTo>
                  <a:pt x="483450" y="802817"/>
                </a:lnTo>
                <a:lnTo>
                  <a:pt x="485317" y="800950"/>
                </a:lnTo>
                <a:lnTo>
                  <a:pt x="485775" y="799833"/>
                </a:lnTo>
                <a:lnTo>
                  <a:pt x="485775" y="797204"/>
                </a:lnTo>
                <a:close/>
              </a:path>
              <a:path w="6534150" h="8032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6534150" h="803275">
                <a:moveTo>
                  <a:pt x="533400" y="797204"/>
                </a:moveTo>
                <a:lnTo>
                  <a:pt x="532942" y="796086"/>
                </a:lnTo>
                <a:lnTo>
                  <a:pt x="531075" y="794219"/>
                </a:lnTo>
                <a:lnTo>
                  <a:pt x="529958" y="793750"/>
                </a:lnTo>
                <a:lnTo>
                  <a:pt x="527329" y="793750"/>
                </a:lnTo>
                <a:lnTo>
                  <a:pt x="526211" y="794219"/>
                </a:lnTo>
                <a:lnTo>
                  <a:pt x="524344" y="796086"/>
                </a:lnTo>
                <a:lnTo>
                  <a:pt x="523875" y="797204"/>
                </a:lnTo>
                <a:lnTo>
                  <a:pt x="523875" y="799833"/>
                </a:lnTo>
                <a:lnTo>
                  <a:pt x="524344" y="800950"/>
                </a:lnTo>
                <a:lnTo>
                  <a:pt x="526211" y="802817"/>
                </a:lnTo>
                <a:lnTo>
                  <a:pt x="527329" y="803275"/>
                </a:lnTo>
                <a:lnTo>
                  <a:pt x="529958" y="803275"/>
                </a:lnTo>
                <a:lnTo>
                  <a:pt x="531075" y="802817"/>
                </a:lnTo>
                <a:lnTo>
                  <a:pt x="532942" y="800950"/>
                </a:lnTo>
                <a:lnTo>
                  <a:pt x="533400" y="799833"/>
                </a:lnTo>
                <a:lnTo>
                  <a:pt x="533400" y="797204"/>
                </a:lnTo>
                <a:close/>
              </a:path>
              <a:path w="6534150" h="8032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6534150" h="803275">
                <a:moveTo>
                  <a:pt x="581025" y="797204"/>
                </a:moveTo>
                <a:lnTo>
                  <a:pt x="580567" y="796086"/>
                </a:lnTo>
                <a:lnTo>
                  <a:pt x="578700" y="794219"/>
                </a:lnTo>
                <a:lnTo>
                  <a:pt x="577583" y="793750"/>
                </a:lnTo>
                <a:lnTo>
                  <a:pt x="574954" y="793750"/>
                </a:lnTo>
                <a:lnTo>
                  <a:pt x="573836" y="794219"/>
                </a:lnTo>
                <a:lnTo>
                  <a:pt x="571969" y="796086"/>
                </a:lnTo>
                <a:lnTo>
                  <a:pt x="571500" y="797204"/>
                </a:lnTo>
                <a:lnTo>
                  <a:pt x="571500" y="799833"/>
                </a:lnTo>
                <a:lnTo>
                  <a:pt x="571969" y="800950"/>
                </a:lnTo>
                <a:lnTo>
                  <a:pt x="573836" y="802817"/>
                </a:lnTo>
                <a:lnTo>
                  <a:pt x="574954" y="803275"/>
                </a:lnTo>
                <a:lnTo>
                  <a:pt x="577583" y="803275"/>
                </a:lnTo>
                <a:lnTo>
                  <a:pt x="578700" y="802817"/>
                </a:lnTo>
                <a:lnTo>
                  <a:pt x="580567" y="800950"/>
                </a:lnTo>
                <a:lnTo>
                  <a:pt x="581025" y="799833"/>
                </a:lnTo>
                <a:lnTo>
                  <a:pt x="581025" y="797204"/>
                </a:lnTo>
                <a:close/>
              </a:path>
              <a:path w="6534150" h="8032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6534150" h="803275">
                <a:moveTo>
                  <a:pt x="628650" y="797204"/>
                </a:moveTo>
                <a:lnTo>
                  <a:pt x="628192" y="796086"/>
                </a:lnTo>
                <a:lnTo>
                  <a:pt x="626325" y="794219"/>
                </a:lnTo>
                <a:lnTo>
                  <a:pt x="625208" y="793750"/>
                </a:lnTo>
                <a:lnTo>
                  <a:pt x="622579" y="793750"/>
                </a:lnTo>
                <a:lnTo>
                  <a:pt x="621461" y="794219"/>
                </a:lnTo>
                <a:lnTo>
                  <a:pt x="619594" y="796086"/>
                </a:lnTo>
                <a:lnTo>
                  <a:pt x="619125" y="797204"/>
                </a:lnTo>
                <a:lnTo>
                  <a:pt x="619125" y="799833"/>
                </a:lnTo>
                <a:lnTo>
                  <a:pt x="619594" y="800950"/>
                </a:lnTo>
                <a:lnTo>
                  <a:pt x="621461" y="802817"/>
                </a:lnTo>
                <a:lnTo>
                  <a:pt x="622579" y="803275"/>
                </a:lnTo>
                <a:lnTo>
                  <a:pt x="625208" y="803275"/>
                </a:lnTo>
                <a:lnTo>
                  <a:pt x="626325" y="802817"/>
                </a:lnTo>
                <a:lnTo>
                  <a:pt x="628192" y="800950"/>
                </a:lnTo>
                <a:lnTo>
                  <a:pt x="628650" y="799833"/>
                </a:lnTo>
                <a:lnTo>
                  <a:pt x="628650" y="797204"/>
                </a:lnTo>
                <a:close/>
              </a:path>
              <a:path w="6534150" h="8032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6534150" h="803275">
                <a:moveTo>
                  <a:pt x="676275" y="797204"/>
                </a:moveTo>
                <a:lnTo>
                  <a:pt x="675817" y="796086"/>
                </a:lnTo>
                <a:lnTo>
                  <a:pt x="673950" y="794219"/>
                </a:lnTo>
                <a:lnTo>
                  <a:pt x="672833" y="793750"/>
                </a:lnTo>
                <a:lnTo>
                  <a:pt x="670204" y="793750"/>
                </a:lnTo>
                <a:lnTo>
                  <a:pt x="669086" y="794219"/>
                </a:lnTo>
                <a:lnTo>
                  <a:pt x="667219" y="796086"/>
                </a:lnTo>
                <a:lnTo>
                  <a:pt x="666750" y="797204"/>
                </a:lnTo>
                <a:lnTo>
                  <a:pt x="666750" y="799833"/>
                </a:lnTo>
                <a:lnTo>
                  <a:pt x="667219" y="800950"/>
                </a:lnTo>
                <a:lnTo>
                  <a:pt x="669086" y="802817"/>
                </a:lnTo>
                <a:lnTo>
                  <a:pt x="670204" y="803275"/>
                </a:lnTo>
                <a:lnTo>
                  <a:pt x="672833" y="803275"/>
                </a:lnTo>
                <a:lnTo>
                  <a:pt x="673950" y="802817"/>
                </a:lnTo>
                <a:lnTo>
                  <a:pt x="675817" y="800950"/>
                </a:lnTo>
                <a:lnTo>
                  <a:pt x="676275" y="799833"/>
                </a:lnTo>
                <a:lnTo>
                  <a:pt x="676275" y="797204"/>
                </a:lnTo>
                <a:close/>
              </a:path>
              <a:path w="6534150" h="8032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6534150" h="803275">
                <a:moveTo>
                  <a:pt x="723900" y="797204"/>
                </a:moveTo>
                <a:lnTo>
                  <a:pt x="723442" y="796086"/>
                </a:lnTo>
                <a:lnTo>
                  <a:pt x="721575" y="794219"/>
                </a:lnTo>
                <a:lnTo>
                  <a:pt x="720458" y="793750"/>
                </a:lnTo>
                <a:lnTo>
                  <a:pt x="717829" y="793750"/>
                </a:lnTo>
                <a:lnTo>
                  <a:pt x="716711" y="794219"/>
                </a:lnTo>
                <a:lnTo>
                  <a:pt x="714844" y="796086"/>
                </a:lnTo>
                <a:lnTo>
                  <a:pt x="714375" y="797204"/>
                </a:lnTo>
                <a:lnTo>
                  <a:pt x="714375" y="799833"/>
                </a:lnTo>
                <a:lnTo>
                  <a:pt x="714844" y="800950"/>
                </a:lnTo>
                <a:lnTo>
                  <a:pt x="716711" y="802817"/>
                </a:lnTo>
                <a:lnTo>
                  <a:pt x="717829" y="803275"/>
                </a:lnTo>
                <a:lnTo>
                  <a:pt x="720458" y="803275"/>
                </a:lnTo>
                <a:lnTo>
                  <a:pt x="721575" y="802817"/>
                </a:lnTo>
                <a:lnTo>
                  <a:pt x="723442" y="800950"/>
                </a:lnTo>
                <a:lnTo>
                  <a:pt x="723900" y="799833"/>
                </a:lnTo>
                <a:lnTo>
                  <a:pt x="723900" y="797204"/>
                </a:lnTo>
                <a:close/>
              </a:path>
              <a:path w="6534150" h="8032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6534150" h="803275">
                <a:moveTo>
                  <a:pt x="771525" y="797204"/>
                </a:moveTo>
                <a:lnTo>
                  <a:pt x="771067" y="796086"/>
                </a:lnTo>
                <a:lnTo>
                  <a:pt x="769200" y="794219"/>
                </a:lnTo>
                <a:lnTo>
                  <a:pt x="768083" y="793750"/>
                </a:lnTo>
                <a:lnTo>
                  <a:pt x="765454" y="793750"/>
                </a:lnTo>
                <a:lnTo>
                  <a:pt x="764336" y="794219"/>
                </a:lnTo>
                <a:lnTo>
                  <a:pt x="762469" y="796086"/>
                </a:lnTo>
                <a:lnTo>
                  <a:pt x="762000" y="797204"/>
                </a:lnTo>
                <a:lnTo>
                  <a:pt x="762000" y="799833"/>
                </a:lnTo>
                <a:lnTo>
                  <a:pt x="762469" y="800950"/>
                </a:lnTo>
                <a:lnTo>
                  <a:pt x="764336" y="802817"/>
                </a:lnTo>
                <a:lnTo>
                  <a:pt x="765454" y="803275"/>
                </a:lnTo>
                <a:lnTo>
                  <a:pt x="768083" y="803275"/>
                </a:lnTo>
                <a:lnTo>
                  <a:pt x="769200" y="802817"/>
                </a:lnTo>
                <a:lnTo>
                  <a:pt x="771067" y="800950"/>
                </a:lnTo>
                <a:lnTo>
                  <a:pt x="771525" y="799833"/>
                </a:lnTo>
                <a:lnTo>
                  <a:pt x="771525" y="797204"/>
                </a:lnTo>
                <a:close/>
              </a:path>
              <a:path w="6534150" h="8032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6534150" h="803275">
                <a:moveTo>
                  <a:pt x="819150" y="797204"/>
                </a:moveTo>
                <a:lnTo>
                  <a:pt x="818692" y="796086"/>
                </a:lnTo>
                <a:lnTo>
                  <a:pt x="816825" y="794219"/>
                </a:lnTo>
                <a:lnTo>
                  <a:pt x="815708" y="793750"/>
                </a:lnTo>
                <a:lnTo>
                  <a:pt x="813079" y="793750"/>
                </a:lnTo>
                <a:lnTo>
                  <a:pt x="811961" y="794219"/>
                </a:lnTo>
                <a:lnTo>
                  <a:pt x="810094" y="796086"/>
                </a:lnTo>
                <a:lnTo>
                  <a:pt x="809625" y="797204"/>
                </a:lnTo>
                <a:lnTo>
                  <a:pt x="809625" y="799833"/>
                </a:lnTo>
                <a:lnTo>
                  <a:pt x="810094" y="800950"/>
                </a:lnTo>
                <a:lnTo>
                  <a:pt x="811961" y="802817"/>
                </a:lnTo>
                <a:lnTo>
                  <a:pt x="813079" y="803275"/>
                </a:lnTo>
                <a:lnTo>
                  <a:pt x="815708" y="803275"/>
                </a:lnTo>
                <a:lnTo>
                  <a:pt x="816825" y="802817"/>
                </a:lnTo>
                <a:lnTo>
                  <a:pt x="818692" y="800950"/>
                </a:lnTo>
                <a:lnTo>
                  <a:pt x="819150" y="799833"/>
                </a:lnTo>
                <a:lnTo>
                  <a:pt x="819150" y="797204"/>
                </a:lnTo>
                <a:close/>
              </a:path>
              <a:path w="6534150" h="8032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6534150" h="803275">
                <a:moveTo>
                  <a:pt x="866775" y="797204"/>
                </a:moveTo>
                <a:lnTo>
                  <a:pt x="866317" y="796086"/>
                </a:lnTo>
                <a:lnTo>
                  <a:pt x="864450" y="794219"/>
                </a:lnTo>
                <a:lnTo>
                  <a:pt x="863333" y="793750"/>
                </a:lnTo>
                <a:lnTo>
                  <a:pt x="860704" y="793750"/>
                </a:lnTo>
                <a:lnTo>
                  <a:pt x="859586" y="794219"/>
                </a:lnTo>
                <a:lnTo>
                  <a:pt x="857719" y="796086"/>
                </a:lnTo>
                <a:lnTo>
                  <a:pt x="857250" y="797204"/>
                </a:lnTo>
                <a:lnTo>
                  <a:pt x="857250" y="799833"/>
                </a:lnTo>
                <a:lnTo>
                  <a:pt x="857719" y="800950"/>
                </a:lnTo>
                <a:lnTo>
                  <a:pt x="859586" y="802817"/>
                </a:lnTo>
                <a:lnTo>
                  <a:pt x="860704" y="803275"/>
                </a:lnTo>
                <a:lnTo>
                  <a:pt x="863333" y="803275"/>
                </a:lnTo>
                <a:lnTo>
                  <a:pt x="864450" y="802817"/>
                </a:lnTo>
                <a:lnTo>
                  <a:pt x="866317" y="800950"/>
                </a:lnTo>
                <a:lnTo>
                  <a:pt x="866775" y="799833"/>
                </a:lnTo>
                <a:lnTo>
                  <a:pt x="866775" y="797204"/>
                </a:lnTo>
                <a:close/>
              </a:path>
              <a:path w="6534150" h="8032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6534150" h="803275">
                <a:moveTo>
                  <a:pt x="914400" y="797204"/>
                </a:moveTo>
                <a:lnTo>
                  <a:pt x="913942" y="796086"/>
                </a:lnTo>
                <a:lnTo>
                  <a:pt x="912075" y="794219"/>
                </a:lnTo>
                <a:lnTo>
                  <a:pt x="910958" y="793750"/>
                </a:lnTo>
                <a:lnTo>
                  <a:pt x="908329" y="793750"/>
                </a:lnTo>
                <a:lnTo>
                  <a:pt x="907211" y="794219"/>
                </a:lnTo>
                <a:lnTo>
                  <a:pt x="905344" y="796086"/>
                </a:lnTo>
                <a:lnTo>
                  <a:pt x="904875" y="797204"/>
                </a:lnTo>
                <a:lnTo>
                  <a:pt x="904875" y="799833"/>
                </a:lnTo>
                <a:lnTo>
                  <a:pt x="905344" y="800950"/>
                </a:lnTo>
                <a:lnTo>
                  <a:pt x="907211" y="802817"/>
                </a:lnTo>
                <a:lnTo>
                  <a:pt x="908329" y="803275"/>
                </a:lnTo>
                <a:lnTo>
                  <a:pt x="910958" y="803275"/>
                </a:lnTo>
                <a:lnTo>
                  <a:pt x="912075" y="802817"/>
                </a:lnTo>
                <a:lnTo>
                  <a:pt x="913942" y="800950"/>
                </a:lnTo>
                <a:lnTo>
                  <a:pt x="914400" y="799833"/>
                </a:lnTo>
                <a:lnTo>
                  <a:pt x="914400" y="797204"/>
                </a:lnTo>
                <a:close/>
              </a:path>
              <a:path w="6534150" h="8032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6534150" h="803275">
                <a:moveTo>
                  <a:pt x="962025" y="797204"/>
                </a:moveTo>
                <a:lnTo>
                  <a:pt x="961567" y="796086"/>
                </a:lnTo>
                <a:lnTo>
                  <a:pt x="959700" y="794219"/>
                </a:lnTo>
                <a:lnTo>
                  <a:pt x="958583" y="793750"/>
                </a:lnTo>
                <a:lnTo>
                  <a:pt x="955954" y="793750"/>
                </a:lnTo>
                <a:lnTo>
                  <a:pt x="954836" y="794219"/>
                </a:lnTo>
                <a:lnTo>
                  <a:pt x="952969" y="796086"/>
                </a:lnTo>
                <a:lnTo>
                  <a:pt x="952500" y="797204"/>
                </a:lnTo>
                <a:lnTo>
                  <a:pt x="952500" y="799833"/>
                </a:lnTo>
                <a:lnTo>
                  <a:pt x="952969" y="800950"/>
                </a:lnTo>
                <a:lnTo>
                  <a:pt x="954836" y="802817"/>
                </a:lnTo>
                <a:lnTo>
                  <a:pt x="955954" y="803275"/>
                </a:lnTo>
                <a:lnTo>
                  <a:pt x="958583" y="803275"/>
                </a:lnTo>
                <a:lnTo>
                  <a:pt x="959700" y="802817"/>
                </a:lnTo>
                <a:lnTo>
                  <a:pt x="961567" y="800950"/>
                </a:lnTo>
                <a:lnTo>
                  <a:pt x="962025" y="799833"/>
                </a:lnTo>
                <a:lnTo>
                  <a:pt x="962025" y="797204"/>
                </a:lnTo>
                <a:close/>
              </a:path>
              <a:path w="6534150" h="8032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6534150" h="803275">
                <a:moveTo>
                  <a:pt x="1009650" y="797204"/>
                </a:moveTo>
                <a:lnTo>
                  <a:pt x="1009192" y="796086"/>
                </a:lnTo>
                <a:lnTo>
                  <a:pt x="1007325" y="794219"/>
                </a:lnTo>
                <a:lnTo>
                  <a:pt x="1006208" y="793750"/>
                </a:lnTo>
                <a:lnTo>
                  <a:pt x="1003579" y="793750"/>
                </a:lnTo>
                <a:lnTo>
                  <a:pt x="1002461" y="794219"/>
                </a:lnTo>
                <a:lnTo>
                  <a:pt x="1000594" y="796086"/>
                </a:lnTo>
                <a:lnTo>
                  <a:pt x="1000125" y="797204"/>
                </a:lnTo>
                <a:lnTo>
                  <a:pt x="1000125" y="799833"/>
                </a:lnTo>
                <a:lnTo>
                  <a:pt x="1000594" y="800950"/>
                </a:lnTo>
                <a:lnTo>
                  <a:pt x="1002461" y="802817"/>
                </a:lnTo>
                <a:lnTo>
                  <a:pt x="1003579" y="803275"/>
                </a:lnTo>
                <a:lnTo>
                  <a:pt x="1006208" y="803275"/>
                </a:lnTo>
                <a:lnTo>
                  <a:pt x="1007325" y="802817"/>
                </a:lnTo>
                <a:lnTo>
                  <a:pt x="1009192" y="800950"/>
                </a:lnTo>
                <a:lnTo>
                  <a:pt x="1009650" y="799833"/>
                </a:lnTo>
                <a:lnTo>
                  <a:pt x="1009650" y="797204"/>
                </a:lnTo>
                <a:close/>
              </a:path>
              <a:path w="6534150" h="8032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6534150" h="803275">
                <a:moveTo>
                  <a:pt x="1057275" y="797204"/>
                </a:moveTo>
                <a:lnTo>
                  <a:pt x="1056817" y="796086"/>
                </a:lnTo>
                <a:lnTo>
                  <a:pt x="1054950" y="794219"/>
                </a:lnTo>
                <a:lnTo>
                  <a:pt x="1053833" y="793750"/>
                </a:lnTo>
                <a:lnTo>
                  <a:pt x="1051204" y="793750"/>
                </a:lnTo>
                <a:lnTo>
                  <a:pt x="1050086" y="794219"/>
                </a:lnTo>
                <a:lnTo>
                  <a:pt x="1048219" y="796086"/>
                </a:lnTo>
                <a:lnTo>
                  <a:pt x="1047750" y="797204"/>
                </a:lnTo>
                <a:lnTo>
                  <a:pt x="1047750" y="799833"/>
                </a:lnTo>
                <a:lnTo>
                  <a:pt x="1048219" y="800950"/>
                </a:lnTo>
                <a:lnTo>
                  <a:pt x="1050086" y="802817"/>
                </a:lnTo>
                <a:lnTo>
                  <a:pt x="1051204" y="803275"/>
                </a:lnTo>
                <a:lnTo>
                  <a:pt x="1053833" y="803275"/>
                </a:lnTo>
                <a:lnTo>
                  <a:pt x="1054950" y="802817"/>
                </a:lnTo>
                <a:lnTo>
                  <a:pt x="1056817" y="800950"/>
                </a:lnTo>
                <a:lnTo>
                  <a:pt x="1057275" y="799833"/>
                </a:lnTo>
                <a:lnTo>
                  <a:pt x="1057275" y="797204"/>
                </a:lnTo>
                <a:close/>
              </a:path>
              <a:path w="6534150" h="8032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6534150" h="803275">
                <a:moveTo>
                  <a:pt x="1104900" y="797204"/>
                </a:moveTo>
                <a:lnTo>
                  <a:pt x="1104442" y="796086"/>
                </a:lnTo>
                <a:lnTo>
                  <a:pt x="1102575" y="794219"/>
                </a:lnTo>
                <a:lnTo>
                  <a:pt x="1101458" y="793750"/>
                </a:lnTo>
                <a:lnTo>
                  <a:pt x="1098829" y="793750"/>
                </a:lnTo>
                <a:lnTo>
                  <a:pt x="1097711" y="794219"/>
                </a:lnTo>
                <a:lnTo>
                  <a:pt x="1095844" y="796086"/>
                </a:lnTo>
                <a:lnTo>
                  <a:pt x="1095375" y="797204"/>
                </a:lnTo>
                <a:lnTo>
                  <a:pt x="1095375" y="799833"/>
                </a:lnTo>
                <a:lnTo>
                  <a:pt x="1095844" y="800950"/>
                </a:lnTo>
                <a:lnTo>
                  <a:pt x="1097711" y="802817"/>
                </a:lnTo>
                <a:lnTo>
                  <a:pt x="1098829" y="803275"/>
                </a:lnTo>
                <a:lnTo>
                  <a:pt x="1101458" y="803275"/>
                </a:lnTo>
                <a:lnTo>
                  <a:pt x="1102575" y="802817"/>
                </a:lnTo>
                <a:lnTo>
                  <a:pt x="1104442" y="800950"/>
                </a:lnTo>
                <a:lnTo>
                  <a:pt x="1104900" y="799833"/>
                </a:lnTo>
                <a:lnTo>
                  <a:pt x="1104900" y="797204"/>
                </a:lnTo>
                <a:close/>
              </a:path>
              <a:path w="6534150" h="8032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6534150" h="803275">
                <a:moveTo>
                  <a:pt x="1152525" y="797204"/>
                </a:moveTo>
                <a:lnTo>
                  <a:pt x="1152067" y="796086"/>
                </a:lnTo>
                <a:lnTo>
                  <a:pt x="1150200" y="794219"/>
                </a:lnTo>
                <a:lnTo>
                  <a:pt x="1149083" y="793750"/>
                </a:lnTo>
                <a:lnTo>
                  <a:pt x="1146454" y="793750"/>
                </a:lnTo>
                <a:lnTo>
                  <a:pt x="1145336" y="794219"/>
                </a:lnTo>
                <a:lnTo>
                  <a:pt x="1143469" y="796086"/>
                </a:lnTo>
                <a:lnTo>
                  <a:pt x="1143000" y="797204"/>
                </a:lnTo>
                <a:lnTo>
                  <a:pt x="1143000" y="799833"/>
                </a:lnTo>
                <a:lnTo>
                  <a:pt x="1143469" y="800950"/>
                </a:lnTo>
                <a:lnTo>
                  <a:pt x="1145336" y="802817"/>
                </a:lnTo>
                <a:lnTo>
                  <a:pt x="1146454" y="803275"/>
                </a:lnTo>
                <a:lnTo>
                  <a:pt x="1149083" y="803275"/>
                </a:lnTo>
                <a:lnTo>
                  <a:pt x="1150200" y="802817"/>
                </a:lnTo>
                <a:lnTo>
                  <a:pt x="1152067" y="800950"/>
                </a:lnTo>
                <a:lnTo>
                  <a:pt x="1152525" y="799833"/>
                </a:lnTo>
                <a:lnTo>
                  <a:pt x="1152525" y="797204"/>
                </a:lnTo>
                <a:close/>
              </a:path>
              <a:path w="6534150" h="8032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6534150" h="803275">
                <a:moveTo>
                  <a:pt x="1200150" y="797204"/>
                </a:moveTo>
                <a:lnTo>
                  <a:pt x="1199692" y="796086"/>
                </a:lnTo>
                <a:lnTo>
                  <a:pt x="1197825" y="794219"/>
                </a:lnTo>
                <a:lnTo>
                  <a:pt x="1196708" y="793750"/>
                </a:lnTo>
                <a:lnTo>
                  <a:pt x="1194079" y="793750"/>
                </a:lnTo>
                <a:lnTo>
                  <a:pt x="1192961" y="794219"/>
                </a:lnTo>
                <a:lnTo>
                  <a:pt x="1191094" y="796086"/>
                </a:lnTo>
                <a:lnTo>
                  <a:pt x="1190625" y="797204"/>
                </a:lnTo>
                <a:lnTo>
                  <a:pt x="1190625" y="799833"/>
                </a:lnTo>
                <a:lnTo>
                  <a:pt x="1191094" y="800950"/>
                </a:lnTo>
                <a:lnTo>
                  <a:pt x="1192961" y="802817"/>
                </a:lnTo>
                <a:lnTo>
                  <a:pt x="1194079" y="803275"/>
                </a:lnTo>
                <a:lnTo>
                  <a:pt x="1196708" y="803275"/>
                </a:lnTo>
                <a:lnTo>
                  <a:pt x="1197825" y="802817"/>
                </a:lnTo>
                <a:lnTo>
                  <a:pt x="1199692" y="800950"/>
                </a:lnTo>
                <a:lnTo>
                  <a:pt x="1200150" y="799833"/>
                </a:lnTo>
                <a:lnTo>
                  <a:pt x="1200150" y="797204"/>
                </a:lnTo>
                <a:close/>
              </a:path>
              <a:path w="6534150" h="8032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6534150" h="803275">
                <a:moveTo>
                  <a:pt x="1247775" y="797204"/>
                </a:moveTo>
                <a:lnTo>
                  <a:pt x="1247317" y="796086"/>
                </a:lnTo>
                <a:lnTo>
                  <a:pt x="1245450" y="794219"/>
                </a:lnTo>
                <a:lnTo>
                  <a:pt x="1244333" y="793750"/>
                </a:lnTo>
                <a:lnTo>
                  <a:pt x="1241704" y="793750"/>
                </a:lnTo>
                <a:lnTo>
                  <a:pt x="1240586" y="794219"/>
                </a:lnTo>
                <a:lnTo>
                  <a:pt x="1238719" y="796086"/>
                </a:lnTo>
                <a:lnTo>
                  <a:pt x="1238250" y="797204"/>
                </a:lnTo>
                <a:lnTo>
                  <a:pt x="1238250" y="799833"/>
                </a:lnTo>
                <a:lnTo>
                  <a:pt x="1238719" y="800950"/>
                </a:lnTo>
                <a:lnTo>
                  <a:pt x="1240586" y="802817"/>
                </a:lnTo>
                <a:lnTo>
                  <a:pt x="1241704" y="803275"/>
                </a:lnTo>
                <a:lnTo>
                  <a:pt x="1244333" y="803275"/>
                </a:lnTo>
                <a:lnTo>
                  <a:pt x="1245450" y="802817"/>
                </a:lnTo>
                <a:lnTo>
                  <a:pt x="1247317" y="800950"/>
                </a:lnTo>
                <a:lnTo>
                  <a:pt x="1247775" y="799833"/>
                </a:lnTo>
                <a:lnTo>
                  <a:pt x="1247775" y="797204"/>
                </a:lnTo>
                <a:close/>
              </a:path>
              <a:path w="6534150" h="8032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6534150" h="803275">
                <a:moveTo>
                  <a:pt x="1295400" y="797204"/>
                </a:moveTo>
                <a:lnTo>
                  <a:pt x="1294942" y="796086"/>
                </a:lnTo>
                <a:lnTo>
                  <a:pt x="1293075" y="794219"/>
                </a:lnTo>
                <a:lnTo>
                  <a:pt x="1291958" y="793750"/>
                </a:lnTo>
                <a:lnTo>
                  <a:pt x="1289329" y="793750"/>
                </a:lnTo>
                <a:lnTo>
                  <a:pt x="1288211" y="794219"/>
                </a:lnTo>
                <a:lnTo>
                  <a:pt x="1286344" y="796086"/>
                </a:lnTo>
                <a:lnTo>
                  <a:pt x="1285875" y="797204"/>
                </a:lnTo>
                <a:lnTo>
                  <a:pt x="1285875" y="799833"/>
                </a:lnTo>
                <a:lnTo>
                  <a:pt x="1286344" y="800950"/>
                </a:lnTo>
                <a:lnTo>
                  <a:pt x="1288211" y="802817"/>
                </a:lnTo>
                <a:lnTo>
                  <a:pt x="1289329" y="803275"/>
                </a:lnTo>
                <a:lnTo>
                  <a:pt x="1291958" y="803275"/>
                </a:lnTo>
                <a:lnTo>
                  <a:pt x="1293075" y="802817"/>
                </a:lnTo>
                <a:lnTo>
                  <a:pt x="1294942" y="800950"/>
                </a:lnTo>
                <a:lnTo>
                  <a:pt x="1295400" y="799833"/>
                </a:lnTo>
                <a:lnTo>
                  <a:pt x="1295400" y="797204"/>
                </a:lnTo>
                <a:close/>
              </a:path>
              <a:path w="6534150" h="8032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6534150" h="803275">
                <a:moveTo>
                  <a:pt x="1343025" y="797204"/>
                </a:moveTo>
                <a:lnTo>
                  <a:pt x="1342567" y="796086"/>
                </a:lnTo>
                <a:lnTo>
                  <a:pt x="1340700" y="794219"/>
                </a:lnTo>
                <a:lnTo>
                  <a:pt x="1339583" y="793750"/>
                </a:lnTo>
                <a:lnTo>
                  <a:pt x="1336954" y="793750"/>
                </a:lnTo>
                <a:lnTo>
                  <a:pt x="1335836" y="794219"/>
                </a:lnTo>
                <a:lnTo>
                  <a:pt x="1333969" y="796086"/>
                </a:lnTo>
                <a:lnTo>
                  <a:pt x="1333500" y="797204"/>
                </a:lnTo>
                <a:lnTo>
                  <a:pt x="1333500" y="799833"/>
                </a:lnTo>
                <a:lnTo>
                  <a:pt x="1333969" y="800950"/>
                </a:lnTo>
                <a:lnTo>
                  <a:pt x="1335836" y="802817"/>
                </a:lnTo>
                <a:lnTo>
                  <a:pt x="1336954" y="803275"/>
                </a:lnTo>
                <a:lnTo>
                  <a:pt x="1339583" y="803275"/>
                </a:lnTo>
                <a:lnTo>
                  <a:pt x="1340700" y="802817"/>
                </a:lnTo>
                <a:lnTo>
                  <a:pt x="1342567" y="800950"/>
                </a:lnTo>
                <a:lnTo>
                  <a:pt x="1343025" y="799833"/>
                </a:lnTo>
                <a:lnTo>
                  <a:pt x="1343025" y="797204"/>
                </a:lnTo>
                <a:close/>
              </a:path>
              <a:path w="6534150" h="8032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6534150" h="803275">
                <a:moveTo>
                  <a:pt x="1390650" y="797204"/>
                </a:moveTo>
                <a:lnTo>
                  <a:pt x="1390192" y="796086"/>
                </a:lnTo>
                <a:lnTo>
                  <a:pt x="1388325" y="794219"/>
                </a:lnTo>
                <a:lnTo>
                  <a:pt x="1387208" y="793750"/>
                </a:lnTo>
                <a:lnTo>
                  <a:pt x="1384579" y="793750"/>
                </a:lnTo>
                <a:lnTo>
                  <a:pt x="1383461" y="794219"/>
                </a:lnTo>
                <a:lnTo>
                  <a:pt x="1381594" y="796086"/>
                </a:lnTo>
                <a:lnTo>
                  <a:pt x="1381125" y="797204"/>
                </a:lnTo>
                <a:lnTo>
                  <a:pt x="1381125" y="799833"/>
                </a:lnTo>
                <a:lnTo>
                  <a:pt x="1381594" y="800950"/>
                </a:lnTo>
                <a:lnTo>
                  <a:pt x="1383461" y="802817"/>
                </a:lnTo>
                <a:lnTo>
                  <a:pt x="1384579" y="803275"/>
                </a:lnTo>
                <a:lnTo>
                  <a:pt x="1387208" y="803275"/>
                </a:lnTo>
                <a:lnTo>
                  <a:pt x="1388325" y="802817"/>
                </a:lnTo>
                <a:lnTo>
                  <a:pt x="1390192" y="800950"/>
                </a:lnTo>
                <a:lnTo>
                  <a:pt x="1390650" y="799833"/>
                </a:lnTo>
                <a:lnTo>
                  <a:pt x="1390650" y="797204"/>
                </a:lnTo>
                <a:close/>
              </a:path>
              <a:path w="6534150" h="8032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6534150" h="803275">
                <a:moveTo>
                  <a:pt x="1438275" y="797204"/>
                </a:moveTo>
                <a:lnTo>
                  <a:pt x="1437817" y="796086"/>
                </a:lnTo>
                <a:lnTo>
                  <a:pt x="1435950" y="794219"/>
                </a:lnTo>
                <a:lnTo>
                  <a:pt x="1434833" y="793750"/>
                </a:lnTo>
                <a:lnTo>
                  <a:pt x="1432204" y="793750"/>
                </a:lnTo>
                <a:lnTo>
                  <a:pt x="1431086" y="794219"/>
                </a:lnTo>
                <a:lnTo>
                  <a:pt x="1429219" y="796086"/>
                </a:lnTo>
                <a:lnTo>
                  <a:pt x="1428750" y="797204"/>
                </a:lnTo>
                <a:lnTo>
                  <a:pt x="1428750" y="799833"/>
                </a:lnTo>
                <a:lnTo>
                  <a:pt x="1429219" y="800950"/>
                </a:lnTo>
                <a:lnTo>
                  <a:pt x="1431086" y="802817"/>
                </a:lnTo>
                <a:lnTo>
                  <a:pt x="1432204" y="803275"/>
                </a:lnTo>
                <a:lnTo>
                  <a:pt x="1434833" y="803275"/>
                </a:lnTo>
                <a:lnTo>
                  <a:pt x="1435950" y="802817"/>
                </a:lnTo>
                <a:lnTo>
                  <a:pt x="1437817" y="800950"/>
                </a:lnTo>
                <a:lnTo>
                  <a:pt x="1438275" y="799833"/>
                </a:lnTo>
                <a:lnTo>
                  <a:pt x="1438275" y="797204"/>
                </a:lnTo>
                <a:close/>
              </a:path>
              <a:path w="6534150" h="8032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6534150" h="803275">
                <a:moveTo>
                  <a:pt x="1485900" y="797204"/>
                </a:moveTo>
                <a:lnTo>
                  <a:pt x="1485442" y="796086"/>
                </a:lnTo>
                <a:lnTo>
                  <a:pt x="1483575" y="794219"/>
                </a:lnTo>
                <a:lnTo>
                  <a:pt x="1482458" y="793750"/>
                </a:lnTo>
                <a:lnTo>
                  <a:pt x="1479829" y="793750"/>
                </a:lnTo>
                <a:lnTo>
                  <a:pt x="1478711" y="794219"/>
                </a:lnTo>
                <a:lnTo>
                  <a:pt x="1476844" y="796086"/>
                </a:lnTo>
                <a:lnTo>
                  <a:pt x="1476375" y="797204"/>
                </a:lnTo>
                <a:lnTo>
                  <a:pt x="1476375" y="799833"/>
                </a:lnTo>
                <a:lnTo>
                  <a:pt x="1476844" y="800950"/>
                </a:lnTo>
                <a:lnTo>
                  <a:pt x="1478711" y="802817"/>
                </a:lnTo>
                <a:lnTo>
                  <a:pt x="1479829" y="803275"/>
                </a:lnTo>
                <a:lnTo>
                  <a:pt x="1482458" y="803275"/>
                </a:lnTo>
                <a:lnTo>
                  <a:pt x="1483575" y="802817"/>
                </a:lnTo>
                <a:lnTo>
                  <a:pt x="1485442" y="800950"/>
                </a:lnTo>
                <a:lnTo>
                  <a:pt x="1485900" y="799833"/>
                </a:lnTo>
                <a:lnTo>
                  <a:pt x="1485900" y="797204"/>
                </a:lnTo>
                <a:close/>
              </a:path>
              <a:path w="6534150" h="8032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6534150" h="803275">
                <a:moveTo>
                  <a:pt x="1533525" y="797204"/>
                </a:moveTo>
                <a:lnTo>
                  <a:pt x="1533067" y="796086"/>
                </a:lnTo>
                <a:lnTo>
                  <a:pt x="1531200" y="794219"/>
                </a:lnTo>
                <a:lnTo>
                  <a:pt x="1530083" y="793750"/>
                </a:lnTo>
                <a:lnTo>
                  <a:pt x="1527454" y="793750"/>
                </a:lnTo>
                <a:lnTo>
                  <a:pt x="1526336" y="794219"/>
                </a:lnTo>
                <a:lnTo>
                  <a:pt x="1524469" y="796086"/>
                </a:lnTo>
                <a:lnTo>
                  <a:pt x="1524000" y="797204"/>
                </a:lnTo>
                <a:lnTo>
                  <a:pt x="1524000" y="799833"/>
                </a:lnTo>
                <a:lnTo>
                  <a:pt x="1524469" y="800950"/>
                </a:lnTo>
                <a:lnTo>
                  <a:pt x="1526336" y="802817"/>
                </a:lnTo>
                <a:lnTo>
                  <a:pt x="1527454" y="803275"/>
                </a:lnTo>
                <a:lnTo>
                  <a:pt x="1530083" y="803275"/>
                </a:lnTo>
                <a:lnTo>
                  <a:pt x="1531200" y="802817"/>
                </a:lnTo>
                <a:lnTo>
                  <a:pt x="1533067" y="800950"/>
                </a:lnTo>
                <a:lnTo>
                  <a:pt x="1533525" y="799833"/>
                </a:lnTo>
                <a:lnTo>
                  <a:pt x="1533525" y="797204"/>
                </a:lnTo>
                <a:close/>
              </a:path>
              <a:path w="6534150" h="8032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6534150" h="803275">
                <a:moveTo>
                  <a:pt x="1581150" y="797204"/>
                </a:moveTo>
                <a:lnTo>
                  <a:pt x="1580692" y="796086"/>
                </a:lnTo>
                <a:lnTo>
                  <a:pt x="1578825" y="794219"/>
                </a:lnTo>
                <a:lnTo>
                  <a:pt x="1577708" y="793750"/>
                </a:lnTo>
                <a:lnTo>
                  <a:pt x="1575079" y="793750"/>
                </a:lnTo>
                <a:lnTo>
                  <a:pt x="1573961" y="794219"/>
                </a:lnTo>
                <a:lnTo>
                  <a:pt x="1572094" y="796086"/>
                </a:lnTo>
                <a:lnTo>
                  <a:pt x="1571625" y="797204"/>
                </a:lnTo>
                <a:lnTo>
                  <a:pt x="1571625" y="799833"/>
                </a:lnTo>
                <a:lnTo>
                  <a:pt x="1572094" y="800950"/>
                </a:lnTo>
                <a:lnTo>
                  <a:pt x="1573961" y="802817"/>
                </a:lnTo>
                <a:lnTo>
                  <a:pt x="1575079" y="803275"/>
                </a:lnTo>
                <a:lnTo>
                  <a:pt x="1577708" y="803275"/>
                </a:lnTo>
                <a:lnTo>
                  <a:pt x="1578825" y="802817"/>
                </a:lnTo>
                <a:lnTo>
                  <a:pt x="1580692" y="800950"/>
                </a:lnTo>
                <a:lnTo>
                  <a:pt x="1581150" y="799833"/>
                </a:lnTo>
                <a:lnTo>
                  <a:pt x="1581150" y="797204"/>
                </a:lnTo>
                <a:close/>
              </a:path>
              <a:path w="6534150" h="8032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6534150" h="803275">
                <a:moveTo>
                  <a:pt x="1628775" y="797204"/>
                </a:moveTo>
                <a:lnTo>
                  <a:pt x="1628317" y="796086"/>
                </a:lnTo>
                <a:lnTo>
                  <a:pt x="1626450" y="794219"/>
                </a:lnTo>
                <a:lnTo>
                  <a:pt x="1625333" y="793750"/>
                </a:lnTo>
                <a:lnTo>
                  <a:pt x="1622704" y="793750"/>
                </a:lnTo>
                <a:lnTo>
                  <a:pt x="1621586" y="794219"/>
                </a:lnTo>
                <a:lnTo>
                  <a:pt x="1619719" y="796086"/>
                </a:lnTo>
                <a:lnTo>
                  <a:pt x="1619250" y="797204"/>
                </a:lnTo>
                <a:lnTo>
                  <a:pt x="1619250" y="799833"/>
                </a:lnTo>
                <a:lnTo>
                  <a:pt x="1619719" y="800950"/>
                </a:lnTo>
                <a:lnTo>
                  <a:pt x="1621586" y="802817"/>
                </a:lnTo>
                <a:lnTo>
                  <a:pt x="1622704" y="803275"/>
                </a:lnTo>
                <a:lnTo>
                  <a:pt x="1625333" y="803275"/>
                </a:lnTo>
                <a:lnTo>
                  <a:pt x="1626450" y="802817"/>
                </a:lnTo>
                <a:lnTo>
                  <a:pt x="1628317" y="800950"/>
                </a:lnTo>
                <a:lnTo>
                  <a:pt x="1628775" y="799833"/>
                </a:lnTo>
                <a:lnTo>
                  <a:pt x="1628775" y="797204"/>
                </a:lnTo>
                <a:close/>
              </a:path>
              <a:path w="6534150" h="8032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6534150" h="803275">
                <a:moveTo>
                  <a:pt x="1676400" y="797204"/>
                </a:moveTo>
                <a:lnTo>
                  <a:pt x="1675942" y="796086"/>
                </a:lnTo>
                <a:lnTo>
                  <a:pt x="1674075" y="794219"/>
                </a:lnTo>
                <a:lnTo>
                  <a:pt x="1672958" y="793750"/>
                </a:lnTo>
                <a:lnTo>
                  <a:pt x="1670329" y="793750"/>
                </a:lnTo>
                <a:lnTo>
                  <a:pt x="1669211" y="794219"/>
                </a:lnTo>
                <a:lnTo>
                  <a:pt x="1667344" y="796086"/>
                </a:lnTo>
                <a:lnTo>
                  <a:pt x="1666875" y="797204"/>
                </a:lnTo>
                <a:lnTo>
                  <a:pt x="1666875" y="799833"/>
                </a:lnTo>
                <a:lnTo>
                  <a:pt x="1667344" y="800950"/>
                </a:lnTo>
                <a:lnTo>
                  <a:pt x="1669211" y="802817"/>
                </a:lnTo>
                <a:lnTo>
                  <a:pt x="1670329" y="803275"/>
                </a:lnTo>
                <a:lnTo>
                  <a:pt x="1672958" y="803275"/>
                </a:lnTo>
                <a:lnTo>
                  <a:pt x="1674075" y="802817"/>
                </a:lnTo>
                <a:lnTo>
                  <a:pt x="1675942" y="800950"/>
                </a:lnTo>
                <a:lnTo>
                  <a:pt x="1676400" y="799833"/>
                </a:lnTo>
                <a:lnTo>
                  <a:pt x="1676400" y="797204"/>
                </a:lnTo>
                <a:close/>
              </a:path>
              <a:path w="6534150" h="8032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6534150" h="803275">
                <a:moveTo>
                  <a:pt x="1724025" y="797204"/>
                </a:moveTo>
                <a:lnTo>
                  <a:pt x="1723567" y="796086"/>
                </a:lnTo>
                <a:lnTo>
                  <a:pt x="1721700" y="794219"/>
                </a:lnTo>
                <a:lnTo>
                  <a:pt x="1720583" y="793750"/>
                </a:lnTo>
                <a:lnTo>
                  <a:pt x="1717954" y="793750"/>
                </a:lnTo>
                <a:lnTo>
                  <a:pt x="1716836" y="794219"/>
                </a:lnTo>
                <a:lnTo>
                  <a:pt x="1714969" y="796086"/>
                </a:lnTo>
                <a:lnTo>
                  <a:pt x="1714500" y="797204"/>
                </a:lnTo>
                <a:lnTo>
                  <a:pt x="1714500" y="799833"/>
                </a:lnTo>
                <a:lnTo>
                  <a:pt x="1714969" y="800950"/>
                </a:lnTo>
                <a:lnTo>
                  <a:pt x="1716836" y="802817"/>
                </a:lnTo>
                <a:lnTo>
                  <a:pt x="1717954" y="803275"/>
                </a:lnTo>
                <a:lnTo>
                  <a:pt x="1720583" y="803275"/>
                </a:lnTo>
                <a:lnTo>
                  <a:pt x="1721700" y="802817"/>
                </a:lnTo>
                <a:lnTo>
                  <a:pt x="1723567" y="800950"/>
                </a:lnTo>
                <a:lnTo>
                  <a:pt x="1724025" y="799833"/>
                </a:lnTo>
                <a:lnTo>
                  <a:pt x="1724025" y="797204"/>
                </a:lnTo>
                <a:close/>
              </a:path>
              <a:path w="6534150" h="8032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6534150" h="803275">
                <a:moveTo>
                  <a:pt x="1771650" y="797204"/>
                </a:moveTo>
                <a:lnTo>
                  <a:pt x="1771192" y="796086"/>
                </a:lnTo>
                <a:lnTo>
                  <a:pt x="1769325" y="794219"/>
                </a:lnTo>
                <a:lnTo>
                  <a:pt x="1768208" y="793750"/>
                </a:lnTo>
                <a:lnTo>
                  <a:pt x="1765579" y="793750"/>
                </a:lnTo>
                <a:lnTo>
                  <a:pt x="1764461" y="794219"/>
                </a:lnTo>
                <a:lnTo>
                  <a:pt x="1762594" y="796086"/>
                </a:lnTo>
                <a:lnTo>
                  <a:pt x="1762125" y="797204"/>
                </a:lnTo>
                <a:lnTo>
                  <a:pt x="1762125" y="799833"/>
                </a:lnTo>
                <a:lnTo>
                  <a:pt x="1762594" y="800950"/>
                </a:lnTo>
                <a:lnTo>
                  <a:pt x="1764461" y="802817"/>
                </a:lnTo>
                <a:lnTo>
                  <a:pt x="1765579" y="803275"/>
                </a:lnTo>
                <a:lnTo>
                  <a:pt x="1768208" y="803275"/>
                </a:lnTo>
                <a:lnTo>
                  <a:pt x="1769325" y="802817"/>
                </a:lnTo>
                <a:lnTo>
                  <a:pt x="1771192" y="800950"/>
                </a:lnTo>
                <a:lnTo>
                  <a:pt x="1771650" y="799833"/>
                </a:lnTo>
                <a:lnTo>
                  <a:pt x="1771650" y="797204"/>
                </a:lnTo>
                <a:close/>
              </a:path>
              <a:path w="6534150" h="8032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6534150" h="803275">
                <a:moveTo>
                  <a:pt x="1819275" y="797204"/>
                </a:moveTo>
                <a:lnTo>
                  <a:pt x="1818817" y="796086"/>
                </a:lnTo>
                <a:lnTo>
                  <a:pt x="1816950" y="794219"/>
                </a:lnTo>
                <a:lnTo>
                  <a:pt x="1815833" y="793750"/>
                </a:lnTo>
                <a:lnTo>
                  <a:pt x="1813204" y="793750"/>
                </a:lnTo>
                <a:lnTo>
                  <a:pt x="1812086" y="794219"/>
                </a:lnTo>
                <a:lnTo>
                  <a:pt x="1810219" y="796086"/>
                </a:lnTo>
                <a:lnTo>
                  <a:pt x="1809750" y="797204"/>
                </a:lnTo>
                <a:lnTo>
                  <a:pt x="1809750" y="799833"/>
                </a:lnTo>
                <a:lnTo>
                  <a:pt x="1810219" y="800950"/>
                </a:lnTo>
                <a:lnTo>
                  <a:pt x="1812086" y="802817"/>
                </a:lnTo>
                <a:lnTo>
                  <a:pt x="1813204" y="803275"/>
                </a:lnTo>
                <a:lnTo>
                  <a:pt x="1815833" y="803275"/>
                </a:lnTo>
                <a:lnTo>
                  <a:pt x="1816950" y="802817"/>
                </a:lnTo>
                <a:lnTo>
                  <a:pt x="1818817" y="800950"/>
                </a:lnTo>
                <a:lnTo>
                  <a:pt x="1819275" y="799833"/>
                </a:lnTo>
                <a:lnTo>
                  <a:pt x="1819275" y="797204"/>
                </a:lnTo>
                <a:close/>
              </a:path>
              <a:path w="6534150" h="8032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6534150" h="803275">
                <a:moveTo>
                  <a:pt x="1866900" y="797204"/>
                </a:moveTo>
                <a:lnTo>
                  <a:pt x="1866442" y="796086"/>
                </a:lnTo>
                <a:lnTo>
                  <a:pt x="1864575" y="794219"/>
                </a:lnTo>
                <a:lnTo>
                  <a:pt x="1863458" y="793750"/>
                </a:lnTo>
                <a:lnTo>
                  <a:pt x="1860829" y="793750"/>
                </a:lnTo>
                <a:lnTo>
                  <a:pt x="1859711" y="794219"/>
                </a:lnTo>
                <a:lnTo>
                  <a:pt x="1857844" y="796086"/>
                </a:lnTo>
                <a:lnTo>
                  <a:pt x="1857375" y="797204"/>
                </a:lnTo>
                <a:lnTo>
                  <a:pt x="1857375" y="799833"/>
                </a:lnTo>
                <a:lnTo>
                  <a:pt x="1857844" y="800950"/>
                </a:lnTo>
                <a:lnTo>
                  <a:pt x="1859711" y="802817"/>
                </a:lnTo>
                <a:lnTo>
                  <a:pt x="1860829" y="803275"/>
                </a:lnTo>
                <a:lnTo>
                  <a:pt x="1863458" y="803275"/>
                </a:lnTo>
                <a:lnTo>
                  <a:pt x="1864575" y="802817"/>
                </a:lnTo>
                <a:lnTo>
                  <a:pt x="1866442" y="800950"/>
                </a:lnTo>
                <a:lnTo>
                  <a:pt x="1866900" y="799833"/>
                </a:lnTo>
                <a:lnTo>
                  <a:pt x="1866900" y="797204"/>
                </a:lnTo>
                <a:close/>
              </a:path>
              <a:path w="6534150" h="8032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6534150" h="803275">
                <a:moveTo>
                  <a:pt x="1914525" y="797204"/>
                </a:moveTo>
                <a:lnTo>
                  <a:pt x="1914067" y="796086"/>
                </a:lnTo>
                <a:lnTo>
                  <a:pt x="1912200" y="794219"/>
                </a:lnTo>
                <a:lnTo>
                  <a:pt x="1911083" y="793750"/>
                </a:lnTo>
                <a:lnTo>
                  <a:pt x="1908454" y="793750"/>
                </a:lnTo>
                <a:lnTo>
                  <a:pt x="1907336" y="794219"/>
                </a:lnTo>
                <a:lnTo>
                  <a:pt x="1905469" y="796086"/>
                </a:lnTo>
                <a:lnTo>
                  <a:pt x="1905000" y="797204"/>
                </a:lnTo>
                <a:lnTo>
                  <a:pt x="1905000" y="799833"/>
                </a:lnTo>
                <a:lnTo>
                  <a:pt x="1905469" y="800950"/>
                </a:lnTo>
                <a:lnTo>
                  <a:pt x="1907336" y="802817"/>
                </a:lnTo>
                <a:lnTo>
                  <a:pt x="1908454" y="803275"/>
                </a:lnTo>
                <a:lnTo>
                  <a:pt x="1911083" y="803275"/>
                </a:lnTo>
                <a:lnTo>
                  <a:pt x="1912200" y="802817"/>
                </a:lnTo>
                <a:lnTo>
                  <a:pt x="1914067" y="800950"/>
                </a:lnTo>
                <a:lnTo>
                  <a:pt x="1914525" y="799833"/>
                </a:lnTo>
                <a:lnTo>
                  <a:pt x="1914525" y="797204"/>
                </a:lnTo>
                <a:close/>
              </a:path>
              <a:path w="6534150" h="8032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6534150" h="803275">
                <a:moveTo>
                  <a:pt x="1962150" y="797204"/>
                </a:moveTo>
                <a:lnTo>
                  <a:pt x="1961692" y="796086"/>
                </a:lnTo>
                <a:lnTo>
                  <a:pt x="1959825" y="794219"/>
                </a:lnTo>
                <a:lnTo>
                  <a:pt x="1958708" y="793750"/>
                </a:lnTo>
                <a:lnTo>
                  <a:pt x="1956079" y="793750"/>
                </a:lnTo>
                <a:lnTo>
                  <a:pt x="1954961" y="794219"/>
                </a:lnTo>
                <a:lnTo>
                  <a:pt x="1953094" y="796086"/>
                </a:lnTo>
                <a:lnTo>
                  <a:pt x="1952625" y="797204"/>
                </a:lnTo>
                <a:lnTo>
                  <a:pt x="1952625" y="799833"/>
                </a:lnTo>
                <a:lnTo>
                  <a:pt x="1953094" y="800950"/>
                </a:lnTo>
                <a:lnTo>
                  <a:pt x="1954961" y="802817"/>
                </a:lnTo>
                <a:lnTo>
                  <a:pt x="1956079" y="803275"/>
                </a:lnTo>
                <a:lnTo>
                  <a:pt x="1958708" y="803275"/>
                </a:lnTo>
                <a:lnTo>
                  <a:pt x="1959825" y="802817"/>
                </a:lnTo>
                <a:lnTo>
                  <a:pt x="1961692" y="800950"/>
                </a:lnTo>
                <a:lnTo>
                  <a:pt x="1962150" y="799833"/>
                </a:lnTo>
                <a:lnTo>
                  <a:pt x="1962150" y="797204"/>
                </a:lnTo>
                <a:close/>
              </a:path>
              <a:path w="6534150" h="8032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6534150" h="803275">
                <a:moveTo>
                  <a:pt x="2009775" y="797204"/>
                </a:moveTo>
                <a:lnTo>
                  <a:pt x="2009317" y="796086"/>
                </a:lnTo>
                <a:lnTo>
                  <a:pt x="2007450" y="794219"/>
                </a:lnTo>
                <a:lnTo>
                  <a:pt x="2006333" y="793750"/>
                </a:lnTo>
                <a:lnTo>
                  <a:pt x="2003704" y="793750"/>
                </a:lnTo>
                <a:lnTo>
                  <a:pt x="2002586" y="794219"/>
                </a:lnTo>
                <a:lnTo>
                  <a:pt x="2000719" y="796086"/>
                </a:lnTo>
                <a:lnTo>
                  <a:pt x="2000250" y="797204"/>
                </a:lnTo>
                <a:lnTo>
                  <a:pt x="2000250" y="799833"/>
                </a:lnTo>
                <a:lnTo>
                  <a:pt x="2000719" y="800950"/>
                </a:lnTo>
                <a:lnTo>
                  <a:pt x="2002586" y="802817"/>
                </a:lnTo>
                <a:lnTo>
                  <a:pt x="2003704" y="803275"/>
                </a:lnTo>
                <a:lnTo>
                  <a:pt x="2006333" y="803275"/>
                </a:lnTo>
                <a:lnTo>
                  <a:pt x="2007450" y="802817"/>
                </a:lnTo>
                <a:lnTo>
                  <a:pt x="2009317" y="800950"/>
                </a:lnTo>
                <a:lnTo>
                  <a:pt x="2009775" y="799833"/>
                </a:lnTo>
                <a:lnTo>
                  <a:pt x="2009775" y="797204"/>
                </a:lnTo>
                <a:close/>
              </a:path>
              <a:path w="6534150" h="8032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6534150" h="803275">
                <a:moveTo>
                  <a:pt x="2057400" y="797204"/>
                </a:moveTo>
                <a:lnTo>
                  <a:pt x="2056942" y="796086"/>
                </a:lnTo>
                <a:lnTo>
                  <a:pt x="2055075" y="794219"/>
                </a:lnTo>
                <a:lnTo>
                  <a:pt x="2053958" y="793750"/>
                </a:lnTo>
                <a:lnTo>
                  <a:pt x="2051329" y="793750"/>
                </a:lnTo>
                <a:lnTo>
                  <a:pt x="2050211" y="794219"/>
                </a:lnTo>
                <a:lnTo>
                  <a:pt x="2048344" y="796086"/>
                </a:lnTo>
                <a:lnTo>
                  <a:pt x="2047875" y="797204"/>
                </a:lnTo>
                <a:lnTo>
                  <a:pt x="2047875" y="799833"/>
                </a:lnTo>
                <a:lnTo>
                  <a:pt x="2048344" y="800950"/>
                </a:lnTo>
                <a:lnTo>
                  <a:pt x="2050211" y="802817"/>
                </a:lnTo>
                <a:lnTo>
                  <a:pt x="2051329" y="803275"/>
                </a:lnTo>
                <a:lnTo>
                  <a:pt x="2053958" y="803275"/>
                </a:lnTo>
                <a:lnTo>
                  <a:pt x="2055075" y="802817"/>
                </a:lnTo>
                <a:lnTo>
                  <a:pt x="2056942" y="800950"/>
                </a:lnTo>
                <a:lnTo>
                  <a:pt x="2057400" y="799833"/>
                </a:lnTo>
                <a:lnTo>
                  <a:pt x="2057400" y="797204"/>
                </a:lnTo>
                <a:close/>
              </a:path>
              <a:path w="6534150" h="8032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6534150" h="803275">
                <a:moveTo>
                  <a:pt x="2105025" y="797204"/>
                </a:moveTo>
                <a:lnTo>
                  <a:pt x="2104567" y="796086"/>
                </a:lnTo>
                <a:lnTo>
                  <a:pt x="2102700" y="794219"/>
                </a:lnTo>
                <a:lnTo>
                  <a:pt x="2101583" y="793750"/>
                </a:lnTo>
                <a:lnTo>
                  <a:pt x="2098954" y="793750"/>
                </a:lnTo>
                <a:lnTo>
                  <a:pt x="2097836" y="794219"/>
                </a:lnTo>
                <a:lnTo>
                  <a:pt x="2095969" y="796086"/>
                </a:lnTo>
                <a:lnTo>
                  <a:pt x="2095500" y="797204"/>
                </a:lnTo>
                <a:lnTo>
                  <a:pt x="2095500" y="799833"/>
                </a:lnTo>
                <a:lnTo>
                  <a:pt x="2095969" y="800950"/>
                </a:lnTo>
                <a:lnTo>
                  <a:pt x="2097836" y="802817"/>
                </a:lnTo>
                <a:lnTo>
                  <a:pt x="2098954" y="803275"/>
                </a:lnTo>
                <a:lnTo>
                  <a:pt x="2101583" y="803275"/>
                </a:lnTo>
                <a:lnTo>
                  <a:pt x="2102700" y="802817"/>
                </a:lnTo>
                <a:lnTo>
                  <a:pt x="2104567" y="800950"/>
                </a:lnTo>
                <a:lnTo>
                  <a:pt x="2105025" y="799833"/>
                </a:lnTo>
                <a:lnTo>
                  <a:pt x="2105025" y="797204"/>
                </a:lnTo>
                <a:close/>
              </a:path>
              <a:path w="6534150" h="8032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6534150" h="803275">
                <a:moveTo>
                  <a:pt x="2152650" y="797204"/>
                </a:moveTo>
                <a:lnTo>
                  <a:pt x="2152192" y="796086"/>
                </a:lnTo>
                <a:lnTo>
                  <a:pt x="2150326" y="794219"/>
                </a:lnTo>
                <a:lnTo>
                  <a:pt x="2149208" y="793750"/>
                </a:lnTo>
                <a:lnTo>
                  <a:pt x="2146579" y="793750"/>
                </a:lnTo>
                <a:lnTo>
                  <a:pt x="2145461" y="794219"/>
                </a:lnTo>
                <a:lnTo>
                  <a:pt x="2143595" y="796086"/>
                </a:lnTo>
                <a:lnTo>
                  <a:pt x="2143125" y="797204"/>
                </a:lnTo>
                <a:lnTo>
                  <a:pt x="2143125" y="799833"/>
                </a:lnTo>
                <a:lnTo>
                  <a:pt x="2143595" y="800950"/>
                </a:lnTo>
                <a:lnTo>
                  <a:pt x="2145461" y="802817"/>
                </a:lnTo>
                <a:lnTo>
                  <a:pt x="2146579" y="803275"/>
                </a:lnTo>
                <a:lnTo>
                  <a:pt x="2149208" y="803275"/>
                </a:lnTo>
                <a:lnTo>
                  <a:pt x="2150326" y="802817"/>
                </a:lnTo>
                <a:lnTo>
                  <a:pt x="2152192" y="800950"/>
                </a:lnTo>
                <a:lnTo>
                  <a:pt x="2152650" y="799833"/>
                </a:lnTo>
                <a:lnTo>
                  <a:pt x="2152650" y="797204"/>
                </a:lnTo>
                <a:close/>
              </a:path>
              <a:path w="6534150" h="8032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6534150" h="803275">
                <a:moveTo>
                  <a:pt x="2200275" y="797204"/>
                </a:moveTo>
                <a:lnTo>
                  <a:pt x="2199817" y="796086"/>
                </a:lnTo>
                <a:lnTo>
                  <a:pt x="2197951" y="794219"/>
                </a:lnTo>
                <a:lnTo>
                  <a:pt x="2196833" y="793750"/>
                </a:lnTo>
                <a:lnTo>
                  <a:pt x="2194204" y="793750"/>
                </a:lnTo>
                <a:lnTo>
                  <a:pt x="2193086" y="794219"/>
                </a:lnTo>
                <a:lnTo>
                  <a:pt x="2191220" y="796086"/>
                </a:lnTo>
                <a:lnTo>
                  <a:pt x="2190750" y="797204"/>
                </a:lnTo>
                <a:lnTo>
                  <a:pt x="2190750" y="799833"/>
                </a:lnTo>
                <a:lnTo>
                  <a:pt x="2191220" y="800950"/>
                </a:lnTo>
                <a:lnTo>
                  <a:pt x="2193086" y="802817"/>
                </a:lnTo>
                <a:lnTo>
                  <a:pt x="2194204" y="803275"/>
                </a:lnTo>
                <a:lnTo>
                  <a:pt x="2196833" y="803275"/>
                </a:lnTo>
                <a:lnTo>
                  <a:pt x="2197951" y="802817"/>
                </a:lnTo>
                <a:lnTo>
                  <a:pt x="2199817" y="800950"/>
                </a:lnTo>
                <a:lnTo>
                  <a:pt x="2200275" y="799833"/>
                </a:lnTo>
                <a:lnTo>
                  <a:pt x="2200275" y="797204"/>
                </a:lnTo>
                <a:close/>
              </a:path>
              <a:path w="6534150" h="8032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6534150" h="803275">
                <a:moveTo>
                  <a:pt x="2247900" y="797204"/>
                </a:moveTo>
                <a:lnTo>
                  <a:pt x="2247442" y="796086"/>
                </a:lnTo>
                <a:lnTo>
                  <a:pt x="2245576" y="794219"/>
                </a:lnTo>
                <a:lnTo>
                  <a:pt x="2244458" y="793750"/>
                </a:lnTo>
                <a:lnTo>
                  <a:pt x="2241829" y="793750"/>
                </a:lnTo>
                <a:lnTo>
                  <a:pt x="2240711" y="794219"/>
                </a:lnTo>
                <a:lnTo>
                  <a:pt x="2238845" y="796086"/>
                </a:lnTo>
                <a:lnTo>
                  <a:pt x="2238375" y="797204"/>
                </a:lnTo>
                <a:lnTo>
                  <a:pt x="2238375" y="799833"/>
                </a:lnTo>
                <a:lnTo>
                  <a:pt x="2238845" y="800950"/>
                </a:lnTo>
                <a:lnTo>
                  <a:pt x="2240711" y="802817"/>
                </a:lnTo>
                <a:lnTo>
                  <a:pt x="2241829" y="803275"/>
                </a:lnTo>
                <a:lnTo>
                  <a:pt x="2244458" y="803275"/>
                </a:lnTo>
                <a:lnTo>
                  <a:pt x="2245576" y="802817"/>
                </a:lnTo>
                <a:lnTo>
                  <a:pt x="2247442" y="800950"/>
                </a:lnTo>
                <a:lnTo>
                  <a:pt x="2247900" y="799833"/>
                </a:lnTo>
                <a:lnTo>
                  <a:pt x="2247900" y="797204"/>
                </a:lnTo>
                <a:close/>
              </a:path>
              <a:path w="6534150" h="8032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6534150" h="803275">
                <a:moveTo>
                  <a:pt x="2295525" y="797204"/>
                </a:moveTo>
                <a:lnTo>
                  <a:pt x="2295067" y="796086"/>
                </a:lnTo>
                <a:lnTo>
                  <a:pt x="2293201" y="794219"/>
                </a:lnTo>
                <a:lnTo>
                  <a:pt x="2292083" y="793750"/>
                </a:lnTo>
                <a:lnTo>
                  <a:pt x="2289454" y="793750"/>
                </a:lnTo>
                <a:lnTo>
                  <a:pt x="2288336" y="794219"/>
                </a:lnTo>
                <a:lnTo>
                  <a:pt x="2286470" y="796086"/>
                </a:lnTo>
                <a:lnTo>
                  <a:pt x="2286000" y="797204"/>
                </a:lnTo>
                <a:lnTo>
                  <a:pt x="2286000" y="799833"/>
                </a:lnTo>
                <a:lnTo>
                  <a:pt x="2286470" y="800950"/>
                </a:lnTo>
                <a:lnTo>
                  <a:pt x="2288336" y="802817"/>
                </a:lnTo>
                <a:lnTo>
                  <a:pt x="2289454" y="803275"/>
                </a:lnTo>
                <a:lnTo>
                  <a:pt x="2292083" y="803275"/>
                </a:lnTo>
                <a:lnTo>
                  <a:pt x="2293201" y="802817"/>
                </a:lnTo>
                <a:lnTo>
                  <a:pt x="2295067" y="800950"/>
                </a:lnTo>
                <a:lnTo>
                  <a:pt x="2295525" y="799833"/>
                </a:lnTo>
                <a:lnTo>
                  <a:pt x="2295525" y="797204"/>
                </a:lnTo>
                <a:close/>
              </a:path>
              <a:path w="6534150" h="8032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6534150" h="803275">
                <a:moveTo>
                  <a:pt x="2343150" y="797204"/>
                </a:moveTo>
                <a:lnTo>
                  <a:pt x="2342692" y="796086"/>
                </a:lnTo>
                <a:lnTo>
                  <a:pt x="2340826" y="794219"/>
                </a:lnTo>
                <a:lnTo>
                  <a:pt x="2339708" y="793750"/>
                </a:lnTo>
                <a:lnTo>
                  <a:pt x="2337079" y="793750"/>
                </a:lnTo>
                <a:lnTo>
                  <a:pt x="2335961" y="794219"/>
                </a:lnTo>
                <a:lnTo>
                  <a:pt x="2334095" y="796086"/>
                </a:lnTo>
                <a:lnTo>
                  <a:pt x="2333625" y="797204"/>
                </a:lnTo>
                <a:lnTo>
                  <a:pt x="2333625" y="799833"/>
                </a:lnTo>
                <a:lnTo>
                  <a:pt x="2334095" y="800950"/>
                </a:lnTo>
                <a:lnTo>
                  <a:pt x="2335961" y="802817"/>
                </a:lnTo>
                <a:lnTo>
                  <a:pt x="2337079" y="803275"/>
                </a:lnTo>
                <a:lnTo>
                  <a:pt x="2339708" y="803275"/>
                </a:lnTo>
                <a:lnTo>
                  <a:pt x="2340826" y="802817"/>
                </a:lnTo>
                <a:lnTo>
                  <a:pt x="2342692" y="800950"/>
                </a:lnTo>
                <a:lnTo>
                  <a:pt x="2343150" y="799833"/>
                </a:lnTo>
                <a:lnTo>
                  <a:pt x="2343150" y="797204"/>
                </a:lnTo>
                <a:close/>
              </a:path>
              <a:path w="6534150" h="8032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6534150" h="803275">
                <a:moveTo>
                  <a:pt x="2390775" y="797204"/>
                </a:moveTo>
                <a:lnTo>
                  <a:pt x="2390317" y="796086"/>
                </a:lnTo>
                <a:lnTo>
                  <a:pt x="2388451" y="794219"/>
                </a:lnTo>
                <a:lnTo>
                  <a:pt x="2387333" y="793750"/>
                </a:lnTo>
                <a:lnTo>
                  <a:pt x="2384704" y="793750"/>
                </a:lnTo>
                <a:lnTo>
                  <a:pt x="2383586" y="794219"/>
                </a:lnTo>
                <a:lnTo>
                  <a:pt x="2381720" y="796086"/>
                </a:lnTo>
                <a:lnTo>
                  <a:pt x="2381250" y="797204"/>
                </a:lnTo>
                <a:lnTo>
                  <a:pt x="2381250" y="799833"/>
                </a:lnTo>
                <a:lnTo>
                  <a:pt x="2381720" y="800950"/>
                </a:lnTo>
                <a:lnTo>
                  <a:pt x="2383586" y="802817"/>
                </a:lnTo>
                <a:lnTo>
                  <a:pt x="2384704" y="803275"/>
                </a:lnTo>
                <a:lnTo>
                  <a:pt x="2387333" y="803275"/>
                </a:lnTo>
                <a:lnTo>
                  <a:pt x="2388451" y="802817"/>
                </a:lnTo>
                <a:lnTo>
                  <a:pt x="2390317" y="800950"/>
                </a:lnTo>
                <a:lnTo>
                  <a:pt x="2390775" y="799833"/>
                </a:lnTo>
                <a:lnTo>
                  <a:pt x="2390775" y="797204"/>
                </a:lnTo>
                <a:close/>
              </a:path>
              <a:path w="6534150" h="8032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6534150" h="803275">
                <a:moveTo>
                  <a:pt x="2438400" y="797204"/>
                </a:moveTo>
                <a:lnTo>
                  <a:pt x="2437942" y="796086"/>
                </a:lnTo>
                <a:lnTo>
                  <a:pt x="2436076" y="794219"/>
                </a:lnTo>
                <a:lnTo>
                  <a:pt x="2434958" y="793750"/>
                </a:lnTo>
                <a:lnTo>
                  <a:pt x="2432329" y="793750"/>
                </a:lnTo>
                <a:lnTo>
                  <a:pt x="2431211" y="794219"/>
                </a:lnTo>
                <a:lnTo>
                  <a:pt x="2429345" y="796086"/>
                </a:lnTo>
                <a:lnTo>
                  <a:pt x="2428875" y="797204"/>
                </a:lnTo>
                <a:lnTo>
                  <a:pt x="2428875" y="799833"/>
                </a:lnTo>
                <a:lnTo>
                  <a:pt x="2429345" y="800950"/>
                </a:lnTo>
                <a:lnTo>
                  <a:pt x="2431211" y="802817"/>
                </a:lnTo>
                <a:lnTo>
                  <a:pt x="2432329" y="803275"/>
                </a:lnTo>
                <a:lnTo>
                  <a:pt x="2434958" y="803275"/>
                </a:lnTo>
                <a:lnTo>
                  <a:pt x="2436076" y="802817"/>
                </a:lnTo>
                <a:lnTo>
                  <a:pt x="2437942" y="800950"/>
                </a:lnTo>
                <a:lnTo>
                  <a:pt x="2438400" y="799833"/>
                </a:lnTo>
                <a:lnTo>
                  <a:pt x="2438400" y="797204"/>
                </a:lnTo>
                <a:close/>
              </a:path>
              <a:path w="6534150" h="8032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6534150" h="803275">
                <a:moveTo>
                  <a:pt x="2486025" y="797204"/>
                </a:moveTo>
                <a:lnTo>
                  <a:pt x="2485567" y="796086"/>
                </a:lnTo>
                <a:lnTo>
                  <a:pt x="2483701" y="794219"/>
                </a:lnTo>
                <a:lnTo>
                  <a:pt x="2482583" y="793750"/>
                </a:lnTo>
                <a:lnTo>
                  <a:pt x="2479954" y="793750"/>
                </a:lnTo>
                <a:lnTo>
                  <a:pt x="2478836" y="794219"/>
                </a:lnTo>
                <a:lnTo>
                  <a:pt x="2476970" y="796086"/>
                </a:lnTo>
                <a:lnTo>
                  <a:pt x="2476500" y="797204"/>
                </a:lnTo>
                <a:lnTo>
                  <a:pt x="2476500" y="799833"/>
                </a:lnTo>
                <a:lnTo>
                  <a:pt x="2476970" y="800950"/>
                </a:lnTo>
                <a:lnTo>
                  <a:pt x="2478836" y="802817"/>
                </a:lnTo>
                <a:lnTo>
                  <a:pt x="2479954" y="803275"/>
                </a:lnTo>
                <a:lnTo>
                  <a:pt x="2482583" y="803275"/>
                </a:lnTo>
                <a:lnTo>
                  <a:pt x="2483701" y="802817"/>
                </a:lnTo>
                <a:lnTo>
                  <a:pt x="2485567" y="800950"/>
                </a:lnTo>
                <a:lnTo>
                  <a:pt x="2486025" y="799833"/>
                </a:lnTo>
                <a:lnTo>
                  <a:pt x="2486025" y="797204"/>
                </a:lnTo>
                <a:close/>
              </a:path>
              <a:path w="6534150" h="8032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6534150" h="803275">
                <a:moveTo>
                  <a:pt x="2533650" y="797204"/>
                </a:moveTo>
                <a:lnTo>
                  <a:pt x="2533192" y="796086"/>
                </a:lnTo>
                <a:lnTo>
                  <a:pt x="2531326" y="794219"/>
                </a:lnTo>
                <a:lnTo>
                  <a:pt x="2530208" y="793750"/>
                </a:lnTo>
                <a:lnTo>
                  <a:pt x="2527579" y="793750"/>
                </a:lnTo>
                <a:lnTo>
                  <a:pt x="2526461" y="794219"/>
                </a:lnTo>
                <a:lnTo>
                  <a:pt x="2524595" y="796086"/>
                </a:lnTo>
                <a:lnTo>
                  <a:pt x="2524125" y="797204"/>
                </a:lnTo>
                <a:lnTo>
                  <a:pt x="2524125" y="799833"/>
                </a:lnTo>
                <a:lnTo>
                  <a:pt x="2524595" y="800950"/>
                </a:lnTo>
                <a:lnTo>
                  <a:pt x="2526461" y="802817"/>
                </a:lnTo>
                <a:lnTo>
                  <a:pt x="2527579" y="803275"/>
                </a:lnTo>
                <a:lnTo>
                  <a:pt x="2530208" y="803275"/>
                </a:lnTo>
                <a:lnTo>
                  <a:pt x="2531326" y="802817"/>
                </a:lnTo>
                <a:lnTo>
                  <a:pt x="2533192" y="800950"/>
                </a:lnTo>
                <a:lnTo>
                  <a:pt x="2533650" y="799833"/>
                </a:lnTo>
                <a:lnTo>
                  <a:pt x="2533650" y="797204"/>
                </a:lnTo>
                <a:close/>
              </a:path>
              <a:path w="6534150" h="8032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6534150" h="803275">
                <a:moveTo>
                  <a:pt x="2581275" y="797204"/>
                </a:moveTo>
                <a:lnTo>
                  <a:pt x="2580817" y="796086"/>
                </a:lnTo>
                <a:lnTo>
                  <a:pt x="2578951" y="794219"/>
                </a:lnTo>
                <a:lnTo>
                  <a:pt x="2577833" y="793750"/>
                </a:lnTo>
                <a:lnTo>
                  <a:pt x="2575204" y="793750"/>
                </a:lnTo>
                <a:lnTo>
                  <a:pt x="2574086" y="794219"/>
                </a:lnTo>
                <a:lnTo>
                  <a:pt x="2572220" y="796086"/>
                </a:lnTo>
                <a:lnTo>
                  <a:pt x="2571750" y="797204"/>
                </a:lnTo>
                <a:lnTo>
                  <a:pt x="2571750" y="799833"/>
                </a:lnTo>
                <a:lnTo>
                  <a:pt x="2572220" y="800950"/>
                </a:lnTo>
                <a:lnTo>
                  <a:pt x="2574086" y="802817"/>
                </a:lnTo>
                <a:lnTo>
                  <a:pt x="2575204" y="803275"/>
                </a:lnTo>
                <a:lnTo>
                  <a:pt x="2577833" y="803275"/>
                </a:lnTo>
                <a:lnTo>
                  <a:pt x="2578951" y="802817"/>
                </a:lnTo>
                <a:lnTo>
                  <a:pt x="2580817" y="800950"/>
                </a:lnTo>
                <a:lnTo>
                  <a:pt x="2581275" y="799833"/>
                </a:lnTo>
                <a:lnTo>
                  <a:pt x="2581275" y="797204"/>
                </a:lnTo>
                <a:close/>
              </a:path>
              <a:path w="6534150" h="8032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6534150" h="803275">
                <a:moveTo>
                  <a:pt x="2628900" y="797204"/>
                </a:moveTo>
                <a:lnTo>
                  <a:pt x="2628442" y="796086"/>
                </a:lnTo>
                <a:lnTo>
                  <a:pt x="2626576" y="794219"/>
                </a:lnTo>
                <a:lnTo>
                  <a:pt x="2625458" y="793750"/>
                </a:lnTo>
                <a:lnTo>
                  <a:pt x="2622829" y="793750"/>
                </a:lnTo>
                <a:lnTo>
                  <a:pt x="2621711" y="794219"/>
                </a:lnTo>
                <a:lnTo>
                  <a:pt x="2619845" y="796086"/>
                </a:lnTo>
                <a:lnTo>
                  <a:pt x="2619375" y="797204"/>
                </a:lnTo>
                <a:lnTo>
                  <a:pt x="2619375" y="799833"/>
                </a:lnTo>
                <a:lnTo>
                  <a:pt x="2619845" y="800950"/>
                </a:lnTo>
                <a:lnTo>
                  <a:pt x="2621711" y="802817"/>
                </a:lnTo>
                <a:lnTo>
                  <a:pt x="2622829" y="803275"/>
                </a:lnTo>
                <a:lnTo>
                  <a:pt x="2625458" y="803275"/>
                </a:lnTo>
                <a:lnTo>
                  <a:pt x="2626576" y="802817"/>
                </a:lnTo>
                <a:lnTo>
                  <a:pt x="2628442" y="800950"/>
                </a:lnTo>
                <a:lnTo>
                  <a:pt x="2628900" y="799833"/>
                </a:lnTo>
                <a:lnTo>
                  <a:pt x="2628900" y="797204"/>
                </a:lnTo>
                <a:close/>
              </a:path>
              <a:path w="6534150" h="8032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6534150" h="803275">
                <a:moveTo>
                  <a:pt x="2676525" y="797204"/>
                </a:moveTo>
                <a:lnTo>
                  <a:pt x="2676067" y="796086"/>
                </a:lnTo>
                <a:lnTo>
                  <a:pt x="2674201" y="794219"/>
                </a:lnTo>
                <a:lnTo>
                  <a:pt x="2673083" y="793750"/>
                </a:lnTo>
                <a:lnTo>
                  <a:pt x="2670454" y="793750"/>
                </a:lnTo>
                <a:lnTo>
                  <a:pt x="2669336" y="794219"/>
                </a:lnTo>
                <a:lnTo>
                  <a:pt x="2667470" y="796086"/>
                </a:lnTo>
                <a:lnTo>
                  <a:pt x="2667000" y="797204"/>
                </a:lnTo>
                <a:lnTo>
                  <a:pt x="2667000" y="799833"/>
                </a:lnTo>
                <a:lnTo>
                  <a:pt x="2667470" y="800950"/>
                </a:lnTo>
                <a:lnTo>
                  <a:pt x="2669336" y="802817"/>
                </a:lnTo>
                <a:lnTo>
                  <a:pt x="2670454" y="803275"/>
                </a:lnTo>
                <a:lnTo>
                  <a:pt x="2673083" y="803275"/>
                </a:lnTo>
                <a:lnTo>
                  <a:pt x="2674201" y="802817"/>
                </a:lnTo>
                <a:lnTo>
                  <a:pt x="2676067" y="800950"/>
                </a:lnTo>
                <a:lnTo>
                  <a:pt x="2676525" y="799833"/>
                </a:lnTo>
                <a:lnTo>
                  <a:pt x="2676525" y="797204"/>
                </a:lnTo>
                <a:close/>
              </a:path>
              <a:path w="6534150" h="8032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6534150" h="803275">
                <a:moveTo>
                  <a:pt x="2724150" y="797204"/>
                </a:moveTo>
                <a:lnTo>
                  <a:pt x="2723692" y="796086"/>
                </a:lnTo>
                <a:lnTo>
                  <a:pt x="2721826" y="794219"/>
                </a:lnTo>
                <a:lnTo>
                  <a:pt x="2720708" y="793750"/>
                </a:lnTo>
                <a:lnTo>
                  <a:pt x="2718079" y="793750"/>
                </a:lnTo>
                <a:lnTo>
                  <a:pt x="2716961" y="794219"/>
                </a:lnTo>
                <a:lnTo>
                  <a:pt x="2715095" y="796086"/>
                </a:lnTo>
                <a:lnTo>
                  <a:pt x="2714625" y="797204"/>
                </a:lnTo>
                <a:lnTo>
                  <a:pt x="2714625" y="799833"/>
                </a:lnTo>
                <a:lnTo>
                  <a:pt x="2715095" y="800950"/>
                </a:lnTo>
                <a:lnTo>
                  <a:pt x="2716961" y="802817"/>
                </a:lnTo>
                <a:lnTo>
                  <a:pt x="2718079" y="803275"/>
                </a:lnTo>
                <a:lnTo>
                  <a:pt x="2720708" y="803275"/>
                </a:lnTo>
                <a:lnTo>
                  <a:pt x="2721826" y="802817"/>
                </a:lnTo>
                <a:lnTo>
                  <a:pt x="2723692" y="800950"/>
                </a:lnTo>
                <a:lnTo>
                  <a:pt x="2724150" y="799833"/>
                </a:lnTo>
                <a:lnTo>
                  <a:pt x="2724150" y="797204"/>
                </a:lnTo>
                <a:close/>
              </a:path>
              <a:path w="6534150" h="8032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6534150" h="803275">
                <a:moveTo>
                  <a:pt x="2771775" y="797204"/>
                </a:moveTo>
                <a:lnTo>
                  <a:pt x="2771317" y="796086"/>
                </a:lnTo>
                <a:lnTo>
                  <a:pt x="2769451" y="794219"/>
                </a:lnTo>
                <a:lnTo>
                  <a:pt x="2768333" y="793750"/>
                </a:lnTo>
                <a:lnTo>
                  <a:pt x="2765704" y="793750"/>
                </a:lnTo>
                <a:lnTo>
                  <a:pt x="2764586" y="794219"/>
                </a:lnTo>
                <a:lnTo>
                  <a:pt x="2762720" y="796086"/>
                </a:lnTo>
                <a:lnTo>
                  <a:pt x="2762250" y="797204"/>
                </a:lnTo>
                <a:lnTo>
                  <a:pt x="2762250" y="799833"/>
                </a:lnTo>
                <a:lnTo>
                  <a:pt x="2762720" y="800950"/>
                </a:lnTo>
                <a:lnTo>
                  <a:pt x="2764586" y="802817"/>
                </a:lnTo>
                <a:lnTo>
                  <a:pt x="2765704" y="803275"/>
                </a:lnTo>
                <a:lnTo>
                  <a:pt x="2768333" y="803275"/>
                </a:lnTo>
                <a:lnTo>
                  <a:pt x="2769451" y="802817"/>
                </a:lnTo>
                <a:lnTo>
                  <a:pt x="2771317" y="800950"/>
                </a:lnTo>
                <a:lnTo>
                  <a:pt x="2771775" y="799833"/>
                </a:lnTo>
                <a:lnTo>
                  <a:pt x="2771775" y="797204"/>
                </a:lnTo>
                <a:close/>
              </a:path>
              <a:path w="6534150" h="8032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6534150" h="803275">
                <a:moveTo>
                  <a:pt x="2819400" y="797204"/>
                </a:moveTo>
                <a:lnTo>
                  <a:pt x="2818942" y="796086"/>
                </a:lnTo>
                <a:lnTo>
                  <a:pt x="2817076" y="794219"/>
                </a:lnTo>
                <a:lnTo>
                  <a:pt x="2815958" y="793750"/>
                </a:lnTo>
                <a:lnTo>
                  <a:pt x="2813329" y="793750"/>
                </a:lnTo>
                <a:lnTo>
                  <a:pt x="2812211" y="794219"/>
                </a:lnTo>
                <a:lnTo>
                  <a:pt x="2810345" y="796086"/>
                </a:lnTo>
                <a:lnTo>
                  <a:pt x="2809875" y="797204"/>
                </a:lnTo>
                <a:lnTo>
                  <a:pt x="2809875" y="799833"/>
                </a:lnTo>
                <a:lnTo>
                  <a:pt x="2810345" y="800950"/>
                </a:lnTo>
                <a:lnTo>
                  <a:pt x="2812211" y="802817"/>
                </a:lnTo>
                <a:lnTo>
                  <a:pt x="2813329" y="803275"/>
                </a:lnTo>
                <a:lnTo>
                  <a:pt x="2815958" y="803275"/>
                </a:lnTo>
                <a:lnTo>
                  <a:pt x="2817076" y="802817"/>
                </a:lnTo>
                <a:lnTo>
                  <a:pt x="2818942" y="800950"/>
                </a:lnTo>
                <a:lnTo>
                  <a:pt x="2819400" y="799833"/>
                </a:lnTo>
                <a:lnTo>
                  <a:pt x="2819400" y="797204"/>
                </a:lnTo>
                <a:close/>
              </a:path>
              <a:path w="6534150" h="8032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6534150" h="803275">
                <a:moveTo>
                  <a:pt x="2867025" y="797204"/>
                </a:moveTo>
                <a:lnTo>
                  <a:pt x="2866567" y="796086"/>
                </a:lnTo>
                <a:lnTo>
                  <a:pt x="2864701" y="794219"/>
                </a:lnTo>
                <a:lnTo>
                  <a:pt x="2863583" y="793750"/>
                </a:lnTo>
                <a:lnTo>
                  <a:pt x="2860954" y="793750"/>
                </a:lnTo>
                <a:lnTo>
                  <a:pt x="2859836" y="794219"/>
                </a:lnTo>
                <a:lnTo>
                  <a:pt x="2857970" y="796086"/>
                </a:lnTo>
                <a:lnTo>
                  <a:pt x="2857500" y="797204"/>
                </a:lnTo>
                <a:lnTo>
                  <a:pt x="2857500" y="799833"/>
                </a:lnTo>
                <a:lnTo>
                  <a:pt x="2857970" y="800950"/>
                </a:lnTo>
                <a:lnTo>
                  <a:pt x="2859836" y="802817"/>
                </a:lnTo>
                <a:lnTo>
                  <a:pt x="2860954" y="803275"/>
                </a:lnTo>
                <a:lnTo>
                  <a:pt x="2863583" y="803275"/>
                </a:lnTo>
                <a:lnTo>
                  <a:pt x="2864701" y="802817"/>
                </a:lnTo>
                <a:lnTo>
                  <a:pt x="2866567" y="800950"/>
                </a:lnTo>
                <a:lnTo>
                  <a:pt x="2867025" y="799833"/>
                </a:lnTo>
                <a:lnTo>
                  <a:pt x="2867025" y="797204"/>
                </a:lnTo>
                <a:close/>
              </a:path>
              <a:path w="6534150" h="8032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6534150" h="803275">
                <a:moveTo>
                  <a:pt x="2914650" y="797204"/>
                </a:moveTo>
                <a:lnTo>
                  <a:pt x="2914192" y="796086"/>
                </a:lnTo>
                <a:lnTo>
                  <a:pt x="2912326" y="794219"/>
                </a:lnTo>
                <a:lnTo>
                  <a:pt x="2911208" y="793750"/>
                </a:lnTo>
                <a:lnTo>
                  <a:pt x="2908579" y="793750"/>
                </a:lnTo>
                <a:lnTo>
                  <a:pt x="2907461" y="794219"/>
                </a:lnTo>
                <a:lnTo>
                  <a:pt x="2905595" y="796086"/>
                </a:lnTo>
                <a:lnTo>
                  <a:pt x="2905125" y="797204"/>
                </a:lnTo>
                <a:lnTo>
                  <a:pt x="2905125" y="799833"/>
                </a:lnTo>
                <a:lnTo>
                  <a:pt x="2905595" y="800950"/>
                </a:lnTo>
                <a:lnTo>
                  <a:pt x="2907461" y="802817"/>
                </a:lnTo>
                <a:lnTo>
                  <a:pt x="2908579" y="803275"/>
                </a:lnTo>
                <a:lnTo>
                  <a:pt x="2911208" y="803275"/>
                </a:lnTo>
                <a:lnTo>
                  <a:pt x="2912326" y="802817"/>
                </a:lnTo>
                <a:lnTo>
                  <a:pt x="2914192" y="800950"/>
                </a:lnTo>
                <a:lnTo>
                  <a:pt x="2914650" y="799833"/>
                </a:lnTo>
                <a:lnTo>
                  <a:pt x="2914650" y="797204"/>
                </a:lnTo>
                <a:close/>
              </a:path>
              <a:path w="6534150" h="8032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6534150" h="803275">
                <a:moveTo>
                  <a:pt x="2962275" y="797204"/>
                </a:moveTo>
                <a:lnTo>
                  <a:pt x="2961817" y="796086"/>
                </a:lnTo>
                <a:lnTo>
                  <a:pt x="2959951" y="794219"/>
                </a:lnTo>
                <a:lnTo>
                  <a:pt x="2958833" y="793750"/>
                </a:lnTo>
                <a:lnTo>
                  <a:pt x="2956204" y="793750"/>
                </a:lnTo>
                <a:lnTo>
                  <a:pt x="2955086" y="794219"/>
                </a:lnTo>
                <a:lnTo>
                  <a:pt x="2953220" y="796086"/>
                </a:lnTo>
                <a:lnTo>
                  <a:pt x="2952750" y="797204"/>
                </a:lnTo>
                <a:lnTo>
                  <a:pt x="2952750" y="799833"/>
                </a:lnTo>
                <a:lnTo>
                  <a:pt x="2953220" y="800950"/>
                </a:lnTo>
                <a:lnTo>
                  <a:pt x="2955086" y="802817"/>
                </a:lnTo>
                <a:lnTo>
                  <a:pt x="2956204" y="803275"/>
                </a:lnTo>
                <a:lnTo>
                  <a:pt x="2958833" y="803275"/>
                </a:lnTo>
                <a:lnTo>
                  <a:pt x="2959951" y="802817"/>
                </a:lnTo>
                <a:lnTo>
                  <a:pt x="2961817" y="800950"/>
                </a:lnTo>
                <a:lnTo>
                  <a:pt x="2962275" y="799833"/>
                </a:lnTo>
                <a:lnTo>
                  <a:pt x="2962275" y="797204"/>
                </a:lnTo>
                <a:close/>
              </a:path>
              <a:path w="6534150" h="8032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6534150" h="803275">
                <a:moveTo>
                  <a:pt x="3009900" y="797204"/>
                </a:moveTo>
                <a:lnTo>
                  <a:pt x="3009442" y="796086"/>
                </a:lnTo>
                <a:lnTo>
                  <a:pt x="3007576" y="794219"/>
                </a:lnTo>
                <a:lnTo>
                  <a:pt x="3006458" y="793750"/>
                </a:lnTo>
                <a:lnTo>
                  <a:pt x="3003829" y="793750"/>
                </a:lnTo>
                <a:lnTo>
                  <a:pt x="3002711" y="794219"/>
                </a:lnTo>
                <a:lnTo>
                  <a:pt x="3000845" y="796086"/>
                </a:lnTo>
                <a:lnTo>
                  <a:pt x="3000375" y="797204"/>
                </a:lnTo>
                <a:lnTo>
                  <a:pt x="3000375" y="799833"/>
                </a:lnTo>
                <a:lnTo>
                  <a:pt x="3000845" y="800950"/>
                </a:lnTo>
                <a:lnTo>
                  <a:pt x="3002711" y="802817"/>
                </a:lnTo>
                <a:lnTo>
                  <a:pt x="3003829" y="803275"/>
                </a:lnTo>
                <a:lnTo>
                  <a:pt x="3006458" y="803275"/>
                </a:lnTo>
                <a:lnTo>
                  <a:pt x="3007576" y="802817"/>
                </a:lnTo>
                <a:lnTo>
                  <a:pt x="3009442" y="800950"/>
                </a:lnTo>
                <a:lnTo>
                  <a:pt x="3009900" y="799833"/>
                </a:lnTo>
                <a:lnTo>
                  <a:pt x="3009900" y="797204"/>
                </a:lnTo>
                <a:close/>
              </a:path>
              <a:path w="6534150" h="80327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6534150" h="803275">
                <a:moveTo>
                  <a:pt x="3057525" y="797204"/>
                </a:moveTo>
                <a:lnTo>
                  <a:pt x="3057067" y="796086"/>
                </a:lnTo>
                <a:lnTo>
                  <a:pt x="3055201" y="794219"/>
                </a:lnTo>
                <a:lnTo>
                  <a:pt x="3054083" y="793750"/>
                </a:lnTo>
                <a:lnTo>
                  <a:pt x="3051454" y="793750"/>
                </a:lnTo>
                <a:lnTo>
                  <a:pt x="3050336" y="794219"/>
                </a:lnTo>
                <a:lnTo>
                  <a:pt x="3048470" y="796086"/>
                </a:lnTo>
                <a:lnTo>
                  <a:pt x="3048000" y="797204"/>
                </a:lnTo>
                <a:lnTo>
                  <a:pt x="3048000" y="799833"/>
                </a:lnTo>
                <a:lnTo>
                  <a:pt x="3048470" y="800950"/>
                </a:lnTo>
                <a:lnTo>
                  <a:pt x="3050336" y="802817"/>
                </a:lnTo>
                <a:lnTo>
                  <a:pt x="3051454" y="803275"/>
                </a:lnTo>
                <a:lnTo>
                  <a:pt x="3054083" y="803275"/>
                </a:lnTo>
                <a:lnTo>
                  <a:pt x="3055201" y="802817"/>
                </a:lnTo>
                <a:lnTo>
                  <a:pt x="3057067" y="800950"/>
                </a:lnTo>
                <a:lnTo>
                  <a:pt x="3057525" y="799833"/>
                </a:lnTo>
                <a:lnTo>
                  <a:pt x="3057525" y="797204"/>
                </a:lnTo>
                <a:close/>
              </a:path>
              <a:path w="6534150" h="80327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6534150" h="803275">
                <a:moveTo>
                  <a:pt x="3105150" y="797204"/>
                </a:moveTo>
                <a:lnTo>
                  <a:pt x="3104692" y="796086"/>
                </a:lnTo>
                <a:lnTo>
                  <a:pt x="3102826" y="794219"/>
                </a:lnTo>
                <a:lnTo>
                  <a:pt x="3101708" y="793750"/>
                </a:lnTo>
                <a:lnTo>
                  <a:pt x="3099079" y="793750"/>
                </a:lnTo>
                <a:lnTo>
                  <a:pt x="3097961" y="794219"/>
                </a:lnTo>
                <a:lnTo>
                  <a:pt x="3096095" y="796086"/>
                </a:lnTo>
                <a:lnTo>
                  <a:pt x="3095625" y="797204"/>
                </a:lnTo>
                <a:lnTo>
                  <a:pt x="3095625" y="799833"/>
                </a:lnTo>
                <a:lnTo>
                  <a:pt x="3096095" y="800950"/>
                </a:lnTo>
                <a:lnTo>
                  <a:pt x="3097961" y="802817"/>
                </a:lnTo>
                <a:lnTo>
                  <a:pt x="3099079" y="803275"/>
                </a:lnTo>
                <a:lnTo>
                  <a:pt x="3101708" y="803275"/>
                </a:lnTo>
                <a:lnTo>
                  <a:pt x="3102826" y="802817"/>
                </a:lnTo>
                <a:lnTo>
                  <a:pt x="3104692" y="800950"/>
                </a:lnTo>
                <a:lnTo>
                  <a:pt x="3105150" y="799833"/>
                </a:lnTo>
                <a:lnTo>
                  <a:pt x="3105150" y="797204"/>
                </a:lnTo>
                <a:close/>
              </a:path>
              <a:path w="6534150" h="80327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6534150" h="803275">
                <a:moveTo>
                  <a:pt x="3152775" y="797204"/>
                </a:moveTo>
                <a:lnTo>
                  <a:pt x="3152317" y="796086"/>
                </a:lnTo>
                <a:lnTo>
                  <a:pt x="3150451" y="794219"/>
                </a:lnTo>
                <a:lnTo>
                  <a:pt x="3149333" y="793750"/>
                </a:lnTo>
                <a:lnTo>
                  <a:pt x="3146704" y="793750"/>
                </a:lnTo>
                <a:lnTo>
                  <a:pt x="3145586" y="794219"/>
                </a:lnTo>
                <a:lnTo>
                  <a:pt x="3143720" y="796086"/>
                </a:lnTo>
                <a:lnTo>
                  <a:pt x="3143250" y="797204"/>
                </a:lnTo>
                <a:lnTo>
                  <a:pt x="3143250" y="799833"/>
                </a:lnTo>
                <a:lnTo>
                  <a:pt x="3143720" y="800950"/>
                </a:lnTo>
                <a:lnTo>
                  <a:pt x="3145586" y="802817"/>
                </a:lnTo>
                <a:lnTo>
                  <a:pt x="3146704" y="803275"/>
                </a:lnTo>
                <a:lnTo>
                  <a:pt x="3149333" y="803275"/>
                </a:lnTo>
                <a:lnTo>
                  <a:pt x="3150451" y="802817"/>
                </a:lnTo>
                <a:lnTo>
                  <a:pt x="3152317" y="800950"/>
                </a:lnTo>
                <a:lnTo>
                  <a:pt x="3152775" y="799833"/>
                </a:lnTo>
                <a:lnTo>
                  <a:pt x="3152775" y="797204"/>
                </a:lnTo>
                <a:close/>
              </a:path>
              <a:path w="6534150" h="80327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6534150" h="803275">
                <a:moveTo>
                  <a:pt x="3200400" y="797204"/>
                </a:moveTo>
                <a:lnTo>
                  <a:pt x="3199942" y="796086"/>
                </a:lnTo>
                <a:lnTo>
                  <a:pt x="3198076" y="794219"/>
                </a:lnTo>
                <a:lnTo>
                  <a:pt x="3196958" y="793750"/>
                </a:lnTo>
                <a:lnTo>
                  <a:pt x="3194329" y="793750"/>
                </a:lnTo>
                <a:lnTo>
                  <a:pt x="3193211" y="794219"/>
                </a:lnTo>
                <a:lnTo>
                  <a:pt x="3191345" y="796086"/>
                </a:lnTo>
                <a:lnTo>
                  <a:pt x="3190875" y="797204"/>
                </a:lnTo>
                <a:lnTo>
                  <a:pt x="3190875" y="799833"/>
                </a:lnTo>
                <a:lnTo>
                  <a:pt x="3191345" y="800950"/>
                </a:lnTo>
                <a:lnTo>
                  <a:pt x="3193211" y="802817"/>
                </a:lnTo>
                <a:lnTo>
                  <a:pt x="3194329" y="803275"/>
                </a:lnTo>
                <a:lnTo>
                  <a:pt x="3196958" y="803275"/>
                </a:lnTo>
                <a:lnTo>
                  <a:pt x="3198076" y="802817"/>
                </a:lnTo>
                <a:lnTo>
                  <a:pt x="3199942" y="800950"/>
                </a:lnTo>
                <a:lnTo>
                  <a:pt x="3200400" y="799833"/>
                </a:lnTo>
                <a:lnTo>
                  <a:pt x="3200400" y="797204"/>
                </a:lnTo>
                <a:close/>
              </a:path>
              <a:path w="6534150" h="80327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6534150" h="803275">
                <a:moveTo>
                  <a:pt x="3248025" y="797204"/>
                </a:moveTo>
                <a:lnTo>
                  <a:pt x="3247567" y="796086"/>
                </a:lnTo>
                <a:lnTo>
                  <a:pt x="3245701" y="794219"/>
                </a:lnTo>
                <a:lnTo>
                  <a:pt x="3244583" y="793750"/>
                </a:lnTo>
                <a:lnTo>
                  <a:pt x="3241954" y="793750"/>
                </a:lnTo>
                <a:lnTo>
                  <a:pt x="3240836" y="794219"/>
                </a:lnTo>
                <a:lnTo>
                  <a:pt x="3238970" y="796086"/>
                </a:lnTo>
                <a:lnTo>
                  <a:pt x="3238500" y="797204"/>
                </a:lnTo>
                <a:lnTo>
                  <a:pt x="3238500" y="799833"/>
                </a:lnTo>
                <a:lnTo>
                  <a:pt x="3238970" y="800950"/>
                </a:lnTo>
                <a:lnTo>
                  <a:pt x="3240836" y="802817"/>
                </a:lnTo>
                <a:lnTo>
                  <a:pt x="3241954" y="803275"/>
                </a:lnTo>
                <a:lnTo>
                  <a:pt x="3244583" y="803275"/>
                </a:lnTo>
                <a:lnTo>
                  <a:pt x="3245701" y="802817"/>
                </a:lnTo>
                <a:lnTo>
                  <a:pt x="3247567" y="800950"/>
                </a:lnTo>
                <a:lnTo>
                  <a:pt x="3248025" y="799833"/>
                </a:lnTo>
                <a:lnTo>
                  <a:pt x="3248025" y="797204"/>
                </a:lnTo>
                <a:close/>
              </a:path>
              <a:path w="6534150" h="80327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6534150" h="803275">
                <a:moveTo>
                  <a:pt x="3295650" y="797204"/>
                </a:moveTo>
                <a:lnTo>
                  <a:pt x="3295192" y="796086"/>
                </a:lnTo>
                <a:lnTo>
                  <a:pt x="3293326" y="794219"/>
                </a:lnTo>
                <a:lnTo>
                  <a:pt x="3292208" y="793750"/>
                </a:lnTo>
                <a:lnTo>
                  <a:pt x="3289579" y="793750"/>
                </a:lnTo>
                <a:lnTo>
                  <a:pt x="3288461" y="794219"/>
                </a:lnTo>
                <a:lnTo>
                  <a:pt x="3286595" y="796086"/>
                </a:lnTo>
                <a:lnTo>
                  <a:pt x="3286125" y="797204"/>
                </a:lnTo>
                <a:lnTo>
                  <a:pt x="3286125" y="799833"/>
                </a:lnTo>
                <a:lnTo>
                  <a:pt x="3286595" y="800950"/>
                </a:lnTo>
                <a:lnTo>
                  <a:pt x="3288461" y="802817"/>
                </a:lnTo>
                <a:lnTo>
                  <a:pt x="3289579" y="803275"/>
                </a:lnTo>
                <a:lnTo>
                  <a:pt x="3292208" y="803275"/>
                </a:lnTo>
                <a:lnTo>
                  <a:pt x="3293326" y="802817"/>
                </a:lnTo>
                <a:lnTo>
                  <a:pt x="3295192" y="800950"/>
                </a:lnTo>
                <a:lnTo>
                  <a:pt x="3295650" y="799833"/>
                </a:lnTo>
                <a:lnTo>
                  <a:pt x="3295650" y="797204"/>
                </a:lnTo>
                <a:close/>
              </a:path>
              <a:path w="6534150" h="80327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6534150" h="803275">
                <a:moveTo>
                  <a:pt x="3343275" y="797204"/>
                </a:moveTo>
                <a:lnTo>
                  <a:pt x="3342817" y="796086"/>
                </a:lnTo>
                <a:lnTo>
                  <a:pt x="3340951" y="794219"/>
                </a:lnTo>
                <a:lnTo>
                  <a:pt x="3339833" y="793750"/>
                </a:lnTo>
                <a:lnTo>
                  <a:pt x="3337204" y="793750"/>
                </a:lnTo>
                <a:lnTo>
                  <a:pt x="3336086" y="794219"/>
                </a:lnTo>
                <a:lnTo>
                  <a:pt x="3334220" y="796086"/>
                </a:lnTo>
                <a:lnTo>
                  <a:pt x="3333750" y="797204"/>
                </a:lnTo>
                <a:lnTo>
                  <a:pt x="3333750" y="799833"/>
                </a:lnTo>
                <a:lnTo>
                  <a:pt x="3334220" y="800950"/>
                </a:lnTo>
                <a:lnTo>
                  <a:pt x="3336086" y="802817"/>
                </a:lnTo>
                <a:lnTo>
                  <a:pt x="3337204" y="803275"/>
                </a:lnTo>
                <a:lnTo>
                  <a:pt x="3339833" y="803275"/>
                </a:lnTo>
                <a:lnTo>
                  <a:pt x="3340951" y="802817"/>
                </a:lnTo>
                <a:lnTo>
                  <a:pt x="3342817" y="800950"/>
                </a:lnTo>
                <a:lnTo>
                  <a:pt x="3343275" y="799833"/>
                </a:lnTo>
                <a:lnTo>
                  <a:pt x="3343275" y="797204"/>
                </a:lnTo>
                <a:close/>
              </a:path>
              <a:path w="6534150" h="80327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86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86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6534150" h="803275">
                <a:moveTo>
                  <a:pt x="3390900" y="797204"/>
                </a:moveTo>
                <a:lnTo>
                  <a:pt x="3390442" y="796086"/>
                </a:lnTo>
                <a:lnTo>
                  <a:pt x="3388576" y="794219"/>
                </a:lnTo>
                <a:lnTo>
                  <a:pt x="3387458" y="793750"/>
                </a:lnTo>
                <a:lnTo>
                  <a:pt x="3384829" y="793750"/>
                </a:lnTo>
                <a:lnTo>
                  <a:pt x="3383711" y="794219"/>
                </a:lnTo>
                <a:lnTo>
                  <a:pt x="3381845" y="796086"/>
                </a:lnTo>
                <a:lnTo>
                  <a:pt x="3381375" y="797204"/>
                </a:lnTo>
                <a:lnTo>
                  <a:pt x="3381375" y="799833"/>
                </a:lnTo>
                <a:lnTo>
                  <a:pt x="3381845" y="800950"/>
                </a:lnTo>
                <a:lnTo>
                  <a:pt x="3383711" y="802817"/>
                </a:lnTo>
                <a:lnTo>
                  <a:pt x="3384829" y="803275"/>
                </a:lnTo>
                <a:lnTo>
                  <a:pt x="3387458" y="803275"/>
                </a:lnTo>
                <a:lnTo>
                  <a:pt x="3388576" y="802817"/>
                </a:lnTo>
                <a:lnTo>
                  <a:pt x="3390442" y="800950"/>
                </a:lnTo>
                <a:lnTo>
                  <a:pt x="3390900" y="799833"/>
                </a:lnTo>
                <a:lnTo>
                  <a:pt x="3390900" y="797204"/>
                </a:lnTo>
                <a:close/>
              </a:path>
              <a:path w="6534150" h="80327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711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711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6534150" h="803275">
                <a:moveTo>
                  <a:pt x="3438525" y="797204"/>
                </a:moveTo>
                <a:lnTo>
                  <a:pt x="3438067" y="796086"/>
                </a:lnTo>
                <a:lnTo>
                  <a:pt x="3436201" y="794219"/>
                </a:lnTo>
                <a:lnTo>
                  <a:pt x="3435083" y="793750"/>
                </a:lnTo>
                <a:lnTo>
                  <a:pt x="3432454" y="793750"/>
                </a:lnTo>
                <a:lnTo>
                  <a:pt x="3431336" y="794219"/>
                </a:lnTo>
                <a:lnTo>
                  <a:pt x="3429470" y="796086"/>
                </a:lnTo>
                <a:lnTo>
                  <a:pt x="3429000" y="797204"/>
                </a:lnTo>
                <a:lnTo>
                  <a:pt x="3429000" y="799833"/>
                </a:lnTo>
                <a:lnTo>
                  <a:pt x="3429470" y="800950"/>
                </a:lnTo>
                <a:lnTo>
                  <a:pt x="3431336" y="802817"/>
                </a:lnTo>
                <a:lnTo>
                  <a:pt x="3432454" y="803275"/>
                </a:lnTo>
                <a:lnTo>
                  <a:pt x="3435083" y="803275"/>
                </a:lnTo>
                <a:lnTo>
                  <a:pt x="3436201" y="802817"/>
                </a:lnTo>
                <a:lnTo>
                  <a:pt x="3438067" y="800950"/>
                </a:lnTo>
                <a:lnTo>
                  <a:pt x="3438525" y="799833"/>
                </a:lnTo>
                <a:lnTo>
                  <a:pt x="3438525" y="797204"/>
                </a:lnTo>
                <a:close/>
              </a:path>
              <a:path w="6534150" h="80327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6534150" h="803275">
                <a:moveTo>
                  <a:pt x="3486150" y="797204"/>
                </a:moveTo>
                <a:lnTo>
                  <a:pt x="3485692" y="796086"/>
                </a:lnTo>
                <a:lnTo>
                  <a:pt x="3483826" y="794219"/>
                </a:lnTo>
                <a:lnTo>
                  <a:pt x="3482708" y="793750"/>
                </a:lnTo>
                <a:lnTo>
                  <a:pt x="3480079" y="793750"/>
                </a:lnTo>
                <a:lnTo>
                  <a:pt x="3478961" y="794219"/>
                </a:lnTo>
                <a:lnTo>
                  <a:pt x="3477095" y="796086"/>
                </a:lnTo>
                <a:lnTo>
                  <a:pt x="3476625" y="797204"/>
                </a:lnTo>
                <a:lnTo>
                  <a:pt x="3476625" y="799833"/>
                </a:lnTo>
                <a:lnTo>
                  <a:pt x="3477095" y="800950"/>
                </a:lnTo>
                <a:lnTo>
                  <a:pt x="3478961" y="802817"/>
                </a:lnTo>
                <a:lnTo>
                  <a:pt x="3480079" y="803275"/>
                </a:lnTo>
                <a:lnTo>
                  <a:pt x="3482708" y="803275"/>
                </a:lnTo>
                <a:lnTo>
                  <a:pt x="3483826" y="802817"/>
                </a:lnTo>
                <a:lnTo>
                  <a:pt x="3485692" y="800950"/>
                </a:lnTo>
                <a:lnTo>
                  <a:pt x="3486150" y="799833"/>
                </a:lnTo>
                <a:lnTo>
                  <a:pt x="3486150" y="797204"/>
                </a:lnTo>
                <a:close/>
              </a:path>
              <a:path w="6534150" h="80327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6534150" h="803275">
                <a:moveTo>
                  <a:pt x="3533775" y="797204"/>
                </a:moveTo>
                <a:lnTo>
                  <a:pt x="3533317" y="796086"/>
                </a:lnTo>
                <a:lnTo>
                  <a:pt x="3531451" y="794219"/>
                </a:lnTo>
                <a:lnTo>
                  <a:pt x="3530333" y="793750"/>
                </a:lnTo>
                <a:lnTo>
                  <a:pt x="3527704" y="793750"/>
                </a:lnTo>
                <a:lnTo>
                  <a:pt x="3526586" y="794219"/>
                </a:lnTo>
                <a:lnTo>
                  <a:pt x="3524720" y="796086"/>
                </a:lnTo>
                <a:lnTo>
                  <a:pt x="3524250" y="797204"/>
                </a:lnTo>
                <a:lnTo>
                  <a:pt x="3524250" y="799833"/>
                </a:lnTo>
                <a:lnTo>
                  <a:pt x="3524720" y="800950"/>
                </a:lnTo>
                <a:lnTo>
                  <a:pt x="3526586" y="802817"/>
                </a:lnTo>
                <a:lnTo>
                  <a:pt x="3527704" y="803275"/>
                </a:lnTo>
                <a:lnTo>
                  <a:pt x="3530333" y="803275"/>
                </a:lnTo>
                <a:lnTo>
                  <a:pt x="3531451" y="802817"/>
                </a:lnTo>
                <a:lnTo>
                  <a:pt x="3533317" y="800950"/>
                </a:lnTo>
                <a:lnTo>
                  <a:pt x="3533775" y="799833"/>
                </a:lnTo>
                <a:lnTo>
                  <a:pt x="3533775" y="797204"/>
                </a:lnTo>
                <a:close/>
              </a:path>
              <a:path w="6534150" h="80327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6534150" h="803275">
                <a:moveTo>
                  <a:pt x="3581400" y="797204"/>
                </a:moveTo>
                <a:lnTo>
                  <a:pt x="3580942" y="796086"/>
                </a:lnTo>
                <a:lnTo>
                  <a:pt x="3579076" y="794219"/>
                </a:lnTo>
                <a:lnTo>
                  <a:pt x="3577958" y="793750"/>
                </a:lnTo>
                <a:lnTo>
                  <a:pt x="3575329" y="793750"/>
                </a:lnTo>
                <a:lnTo>
                  <a:pt x="3574211" y="794219"/>
                </a:lnTo>
                <a:lnTo>
                  <a:pt x="3572345" y="796086"/>
                </a:lnTo>
                <a:lnTo>
                  <a:pt x="3571875" y="797204"/>
                </a:lnTo>
                <a:lnTo>
                  <a:pt x="3571875" y="799833"/>
                </a:lnTo>
                <a:lnTo>
                  <a:pt x="3572345" y="800950"/>
                </a:lnTo>
                <a:lnTo>
                  <a:pt x="3574211" y="802817"/>
                </a:lnTo>
                <a:lnTo>
                  <a:pt x="3575329" y="803275"/>
                </a:lnTo>
                <a:lnTo>
                  <a:pt x="3577958" y="803275"/>
                </a:lnTo>
                <a:lnTo>
                  <a:pt x="3579076" y="802817"/>
                </a:lnTo>
                <a:lnTo>
                  <a:pt x="3580942" y="800950"/>
                </a:lnTo>
                <a:lnTo>
                  <a:pt x="3581400" y="799833"/>
                </a:lnTo>
                <a:lnTo>
                  <a:pt x="3581400" y="797204"/>
                </a:lnTo>
                <a:close/>
              </a:path>
              <a:path w="6534150" h="80327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6534150" h="803275">
                <a:moveTo>
                  <a:pt x="3629025" y="797204"/>
                </a:moveTo>
                <a:lnTo>
                  <a:pt x="3628567" y="796086"/>
                </a:lnTo>
                <a:lnTo>
                  <a:pt x="3626701" y="794219"/>
                </a:lnTo>
                <a:lnTo>
                  <a:pt x="3625583" y="793750"/>
                </a:lnTo>
                <a:lnTo>
                  <a:pt x="3622954" y="793750"/>
                </a:lnTo>
                <a:lnTo>
                  <a:pt x="3621836" y="794219"/>
                </a:lnTo>
                <a:lnTo>
                  <a:pt x="3619970" y="796086"/>
                </a:lnTo>
                <a:lnTo>
                  <a:pt x="3619500" y="797204"/>
                </a:lnTo>
                <a:lnTo>
                  <a:pt x="3619500" y="799833"/>
                </a:lnTo>
                <a:lnTo>
                  <a:pt x="3619970" y="800950"/>
                </a:lnTo>
                <a:lnTo>
                  <a:pt x="3621836" y="802817"/>
                </a:lnTo>
                <a:lnTo>
                  <a:pt x="3622954" y="803275"/>
                </a:lnTo>
                <a:lnTo>
                  <a:pt x="3625583" y="803275"/>
                </a:lnTo>
                <a:lnTo>
                  <a:pt x="3626701" y="802817"/>
                </a:lnTo>
                <a:lnTo>
                  <a:pt x="3628567" y="800950"/>
                </a:lnTo>
                <a:lnTo>
                  <a:pt x="3629025" y="799833"/>
                </a:lnTo>
                <a:lnTo>
                  <a:pt x="3629025" y="797204"/>
                </a:lnTo>
                <a:close/>
              </a:path>
              <a:path w="6534150" h="80327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6534150" h="803275">
                <a:moveTo>
                  <a:pt x="3676650" y="797204"/>
                </a:moveTo>
                <a:lnTo>
                  <a:pt x="3676192" y="796086"/>
                </a:lnTo>
                <a:lnTo>
                  <a:pt x="3674326" y="794219"/>
                </a:lnTo>
                <a:lnTo>
                  <a:pt x="3673208" y="793750"/>
                </a:lnTo>
                <a:lnTo>
                  <a:pt x="3670579" y="793750"/>
                </a:lnTo>
                <a:lnTo>
                  <a:pt x="3669461" y="794219"/>
                </a:lnTo>
                <a:lnTo>
                  <a:pt x="3667595" y="796086"/>
                </a:lnTo>
                <a:lnTo>
                  <a:pt x="3667125" y="797204"/>
                </a:lnTo>
                <a:lnTo>
                  <a:pt x="3667125" y="799833"/>
                </a:lnTo>
                <a:lnTo>
                  <a:pt x="3667595" y="800950"/>
                </a:lnTo>
                <a:lnTo>
                  <a:pt x="3669461" y="802817"/>
                </a:lnTo>
                <a:lnTo>
                  <a:pt x="3670579" y="803275"/>
                </a:lnTo>
                <a:lnTo>
                  <a:pt x="3673208" y="803275"/>
                </a:lnTo>
                <a:lnTo>
                  <a:pt x="3674326" y="802817"/>
                </a:lnTo>
                <a:lnTo>
                  <a:pt x="3676192" y="800950"/>
                </a:lnTo>
                <a:lnTo>
                  <a:pt x="3676650" y="799833"/>
                </a:lnTo>
                <a:lnTo>
                  <a:pt x="3676650" y="797204"/>
                </a:lnTo>
                <a:close/>
              </a:path>
              <a:path w="6534150" h="80327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6534150" h="803275">
                <a:moveTo>
                  <a:pt x="3724275" y="797204"/>
                </a:moveTo>
                <a:lnTo>
                  <a:pt x="3723817" y="796086"/>
                </a:lnTo>
                <a:lnTo>
                  <a:pt x="3721951" y="794219"/>
                </a:lnTo>
                <a:lnTo>
                  <a:pt x="3720833" y="793750"/>
                </a:lnTo>
                <a:lnTo>
                  <a:pt x="3718204" y="793750"/>
                </a:lnTo>
                <a:lnTo>
                  <a:pt x="3717086" y="794219"/>
                </a:lnTo>
                <a:lnTo>
                  <a:pt x="3715220" y="796086"/>
                </a:lnTo>
                <a:lnTo>
                  <a:pt x="3714750" y="797204"/>
                </a:lnTo>
                <a:lnTo>
                  <a:pt x="3714750" y="799833"/>
                </a:lnTo>
                <a:lnTo>
                  <a:pt x="3715220" y="800950"/>
                </a:lnTo>
                <a:lnTo>
                  <a:pt x="3717086" y="802817"/>
                </a:lnTo>
                <a:lnTo>
                  <a:pt x="3718204" y="803275"/>
                </a:lnTo>
                <a:lnTo>
                  <a:pt x="3720833" y="803275"/>
                </a:lnTo>
                <a:lnTo>
                  <a:pt x="3721951" y="802817"/>
                </a:lnTo>
                <a:lnTo>
                  <a:pt x="3723817" y="800950"/>
                </a:lnTo>
                <a:lnTo>
                  <a:pt x="3724275" y="799833"/>
                </a:lnTo>
                <a:lnTo>
                  <a:pt x="3724275" y="797204"/>
                </a:lnTo>
                <a:close/>
              </a:path>
              <a:path w="6534150" h="80327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6534150" h="803275">
                <a:moveTo>
                  <a:pt x="3771900" y="797204"/>
                </a:moveTo>
                <a:lnTo>
                  <a:pt x="3771442" y="796086"/>
                </a:lnTo>
                <a:lnTo>
                  <a:pt x="3769576" y="794219"/>
                </a:lnTo>
                <a:lnTo>
                  <a:pt x="3768458" y="793750"/>
                </a:lnTo>
                <a:lnTo>
                  <a:pt x="3765829" y="793750"/>
                </a:lnTo>
                <a:lnTo>
                  <a:pt x="3764711" y="794219"/>
                </a:lnTo>
                <a:lnTo>
                  <a:pt x="3762845" y="796086"/>
                </a:lnTo>
                <a:lnTo>
                  <a:pt x="3762375" y="797204"/>
                </a:lnTo>
                <a:lnTo>
                  <a:pt x="3762375" y="799833"/>
                </a:lnTo>
                <a:lnTo>
                  <a:pt x="3762845" y="800950"/>
                </a:lnTo>
                <a:lnTo>
                  <a:pt x="3764711" y="802817"/>
                </a:lnTo>
                <a:lnTo>
                  <a:pt x="3765829" y="803275"/>
                </a:lnTo>
                <a:lnTo>
                  <a:pt x="3768458" y="803275"/>
                </a:lnTo>
                <a:lnTo>
                  <a:pt x="3769576" y="802817"/>
                </a:lnTo>
                <a:lnTo>
                  <a:pt x="3771442" y="800950"/>
                </a:lnTo>
                <a:lnTo>
                  <a:pt x="3771900" y="799833"/>
                </a:lnTo>
                <a:lnTo>
                  <a:pt x="3771900" y="797204"/>
                </a:lnTo>
                <a:close/>
              </a:path>
              <a:path w="6534150" h="80327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6534150" h="803275">
                <a:moveTo>
                  <a:pt x="3819525" y="797204"/>
                </a:moveTo>
                <a:lnTo>
                  <a:pt x="3819067" y="796086"/>
                </a:lnTo>
                <a:lnTo>
                  <a:pt x="3817201" y="794219"/>
                </a:lnTo>
                <a:lnTo>
                  <a:pt x="3816083" y="793750"/>
                </a:lnTo>
                <a:lnTo>
                  <a:pt x="3813454" y="793750"/>
                </a:lnTo>
                <a:lnTo>
                  <a:pt x="3812336" y="794219"/>
                </a:lnTo>
                <a:lnTo>
                  <a:pt x="3810470" y="796086"/>
                </a:lnTo>
                <a:lnTo>
                  <a:pt x="3810000" y="797204"/>
                </a:lnTo>
                <a:lnTo>
                  <a:pt x="3810000" y="799833"/>
                </a:lnTo>
                <a:lnTo>
                  <a:pt x="3810470" y="800950"/>
                </a:lnTo>
                <a:lnTo>
                  <a:pt x="3812336" y="802817"/>
                </a:lnTo>
                <a:lnTo>
                  <a:pt x="3813454" y="803275"/>
                </a:lnTo>
                <a:lnTo>
                  <a:pt x="3816083" y="803275"/>
                </a:lnTo>
                <a:lnTo>
                  <a:pt x="3817201" y="802817"/>
                </a:lnTo>
                <a:lnTo>
                  <a:pt x="3819067" y="800950"/>
                </a:lnTo>
                <a:lnTo>
                  <a:pt x="3819525" y="799833"/>
                </a:lnTo>
                <a:lnTo>
                  <a:pt x="3819525" y="797204"/>
                </a:lnTo>
                <a:close/>
              </a:path>
              <a:path w="6534150" h="80327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6534150" h="803275">
                <a:moveTo>
                  <a:pt x="3867150" y="797204"/>
                </a:moveTo>
                <a:lnTo>
                  <a:pt x="3866692" y="796086"/>
                </a:lnTo>
                <a:lnTo>
                  <a:pt x="3864826" y="794219"/>
                </a:lnTo>
                <a:lnTo>
                  <a:pt x="3863708" y="793750"/>
                </a:lnTo>
                <a:lnTo>
                  <a:pt x="3861079" y="793750"/>
                </a:lnTo>
                <a:lnTo>
                  <a:pt x="3859949" y="794219"/>
                </a:lnTo>
                <a:lnTo>
                  <a:pt x="3858095" y="796086"/>
                </a:lnTo>
                <a:lnTo>
                  <a:pt x="3857625" y="797204"/>
                </a:lnTo>
                <a:lnTo>
                  <a:pt x="3857625" y="799833"/>
                </a:lnTo>
                <a:lnTo>
                  <a:pt x="3858095" y="800950"/>
                </a:lnTo>
                <a:lnTo>
                  <a:pt x="3859949" y="802817"/>
                </a:lnTo>
                <a:lnTo>
                  <a:pt x="3861079" y="803275"/>
                </a:lnTo>
                <a:lnTo>
                  <a:pt x="3863708" y="803275"/>
                </a:lnTo>
                <a:lnTo>
                  <a:pt x="3864826" y="802817"/>
                </a:lnTo>
                <a:lnTo>
                  <a:pt x="3866692" y="800950"/>
                </a:lnTo>
                <a:lnTo>
                  <a:pt x="3867150" y="799833"/>
                </a:lnTo>
                <a:lnTo>
                  <a:pt x="3867150" y="797204"/>
                </a:lnTo>
                <a:close/>
              </a:path>
              <a:path w="6534150" h="80327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6534150" h="803275">
                <a:moveTo>
                  <a:pt x="3914775" y="797204"/>
                </a:moveTo>
                <a:lnTo>
                  <a:pt x="3914317" y="796086"/>
                </a:lnTo>
                <a:lnTo>
                  <a:pt x="3912451" y="794219"/>
                </a:lnTo>
                <a:lnTo>
                  <a:pt x="3911333" y="793750"/>
                </a:lnTo>
                <a:lnTo>
                  <a:pt x="3908704" y="793750"/>
                </a:lnTo>
                <a:lnTo>
                  <a:pt x="3907574" y="794219"/>
                </a:lnTo>
                <a:lnTo>
                  <a:pt x="3905720" y="796086"/>
                </a:lnTo>
                <a:lnTo>
                  <a:pt x="3905250" y="797204"/>
                </a:lnTo>
                <a:lnTo>
                  <a:pt x="3905250" y="799833"/>
                </a:lnTo>
                <a:lnTo>
                  <a:pt x="3905720" y="800950"/>
                </a:lnTo>
                <a:lnTo>
                  <a:pt x="3907574" y="802817"/>
                </a:lnTo>
                <a:lnTo>
                  <a:pt x="3908704" y="803275"/>
                </a:lnTo>
                <a:lnTo>
                  <a:pt x="3911333" y="803275"/>
                </a:lnTo>
                <a:lnTo>
                  <a:pt x="3912451" y="802817"/>
                </a:lnTo>
                <a:lnTo>
                  <a:pt x="3914317" y="800950"/>
                </a:lnTo>
                <a:lnTo>
                  <a:pt x="3914775" y="799833"/>
                </a:lnTo>
                <a:lnTo>
                  <a:pt x="3914775" y="797204"/>
                </a:lnTo>
                <a:close/>
              </a:path>
              <a:path w="6534150" h="80327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6534150" h="803275">
                <a:moveTo>
                  <a:pt x="3962400" y="797204"/>
                </a:moveTo>
                <a:lnTo>
                  <a:pt x="3961942" y="796086"/>
                </a:lnTo>
                <a:lnTo>
                  <a:pt x="3960076" y="794219"/>
                </a:lnTo>
                <a:lnTo>
                  <a:pt x="3958958" y="793750"/>
                </a:lnTo>
                <a:lnTo>
                  <a:pt x="3956329" y="793750"/>
                </a:lnTo>
                <a:lnTo>
                  <a:pt x="3955199" y="794219"/>
                </a:lnTo>
                <a:lnTo>
                  <a:pt x="3953345" y="796086"/>
                </a:lnTo>
                <a:lnTo>
                  <a:pt x="3952875" y="797204"/>
                </a:lnTo>
                <a:lnTo>
                  <a:pt x="3952875" y="799833"/>
                </a:lnTo>
                <a:lnTo>
                  <a:pt x="3953345" y="800950"/>
                </a:lnTo>
                <a:lnTo>
                  <a:pt x="3955199" y="802817"/>
                </a:lnTo>
                <a:lnTo>
                  <a:pt x="3956329" y="803275"/>
                </a:lnTo>
                <a:lnTo>
                  <a:pt x="3958958" y="803275"/>
                </a:lnTo>
                <a:lnTo>
                  <a:pt x="3960076" y="802817"/>
                </a:lnTo>
                <a:lnTo>
                  <a:pt x="3961942" y="800950"/>
                </a:lnTo>
                <a:lnTo>
                  <a:pt x="3962400" y="799833"/>
                </a:lnTo>
                <a:lnTo>
                  <a:pt x="3962400" y="797204"/>
                </a:lnTo>
                <a:close/>
              </a:path>
              <a:path w="6534150" h="80327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199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199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6534150" h="803275">
                <a:moveTo>
                  <a:pt x="4010025" y="797204"/>
                </a:moveTo>
                <a:lnTo>
                  <a:pt x="4009567" y="796086"/>
                </a:lnTo>
                <a:lnTo>
                  <a:pt x="4007701" y="794219"/>
                </a:lnTo>
                <a:lnTo>
                  <a:pt x="4006583" y="793750"/>
                </a:lnTo>
                <a:lnTo>
                  <a:pt x="4003954" y="793750"/>
                </a:lnTo>
                <a:lnTo>
                  <a:pt x="4002824" y="794219"/>
                </a:lnTo>
                <a:lnTo>
                  <a:pt x="4000970" y="796086"/>
                </a:lnTo>
                <a:lnTo>
                  <a:pt x="4000500" y="797204"/>
                </a:lnTo>
                <a:lnTo>
                  <a:pt x="4000500" y="799833"/>
                </a:lnTo>
                <a:lnTo>
                  <a:pt x="4000970" y="800950"/>
                </a:lnTo>
                <a:lnTo>
                  <a:pt x="4002824" y="802817"/>
                </a:lnTo>
                <a:lnTo>
                  <a:pt x="4003954" y="803275"/>
                </a:lnTo>
                <a:lnTo>
                  <a:pt x="4006583" y="803275"/>
                </a:lnTo>
                <a:lnTo>
                  <a:pt x="4007701" y="802817"/>
                </a:lnTo>
                <a:lnTo>
                  <a:pt x="4009567" y="800950"/>
                </a:lnTo>
                <a:lnTo>
                  <a:pt x="4010025" y="799833"/>
                </a:lnTo>
                <a:lnTo>
                  <a:pt x="4010025" y="797204"/>
                </a:lnTo>
                <a:close/>
              </a:path>
              <a:path w="6534150" h="80327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24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24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6534150" h="803275">
                <a:moveTo>
                  <a:pt x="4057650" y="797204"/>
                </a:moveTo>
                <a:lnTo>
                  <a:pt x="4057192" y="796086"/>
                </a:lnTo>
                <a:lnTo>
                  <a:pt x="4055326" y="794219"/>
                </a:lnTo>
                <a:lnTo>
                  <a:pt x="4054208" y="793750"/>
                </a:lnTo>
                <a:lnTo>
                  <a:pt x="4051579" y="793750"/>
                </a:lnTo>
                <a:lnTo>
                  <a:pt x="4050449" y="794219"/>
                </a:lnTo>
                <a:lnTo>
                  <a:pt x="4048595" y="796086"/>
                </a:lnTo>
                <a:lnTo>
                  <a:pt x="4048125" y="797204"/>
                </a:lnTo>
                <a:lnTo>
                  <a:pt x="4048125" y="799833"/>
                </a:lnTo>
                <a:lnTo>
                  <a:pt x="4048595" y="800950"/>
                </a:lnTo>
                <a:lnTo>
                  <a:pt x="4050449" y="802817"/>
                </a:lnTo>
                <a:lnTo>
                  <a:pt x="4051579" y="803275"/>
                </a:lnTo>
                <a:lnTo>
                  <a:pt x="4054208" y="803275"/>
                </a:lnTo>
                <a:lnTo>
                  <a:pt x="4055326" y="802817"/>
                </a:lnTo>
                <a:lnTo>
                  <a:pt x="4057192" y="800950"/>
                </a:lnTo>
                <a:lnTo>
                  <a:pt x="4057650" y="799833"/>
                </a:lnTo>
                <a:lnTo>
                  <a:pt x="4057650" y="797204"/>
                </a:lnTo>
                <a:close/>
              </a:path>
              <a:path w="6534150" h="80327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49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49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6534150" h="803275">
                <a:moveTo>
                  <a:pt x="4105275" y="797204"/>
                </a:moveTo>
                <a:lnTo>
                  <a:pt x="4104817" y="796086"/>
                </a:lnTo>
                <a:lnTo>
                  <a:pt x="4102951" y="794219"/>
                </a:lnTo>
                <a:lnTo>
                  <a:pt x="4101833" y="793750"/>
                </a:lnTo>
                <a:lnTo>
                  <a:pt x="4099204" y="793750"/>
                </a:lnTo>
                <a:lnTo>
                  <a:pt x="4098074" y="794219"/>
                </a:lnTo>
                <a:lnTo>
                  <a:pt x="4096220" y="796086"/>
                </a:lnTo>
                <a:lnTo>
                  <a:pt x="4095750" y="797204"/>
                </a:lnTo>
                <a:lnTo>
                  <a:pt x="4095750" y="799833"/>
                </a:lnTo>
                <a:lnTo>
                  <a:pt x="4096220" y="800950"/>
                </a:lnTo>
                <a:lnTo>
                  <a:pt x="4098074" y="802817"/>
                </a:lnTo>
                <a:lnTo>
                  <a:pt x="4099204" y="803275"/>
                </a:lnTo>
                <a:lnTo>
                  <a:pt x="4101833" y="803275"/>
                </a:lnTo>
                <a:lnTo>
                  <a:pt x="4102951" y="802817"/>
                </a:lnTo>
                <a:lnTo>
                  <a:pt x="4104817" y="800950"/>
                </a:lnTo>
                <a:lnTo>
                  <a:pt x="4105275" y="799833"/>
                </a:lnTo>
                <a:lnTo>
                  <a:pt x="4105275" y="797204"/>
                </a:lnTo>
                <a:close/>
              </a:path>
              <a:path w="6534150" h="80327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74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74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6534150" h="803275">
                <a:moveTo>
                  <a:pt x="4152900" y="797204"/>
                </a:moveTo>
                <a:lnTo>
                  <a:pt x="4152442" y="796086"/>
                </a:lnTo>
                <a:lnTo>
                  <a:pt x="4150576" y="794219"/>
                </a:lnTo>
                <a:lnTo>
                  <a:pt x="4149458" y="793750"/>
                </a:lnTo>
                <a:lnTo>
                  <a:pt x="4146829" y="793750"/>
                </a:lnTo>
                <a:lnTo>
                  <a:pt x="4145711" y="794219"/>
                </a:lnTo>
                <a:lnTo>
                  <a:pt x="4143845" y="796086"/>
                </a:lnTo>
                <a:lnTo>
                  <a:pt x="4143375" y="797204"/>
                </a:lnTo>
                <a:lnTo>
                  <a:pt x="4143375" y="799833"/>
                </a:lnTo>
                <a:lnTo>
                  <a:pt x="4143845" y="800950"/>
                </a:lnTo>
                <a:lnTo>
                  <a:pt x="4145711" y="802817"/>
                </a:lnTo>
                <a:lnTo>
                  <a:pt x="4146829" y="803275"/>
                </a:lnTo>
                <a:lnTo>
                  <a:pt x="4149458" y="803275"/>
                </a:lnTo>
                <a:lnTo>
                  <a:pt x="4150576" y="802817"/>
                </a:lnTo>
                <a:lnTo>
                  <a:pt x="4152442" y="800950"/>
                </a:lnTo>
                <a:lnTo>
                  <a:pt x="4152900" y="799833"/>
                </a:lnTo>
                <a:lnTo>
                  <a:pt x="4152900" y="797204"/>
                </a:lnTo>
                <a:close/>
              </a:path>
              <a:path w="6534150" h="80327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6534150" h="803275">
                <a:moveTo>
                  <a:pt x="4200525" y="797204"/>
                </a:moveTo>
                <a:lnTo>
                  <a:pt x="4200067" y="796086"/>
                </a:lnTo>
                <a:lnTo>
                  <a:pt x="4198201" y="794219"/>
                </a:lnTo>
                <a:lnTo>
                  <a:pt x="4197083" y="793750"/>
                </a:lnTo>
                <a:lnTo>
                  <a:pt x="4194454" y="793750"/>
                </a:lnTo>
                <a:lnTo>
                  <a:pt x="4193336" y="794219"/>
                </a:lnTo>
                <a:lnTo>
                  <a:pt x="4191470" y="796086"/>
                </a:lnTo>
                <a:lnTo>
                  <a:pt x="4191000" y="797204"/>
                </a:lnTo>
                <a:lnTo>
                  <a:pt x="4191000" y="799833"/>
                </a:lnTo>
                <a:lnTo>
                  <a:pt x="4191470" y="800950"/>
                </a:lnTo>
                <a:lnTo>
                  <a:pt x="4193336" y="802817"/>
                </a:lnTo>
                <a:lnTo>
                  <a:pt x="4194454" y="803275"/>
                </a:lnTo>
                <a:lnTo>
                  <a:pt x="4197083" y="803275"/>
                </a:lnTo>
                <a:lnTo>
                  <a:pt x="4198201" y="802817"/>
                </a:lnTo>
                <a:lnTo>
                  <a:pt x="4200067" y="800950"/>
                </a:lnTo>
                <a:lnTo>
                  <a:pt x="4200525" y="799833"/>
                </a:lnTo>
                <a:lnTo>
                  <a:pt x="4200525" y="797204"/>
                </a:lnTo>
                <a:close/>
              </a:path>
              <a:path w="6534150" h="80327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6534150" h="803275">
                <a:moveTo>
                  <a:pt x="4248150" y="797204"/>
                </a:moveTo>
                <a:lnTo>
                  <a:pt x="4247693" y="796086"/>
                </a:lnTo>
                <a:lnTo>
                  <a:pt x="4245826" y="794219"/>
                </a:lnTo>
                <a:lnTo>
                  <a:pt x="4244708" y="793750"/>
                </a:lnTo>
                <a:lnTo>
                  <a:pt x="4242079" y="793750"/>
                </a:lnTo>
                <a:lnTo>
                  <a:pt x="4240962" y="794219"/>
                </a:lnTo>
                <a:lnTo>
                  <a:pt x="4239095" y="796086"/>
                </a:lnTo>
                <a:lnTo>
                  <a:pt x="4238625" y="797204"/>
                </a:lnTo>
                <a:lnTo>
                  <a:pt x="4238625" y="799833"/>
                </a:lnTo>
                <a:lnTo>
                  <a:pt x="4239095" y="800950"/>
                </a:lnTo>
                <a:lnTo>
                  <a:pt x="4240962" y="802817"/>
                </a:lnTo>
                <a:lnTo>
                  <a:pt x="4242079" y="803275"/>
                </a:lnTo>
                <a:lnTo>
                  <a:pt x="4244708" y="803275"/>
                </a:lnTo>
                <a:lnTo>
                  <a:pt x="4245826" y="802817"/>
                </a:lnTo>
                <a:lnTo>
                  <a:pt x="4247693" y="800950"/>
                </a:lnTo>
                <a:lnTo>
                  <a:pt x="4248150" y="799833"/>
                </a:lnTo>
                <a:lnTo>
                  <a:pt x="4248150" y="797204"/>
                </a:lnTo>
                <a:close/>
              </a:path>
              <a:path w="6534150" h="80327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6534150" h="803275">
                <a:moveTo>
                  <a:pt x="4295775" y="797204"/>
                </a:moveTo>
                <a:lnTo>
                  <a:pt x="4295318" y="796086"/>
                </a:lnTo>
                <a:lnTo>
                  <a:pt x="4293451" y="794219"/>
                </a:lnTo>
                <a:lnTo>
                  <a:pt x="4292333" y="793750"/>
                </a:lnTo>
                <a:lnTo>
                  <a:pt x="4289704" y="793750"/>
                </a:lnTo>
                <a:lnTo>
                  <a:pt x="4288587" y="794219"/>
                </a:lnTo>
                <a:lnTo>
                  <a:pt x="4286720" y="796086"/>
                </a:lnTo>
                <a:lnTo>
                  <a:pt x="4286250" y="797204"/>
                </a:lnTo>
                <a:lnTo>
                  <a:pt x="4286250" y="799833"/>
                </a:lnTo>
                <a:lnTo>
                  <a:pt x="4286720" y="800950"/>
                </a:lnTo>
                <a:lnTo>
                  <a:pt x="4288587" y="802817"/>
                </a:lnTo>
                <a:lnTo>
                  <a:pt x="4289704" y="803275"/>
                </a:lnTo>
                <a:lnTo>
                  <a:pt x="4292333" y="803275"/>
                </a:lnTo>
                <a:lnTo>
                  <a:pt x="4293451" y="802817"/>
                </a:lnTo>
                <a:lnTo>
                  <a:pt x="4295318" y="800950"/>
                </a:lnTo>
                <a:lnTo>
                  <a:pt x="4295775" y="799833"/>
                </a:lnTo>
                <a:lnTo>
                  <a:pt x="4295775" y="797204"/>
                </a:lnTo>
                <a:close/>
              </a:path>
              <a:path w="6534150" h="80327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6534150" h="803275">
                <a:moveTo>
                  <a:pt x="4343400" y="797204"/>
                </a:moveTo>
                <a:lnTo>
                  <a:pt x="4342943" y="796086"/>
                </a:lnTo>
                <a:lnTo>
                  <a:pt x="4341076" y="794219"/>
                </a:lnTo>
                <a:lnTo>
                  <a:pt x="4339958" y="793750"/>
                </a:lnTo>
                <a:lnTo>
                  <a:pt x="4337329" y="793750"/>
                </a:lnTo>
                <a:lnTo>
                  <a:pt x="4336199" y="794219"/>
                </a:lnTo>
                <a:lnTo>
                  <a:pt x="4334345" y="796086"/>
                </a:lnTo>
                <a:lnTo>
                  <a:pt x="4333875" y="797204"/>
                </a:lnTo>
                <a:lnTo>
                  <a:pt x="4333875" y="799833"/>
                </a:lnTo>
                <a:lnTo>
                  <a:pt x="4334345" y="800950"/>
                </a:lnTo>
                <a:lnTo>
                  <a:pt x="4336199" y="802817"/>
                </a:lnTo>
                <a:lnTo>
                  <a:pt x="4337329" y="803275"/>
                </a:lnTo>
                <a:lnTo>
                  <a:pt x="4339958" y="803275"/>
                </a:lnTo>
                <a:lnTo>
                  <a:pt x="4341076" y="802817"/>
                </a:lnTo>
                <a:lnTo>
                  <a:pt x="4342943" y="800950"/>
                </a:lnTo>
                <a:lnTo>
                  <a:pt x="4343400" y="799833"/>
                </a:lnTo>
                <a:lnTo>
                  <a:pt x="4343400" y="797204"/>
                </a:lnTo>
                <a:close/>
              </a:path>
              <a:path w="6534150" h="80327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6534150" h="803275">
                <a:moveTo>
                  <a:pt x="4391025" y="797204"/>
                </a:moveTo>
                <a:lnTo>
                  <a:pt x="4390568" y="796086"/>
                </a:lnTo>
                <a:lnTo>
                  <a:pt x="4388701" y="794219"/>
                </a:lnTo>
                <a:lnTo>
                  <a:pt x="4387583" y="793750"/>
                </a:lnTo>
                <a:lnTo>
                  <a:pt x="4384954" y="793750"/>
                </a:lnTo>
                <a:lnTo>
                  <a:pt x="4383824" y="794219"/>
                </a:lnTo>
                <a:lnTo>
                  <a:pt x="4381970" y="796086"/>
                </a:lnTo>
                <a:lnTo>
                  <a:pt x="4381500" y="797204"/>
                </a:lnTo>
                <a:lnTo>
                  <a:pt x="4381500" y="799833"/>
                </a:lnTo>
                <a:lnTo>
                  <a:pt x="4381970" y="800950"/>
                </a:lnTo>
                <a:lnTo>
                  <a:pt x="4383824" y="802817"/>
                </a:lnTo>
                <a:lnTo>
                  <a:pt x="4384954" y="803275"/>
                </a:lnTo>
                <a:lnTo>
                  <a:pt x="4387583" y="803275"/>
                </a:lnTo>
                <a:lnTo>
                  <a:pt x="4388701" y="802817"/>
                </a:lnTo>
                <a:lnTo>
                  <a:pt x="4390568" y="800950"/>
                </a:lnTo>
                <a:lnTo>
                  <a:pt x="4391025" y="799833"/>
                </a:lnTo>
                <a:lnTo>
                  <a:pt x="4391025" y="797204"/>
                </a:lnTo>
                <a:close/>
              </a:path>
              <a:path w="6534150" h="80327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6534150" h="803275">
                <a:moveTo>
                  <a:pt x="4438650" y="797204"/>
                </a:moveTo>
                <a:lnTo>
                  <a:pt x="4438193" y="796086"/>
                </a:lnTo>
                <a:lnTo>
                  <a:pt x="4436326" y="794219"/>
                </a:lnTo>
                <a:lnTo>
                  <a:pt x="4435208" y="793750"/>
                </a:lnTo>
                <a:lnTo>
                  <a:pt x="4432579" y="793750"/>
                </a:lnTo>
                <a:lnTo>
                  <a:pt x="4431449" y="794219"/>
                </a:lnTo>
                <a:lnTo>
                  <a:pt x="4429595" y="796086"/>
                </a:lnTo>
                <a:lnTo>
                  <a:pt x="4429125" y="797204"/>
                </a:lnTo>
                <a:lnTo>
                  <a:pt x="4429125" y="799833"/>
                </a:lnTo>
                <a:lnTo>
                  <a:pt x="4429595" y="800950"/>
                </a:lnTo>
                <a:lnTo>
                  <a:pt x="4431449" y="802817"/>
                </a:lnTo>
                <a:lnTo>
                  <a:pt x="4432579" y="803275"/>
                </a:lnTo>
                <a:lnTo>
                  <a:pt x="4435208" y="803275"/>
                </a:lnTo>
                <a:lnTo>
                  <a:pt x="4436326" y="802817"/>
                </a:lnTo>
                <a:lnTo>
                  <a:pt x="4438193" y="800950"/>
                </a:lnTo>
                <a:lnTo>
                  <a:pt x="4438650" y="799833"/>
                </a:lnTo>
                <a:lnTo>
                  <a:pt x="4438650" y="797204"/>
                </a:lnTo>
                <a:close/>
              </a:path>
              <a:path w="6534150" h="80327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6534150" h="803275">
                <a:moveTo>
                  <a:pt x="4486275" y="797204"/>
                </a:moveTo>
                <a:lnTo>
                  <a:pt x="4485818" y="796086"/>
                </a:lnTo>
                <a:lnTo>
                  <a:pt x="4483951" y="794219"/>
                </a:lnTo>
                <a:lnTo>
                  <a:pt x="4482833" y="793750"/>
                </a:lnTo>
                <a:lnTo>
                  <a:pt x="4480204" y="793750"/>
                </a:lnTo>
                <a:lnTo>
                  <a:pt x="4479087" y="794219"/>
                </a:lnTo>
                <a:lnTo>
                  <a:pt x="4477220" y="796086"/>
                </a:lnTo>
                <a:lnTo>
                  <a:pt x="4476750" y="797204"/>
                </a:lnTo>
                <a:lnTo>
                  <a:pt x="4476750" y="799833"/>
                </a:lnTo>
                <a:lnTo>
                  <a:pt x="4477220" y="800950"/>
                </a:lnTo>
                <a:lnTo>
                  <a:pt x="4479087" y="802817"/>
                </a:lnTo>
                <a:lnTo>
                  <a:pt x="4480204" y="803275"/>
                </a:lnTo>
                <a:lnTo>
                  <a:pt x="4482833" y="803275"/>
                </a:lnTo>
                <a:lnTo>
                  <a:pt x="4483951" y="802817"/>
                </a:lnTo>
                <a:lnTo>
                  <a:pt x="4485818" y="800950"/>
                </a:lnTo>
                <a:lnTo>
                  <a:pt x="4486275" y="799833"/>
                </a:lnTo>
                <a:lnTo>
                  <a:pt x="4486275" y="797204"/>
                </a:lnTo>
                <a:close/>
              </a:path>
              <a:path w="6534150" h="80327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87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87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6534150" h="803275">
                <a:moveTo>
                  <a:pt x="4533900" y="797204"/>
                </a:moveTo>
                <a:lnTo>
                  <a:pt x="4533443" y="796086"/>
                </a:lnTo>
                <a:lnTo>
                  <a:pt x="4531576" y="794219"/>
                </a:lnTo>
                <a:lnTo>
                  <a:pt x="4530458" y="793750"/>
                </a:lnTo>
                <a:lnTo>
                  <a:pt x="4527829" y="793750"/>
                </a:lnTo>
                <a:lnTo>
                  <a:pt x="4526712" y="794219"/>
                </a:lnTo>
                <a:lnTo>
                  <a:pt x="4524845" y="796086"/>
                </a:lnTo>
                <a:lnTo>
                  <a:pt x="4524375" y="797204"/>
                </a:lnTo>
                <a:lnTo>
                  <a:pt x="4524375" y="799833"/>
                </a:lnTo>
                <a:lnTo>
                  <a:pt x="4524845" y="800950"/>
                </a:lnTo>
                <a:lnTo>
                  <a:pt x="4526712" y="802817"/>
                </a:lnTo>
                <a:lnTo>
                  <a:pt x="4527829" y="803275"/>
                </a:lnTo>
                <a:lnTo>
                  <a:pt x="4530458" y="803275"/>
                </a:lnTo>
                <a:lnTo>
                  <a:pt x="4531576" y="802817"/>
                </a:lnTo>
                <a:lnTo>
                  <a:pt x="4533443" y="800950"/>
                </a:lnTo>
                <a:lnTo>
                  <a:pt x="4533900" y="799833"/>
                </a:lnTo>
                <a:lnTo>
                  <a:pt x="4533900" y="797204"/>
                </a:lnTo>
                <a:close/>
              </a:path>
              <a:path w="6534150" h="80327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712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712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6534150" h="803275">
                <a:moveTo>
                  <a:pt x="4581525" y="797204"/>
                </a:moveTo>
                <a:lnTo>
                  <a:pt x="4581068" y="796086"/>
                </a:lnTo>
                <a:lnTo>
                  <a:pt x="4579201" y="794219"/>
                </a:lnTo>
                <a:lnTo>
                  <a:pt x="4578083" y="793750"/>
                </a:lnTo>
                <a:lnTo>
                  <a:pt x="4575454" y="793750"/>
                </a:lnTo>
                <a:lnTo>
                  <a:pt x="4574337" y="794219"/>
                </a:lnTo>
                <a:lnTo>
                  <a:pt x="4572470" y="796086"/>
                </a:lnTo>
                <a:lnTo>
                  <a:pt x="4572000" y="797204"/>
                </a:lnTo>
                <a:lnTo>
                  <a:pt x="4572000" y="799833"/>
                </a:lnTo>
                <a:lnTo>
                  <a:pt x="4572470" y="800950"/>
                </a:lnTo>
                <a:lnTo>
                  <a:pt x="4574337" y="802817"/>
                </a:lnTo>
                <a:lnTo>
                  <a:pt x="4575454" y="803275"/>
                </a:lnTo>
                <a:lnTo>
                  <a:pt x="4578083" y="803275"/>
                </a:lnTo>
                <a:lnTo>
                  <a:pt x="4579201" y="802817"/>
                </a:lnTo>
                <a:lnTo>
                  <a:pt x="4581068" y="800950"/>
                </a:lnTo>
                <a:lnTo>
                  <a:pt x="4581525" y="799833"/>
                </a:lnTo>
                <a:lnTo>
                  <a:pt x="4581525" y="797204"/>
                </a:lnTo>
                <a:close/>
              </a:path>
              <a:path w="6534150" h="80327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6534150" h="803275">
                <a:moveTo>
                  <a:pt x="4629150" y="797204"/>
                </a:moveTo>
                <a:lnTo>
                  <a:pt x="4628693" y="796086"/>
                </a:lnTo>
                <a:lnTo>
                  <a:pt x="4626826" y="794219"/>
                </a:lnTo>
                <a:lnTo>
                  <a:pt x="4625708" y="793750"/>
                </a:lnTo>
                <a:lnTo>
                  <a:pt x="4623079" y="793750"/>
                </a:lnTo>
                <a:lnTo>
                  <a:pt x="4621962" y="794219"/>
                </a:lnTo>
                <a:lnTo>
                  <a:pt x="4620095" y="796086"/>
                </a:lnTo>
                <a:lnTo>
                  <a:pt x="4619625" y="797204"/>
                </a:lnTo>
                <a:lnTo>
                  <a:pt x="4619625" y="799833"/>
                </a:lnTo>
                <a:lnTo>
                  <a:pt x="4620095" y="800950"/>
                </a:lnTo>
                <a:lnTo>
                  <a:pt x="4621962" y="802817"/>
                </a:lnTo>
                <a:lnTo>
                  <a:pt x="4623079" y="803275"/>
                </a:lnTo>
                <a:lnTo>
                  <a:pt x="4625708" y="803275"/>
                </a:lnTo>
                <a:lnTo>
                  <a:pt x="4626826" y="802817"/>
                </a:lnTo>
                <a:lnTo>
                  <a:pt x="4628693" y="800950"/>
                </a:lnTo>
                <a:lnTo>
                  <a:pt x="4629150" y="799833"/>
                </a:lnTo>
                <a:lnTo>
                  <a:pt x="4629150" y="797204"/>
                </a:lnTo>
                <a:close/>
              </a:path>
              <a:path w="6534150" h="80327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62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62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6534150" h="803275">
                <a:moveTo>
                  <a:pt x="4676775" y="797204"/>
                </a:moveTo>
                <a:lnTo>
                  <a:pt x="4676318" y="796086"/>
                </a:lnTo>
                <a:lnTo>
                  <a:pt x="4674451" y="794219"/>
                </a:lnTo>
                <a:lnTo>
                  <a:pt x="4673333" y="793750"/>
                </a:lnTo>
                <a:lnTo>
                  <a:pt x="4670704" y="793750"/>
                </a:lnTo>
                <a:lnTo>
                  <a:pt x="4669587" y="794219"/>
                </a:lnTo>
                <a:lnTo>
                  <a:pt x="4667720" y="796086"/>
                </a:lnTo>
                <a:lnTo>
                  <a:pt x="4667250" y="797204"/>
                </a:lnTo>
                <a:lnTo>
                  <a:pt x="4667250" y="799833"/>
                </a:lnTo>
                <a:lnTo>
                  <a:pt x="4667720" y="800950"/>
                </a:lnTo>
                <a:lnTo>
                  <a:pt x="4669587" y="802817"/>
                </a:lnTo>
                <a:lnTo>
                  <a:pt x="4670704" y="803275"/>
                </a:lnTo>
                <a:lnTo>
                  <a:pt x="4673333" y="803275"/>
                </a:lnTo>
                <a:lnTo>
                  <a:pt x="4674451" y="802817"/>
                </a:lnTo>
                <a:lnTo>
                  <a:pt x="4676318" y="800950"/>
                </a:lnTo>
                <a:lnTo>
                  <a:pt x="4676775" y="799833"/>
                </a:lnTo>
                <a:lnTo>
                  <a:pt x="4676775" y="797204"/>
                </a:lnTo>
                <a:close/>
              </a:path>
              <a:path w="6534150" h="80327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87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87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6534150" h="803275">
                <a:moveTo>
                  <a:pt x="4724400" y="797204"/>
                </a:moveTo>
                <a:lnTo>
                  <a:pt x="4723943" y="796086"/>
                </a:lnTo>
                <a:lnTo>
                  <a:pt x="4722076" y="794219"/>
                </a:lnTo>
                <a:lnTo>
                  <a:pt x="4720958" y="793750"/>
                </a:lnTo>
                <a:lnTo>
                  <a:pt x="4718329" y="793750"/>
                </a:lnTo>
                <a:lnTo>
                  <a:pt x="4717212" y="794219"/>
                </a:lnTo>
                <a:lnTo>
                  <a:pt x="4715345" y="796086"/>
                </a:lnTo>
                <a:lnTo>
                  <a:pt x="4714875" y="797204"/>
                </a:lnTo>
                <a:lnTo>
                  <a:pt x="4714875" y="799833"/>
                </a:lnTo>
                <a:lnTo>
                  <a:pt x="4715345" y="800950"/>
                </a:lnTo>
                <a:lnTo>
                  <a:pt x="4717212" y="802817"/>
                </a:lnTo>
                <a:lnTo>
                  <a:pt x="4718329" y="803275"/>
                </a:lnTo>
                <a:lnTo>
                  <a:pt x="4720958" y="803275"/>
                </a:lnTo>
                <a:lnTo>
                  <a:pt x="4722076" y="802817"/>
                </a:lnTo>
                <a:lnTo>
                  <a:pt x="4723943" y="800950"/>
                </a:lnTo>
                <a:lnTo>
                  <a:pt x="4724400" y="799833"/>
                </a:lnTo>
                <a:lnTo>
                  <a:pt x="4724400" y="797204"/>
                </a:lnTo>
                <a:close/>
              </a:path>
              <a:path w="6534150" h="80327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212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212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6534150" h="803275">
                <a:moveTo>
                  <a:pt x="4772025" y="797204"/>
                </a:moveTo>
                <a:lnTo>
                  <a:pt x="4771568" y="796086"/>
                </a:lnTo>
                <a:lnTo>
                  <a:pt x="4769701" y="794219"/>
                </a:lnTo>
                <a:lnTo>
                  <a:pt x="4768583" y="793750"/>
                </a:lnTo>
                <a:lnTo>
                  <a:pt x="4765954" y="793750"/>
                </a:lnTo>
                <a:lnTo>
                  <a:pt x="4764837" y="794219"/>
                </a:lnTo>
                <a:lnTo>
                  <a:pt x="4762970" y="796086"/>
                </a:lnTo>
                <a:lnTo>
                  <a:pt x="4762500" y="797204"/>
                </a:lnTo>
                <a:lnTo>
                  <a:pt x="4762500" y="799833"/>
                </a:lnTo>
                <a:lnTo>
                  <a:pt x="4762970" y="800950"/>
                </a:lnTo>
                <a:lnTo>
                  <a:pt x="4764837" y="802817"/>
                </a:lnTo>
                <a:lnTo>
                  <a:pt x="4765954" y="803275"/>
                </a:lnTo>
                <a:lnTo>
                  <a:pt x="4768583" y="803275"/>
                </a:lnTo>
                <a:lnTo>
                  <a:pt x="4769701" y="802817"/>
                </a:lnTo>
                <a:lnTo>
                  <a:pt x="4771568" y="800950"/>
                </a:lnTo>
                <a:lnTo>
                  <a:pt x="4772025" y="799833"/>
                </a:lnTo>
                <a:lnTo>
                  <a:pt x="4772025" y="797204"/>
                </a:lnTo>
                <a:close/>
              </a:path>
              <a:path w="6534150" h="803275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37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37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6534150" h="803275">
                <a:moveTo>
                  <a:pt x="4819650" y="797204"/>
                </a:moveTo>
                <a:lnTo>
                  <a:pt x="4819193" y="796086"/>
                </a:lnTo>
                <a:lnTo>
                  <a:pt x="4817326" y="794219"/>
                </a:lnTo>
                <a:lnTo>
                  <a:pt x="4816208" y="793750"/>
                </a:lnTo>
                <a:lnTo>
                  <a:pt x="4813579" y="793750"/>
                </a:lnTo>
                <a:lnTo>
                  <a:pt x="4812449" y="794219"/>
                </a:lnTo>
                <a:lnTo>
                  <a:pt x="4810595" y="796086"/>
                </a:lnTo>
                <a:lnTo>
                  <a:pt x="4810125" y="797204"/>
                </a:lnTo>
                <a:lnTo>
                  <a:pt x="4810125" y="799833"/>
                </a:lnTo>
                <a:lnTo>
                  <a:pt x="4810595" y="800950"/>
                </a:lnTo>
                <a:lnTo>
                  <a:pt x="4812449" y="802817"/>
                </a:lnTo>
                <a:lnTo>
                  <a:pt x="4813579" y="803275"/>
                </a:lnTo>
                <a:lnTo>
                  <a:pt x="4816208" y="803275"/>
                </a:lnTo>
                <a:lnTo>
                  <a:pt x="4817326" y="802817"/>
                </a:lnTo>
                <a:lnTo>
                  <a:pt x="4819193" y="800950"/>
                </a:lnTo>
                <a:lnTo>
                  <a:pt x="4819650" y="799833"/>
                </a:lnTo>
                <a:lnTo>
                  <a:pt x="4819650" y="797204"/>
                </a:lnTo>
                <a:close/>
              </a:path>
              <a:path w="6534150" h="803275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6534150" h="803275">
                <a:moveTo>
                  <a:pt x="4867275" y="797204"/>
                </a:moveTo>
                <a:lnTo>
                  <a:pt x="4866818" y="796086"/>
                </a:lnTo>
                <a:lnTo>
                  <a:pt x="4864951" y="794219"/>
                </a:lnTo>
                <a:lnTo>
                  <a:pt x="4863833" y="793750"/>
                </a:lnTo>
                <a:lnTo>
                  <a:pt x="4861204" y="793750"/>
                </a:lnTo>
                <a:lnTo>
                  <a:pt x="4860074" y="794219"/>
                </a:lnTo>
                <a:lnTo>
                  <a:pt x="4858220" y="796086"/>
                </a:lnTo>
                <a:lnTo>
                  <a:pt x="4857750" y="797204"/>
                </a:lnTo>
                <a:lnTo>
                  <a:pt x="4857750" y="799833"/>
                </a:lnTo>
                <a:lnTo>
                  <a:pt x="4858220" y="800950"/>
                </a:lnTo>
                <a:lnTo>
                  <a:pt x="4860074" y="802817"/>
                </a:lnTo>
                <a:lnTo>
                  <a:pt x="4861204" y="803275"/>
                </a:lnTo>
                <a:lnTo>
                  <a:pt x="4863833" y="803275"/>
                </a:lnTo>
                <a:lnTo>
                  <a:pt x="4864951" y="802817"/>
                </a:lnTo>
                <a:lnTo>
                  <a:pt x="4866818" y="800950"/>
                </a:lnTo>
                <a:lnTo>
                  <a:pt x="4867275" y="799833"/>
                </a:lnTo>
                <a:lnTo>
                  <a:pt x="4867275" y="797204"/>
                </a:lnTo>
                <a:close/>
              </a:path>
              <a:path w="6534150" h="803275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6534150" h="803275">
                <a:moveTo>
                  <a:pt x="4914900" y="797204"/>
                </a:moveTo>
                <a:lnTo>
                  <a:pt x="4914443" y="796086"/>
                </a:lnTo>
                <a:lnTo>
                  <a:pt x="4912576" y="794219"/>
                </a:lnTo>
                <a:lnTo>
                  <a:pt x="4911458" y="793750"/>
                </a:lnTo>
                <a:lnTo>
                  <a:pt x="4908829" y="793750"/>
                </a:lnTo>
                <a:lnTo>
                  <a:pt x="4907699" y="794219"/>
                </a:lnTo>
                <a:lnTo>
                  <a:pt x="4905845" y="796086"/>
                </a:lnTo>
                <a:lnTo>
                  <a:pt x="4905375" y="797204"/>
                </a:lnTo>
                <a:lnTo>
                  <a:pt x="4905375" y="799833"/>
                </a:lnTo>
                <a:lnTo>
                  <a:pt x="4905845" y="800950"/>
                </a:lnTo>
                <a:lnTo>
                  <a:pt x="4907699" y="802817"/>
                </a:lnTo>
                <a:lnTo>
                  <a:pt x="4908829" y="803275"/>
                </a:lnTo>
                <a:lnTo>
                  <a:pt x="4911458" y="803275"/>
                </a:lnTo>
                <a:lnTo>
                  <a:pt x="4912576" y="802817"/>
                </a:lnTo>
                <a:lnTo>
                  <a:pt x="4914443" y="800950"/>
                </a:lnTo>
                <a:lnTo>
                  <a:pt x="4914900" y="799833"/>
                </a:lnTo>
                <a:lnTo>
                  <a:pt x="4914900" y="797204"/>
                </a:lnTo>
                <a:close/>
              </a:path>
              <a:path w="6534150" h="803275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  <a:path w="6534150" h="803275">
                <a:moveTo>
                  <a:pt x="4962525" y="797204"/>
                </a:moveTo>
                <a:lnTo>
                  <a:pt x="4962068" y="796086"/>
                </a:lnTo>
                <a:lnTo>
                  <a:pt x="4960201" y="794219"/>
                </a:lnTo>
                <a:lnTo>
                  <a:pt x="4959083" y="793750"/>
                </a:lnTo>
                <a:lnTo>
                  <a:pt x="4956454" y="793750"/>
                </a:lnTo>
                <a:lnTo>
                  <a:pt x="4955324" y="794219"/>
                </a:lnTo>
                <a:lnTo>
                  <a:pt x="4953470" y="796086"/>
                </a:lnTo>
                <a:lnTo>
                  <a:pt x="4953000" y="797204"/>
                </a:lnTo>
                <a:lnTo>
                  <a:pt x="4953000" y="799833"/>
                </a:lnTo>
                <a:lnTo>
                  <a:pt x="4953470" y="800950"/>
                </a:lnTo>
                <a:lnTo>
                  <a:pt x="4955324" y="802817"/>
                </a:lnTo>
                <a:lnTo>
                  <a:pt x="4956454" y="803275"/>
                </a:lnTo>
                <a:lnTo>
                  <a:pt x="4959083" y="803275"/>
                </a:lnTo>
                <a:lnTo>
                  <a:pt x="4960201" y="802817"/>
                </a:lnTo>
                <a:lnTo>
                  <a:pt x="4962068" y="800950"/>
                </a:lnTo>
                <a:lnTo>
                  <a:pt x="4962525" y="799833"/>
                </a:lnTo>
                <a:lnTo>
                  <a:pt x="4962525" y="797204"/>
                </a:lnTo>
                <a:close/>
              </a:path>
              <a:path w="6534150" h="803275">
                <a:moveTo>
                  <a:pt x="4962525" y="3454"/>
                </a:moveTo>
                <a:lnTo>
                  <a:pt x="4962068" y="2336"/>
                </a:lnTo>
                <a:lnTo>
                  <a:pt x="4960201" y="469"/>
                </a:lnTo>
                <a:lnTo>
                  <a:pt x="4959083" y="0"/>
                </a:lnTo>
                <a:lnTo>
                  <a:pt x="4956454" y="0"/>
                </a:lnTo>
                <a:lnTo>
                  <a:pt x="4955324" y="469"/>
                </a:lnTo>
                <a:lnTo>
                  <a:pt x="4953470" y="2336"/>
                </a:lnTo>
                <a:lnTo>
                  <a:pt x="4953000" y="3454"/>
                </a:lnTo>
                <a:lnTo>
                  <a:pt x="4953000" y="6083"/>
                </a:lnTo>
                <a:lnTo>
                  <a:pt x="4953470" y="7200"/>
                </a:lnTo>
                <a:lnTo>
                  <a:pt x="4955324" y="9067"/>
                </a:lnTo>
                <a:lnTo>
                  <a:pt x="4956454" y="9525"/>
                </a:lnTo>
                <a:lnTo>
                  <a:pt x="4959083" y="9525"/>
                </a:lnTo>
                <a:lnTo>
                  <a:pt x="4960201" y="9067"/>
                </a:lnTo>
                <a:lnTo>
                  <a:pt x="4962068" y="7200"/>
                </a:lnTo>
                <a:lnTo>
                  <a:pt x="4962525" y="6083"/>
                </a:lnTo>
                <a:lnTo>
                  <a:pt x="4962525" y="3454"/>
                </a:lnTo>
                <a:close/>
              </a:path>
              <a:path w="6534150" h="803275">
                <a:moveTo>
                  <a:pt x="5010150" y="797204"/>
                </a:moveTo>
                <a:lnTo>
                  <a:pt x="5009693" y="796086"/>
                </a:lnTo>
                <a:lnTo>
                  <a:pt x="5007826" y="794219"/>
                </a:lnTo>
                <a:lnTo>
                  <a:pt x="5006708" y="793750"/>
                </a:lnTo>
                <a:lnTo>
                  <a:pt x="5004079" y="793750"/>
                </a:lnTo>
                <a:lnTo>
                  <a:pt x="5002949" y="794219"/>
                </a:lnTo>
                <a:lnTo>
                  <a:pt x="5001095" y="796086"/>
                </a:lnTo>
                <a:lnTo>
                  <a:pt x="5000625" y="797204"/>
                </a:lnTo>
                <a:lnTo>
                  <a:pt x="5000625" y="799833"/>
                </a:lnTo>
                <a:lnTo>
                  <a:pt x="5001095" y="800950"/>
                </a:lnTo>
                <a:lnTo>
                  <a:pt x="5002949" y="802817"/>
                </a:lnTo>
                <a:lnTo>
                  <a:pt x="5004079" y="803275"/>
                </a:lnTo>
                <a:lnTo>
                  <a:pt x="5006708" y="803275"/>
                </a:lnTo>
                <a:lnTo>
                  <a:pt x="5007826" y="802817"/>
                </a:lnTo>
                <a:lnTo>
                  <a:pt x="5009693" y="800950"/>
                </a:lnTo>
                <a:lnTo>
                  <a:pt x="5010150" y="799833"/>
                </a:lnTo>
                <a:lnTo>
                  <a:pt x="5010150" y="797204"/>
                </a:lnTo>
                <a:close/>
              </a:path>
              <a:path w="6534150" h="803275">
                <a:moveTo>
                  <a:pt x="5010150" y="3454"/>
                </a:moveTo>
                <a:lnTo>
                  <a:pt x="5009693" y="2336"/>
                </a:lnTo>
                <a:lnTo>
                  <a:pt x="5007826" y="469"/>
                </a:lnTo>
                <a:lnTo>
                  <a:pt x="5006708" y="0"/>
                </a:lnTo>
                <a:lnTo>
                  <a:pt x="5004079" y="0"/>
                </a:lnTo>
                <a:lnTo>
                  <a:pt x="5002949" y="469"/>
                </a:lnTo>
                <a:lnTo>
                  <a:pt x="5001095" y="2336"/>
                </a:lnTo>
                <a:lnTo>
                  <a:pt x="5000625" y="3454"/>
                </a:lnTo>
                <a:lnTo>
                  <a:pt x="5000625" y="6083"/>
                </a:lnTo>
                <a:lnTo>
                  <a:pt x="5001095" y="7200"/>
                </a:lnTo>
                <a:lnTo>
                  <a:pt x="5002949" y="9067"/>
                </a:lnTo>
                <a:lnTo>
                  <a:pt x="5004079" y="9525"/>
                </a:lnTo>
                <a:lnTo>
                  <a:pt x="5006708" y="9525"/>
                </a:lnTo>
                <a:lnTo>
                  <a:pt x="5007826" y="9067"/>
                </a:lnTo>
                <a:lnTo>
                  <a:pt x="5009693" y="7200"/>
                </a:lnTo>
                <a:lnTo>
                  <a:pt x="5010150" y="6083"/>
                </a:lnTo>
                <a:lnTo>
                  <a:pt x="5010150" y="3454"/>
                </a:lnTo>
                <a:close/>
              </a:path>
              <a:path w="6534150" h="803275">
                <a:moveTo>
                  <a:pt x="5057775" y="797204"/>
                </a:moveTo>
                <a:lnTo>
                  <a:pt x="5057318" y="796086"/>
                </a:lnTo>
                <a:lnTo>
                  <a:pt x="5055451" y="794219"/>
                </a:lnTo>
                <a:lnTo>
                  <a:pt x="5054333" y="793750"/>
                </a:lnTo>
                <a:lnTo>
                  <a:pt x="5051704" y="793750"/>
                </a:lnTo>
                <a:lnTo>
                  <a:pt x="5050574" y="794219"/>
                </a:lnTo>
                <a:lnTo>
                  <a:pt x="5048720" y="796086"/>
                </a:lnTo>
                <a:lnTo>
                  <a:pt x="5048250" y="797204"/>
                </a:lnTo>
                <a:lnTo>
                  <a:pt x="5048250" y="799833"/>
                </a:lnTo>
                <a:lnTo>
                  <a:pt x="5048720" y="800950"/>
                </a:lnTo>
                <a:lnTo>
                  <a:pt x="5050574" y="802817"/>
                </a:lnTo>
                <a:lnTo>
                  <a:pt x="5051704" y="803275"/>
                </a:lnTo>
                <a:lnTo>
                  <a:pt x="5054333" y="803275"/>
                </a:lnTo>
                <a:lnTo>
                  <a:pt x="5055451" y="802817"/>
                </a:lnTo>
                <a:lnTo>
                  <a:pt x="5057318" y="800950"/>
                </a:lnTo>
                <a:lnTo>
                  <a:pt x="5057775" y="799833"/>
                </a:lnTo>
                <a:lnTo>
                  <a:pt x="5057775" y="797204"/>
                </a:lnTo>
                <a:close/>
              </a:path>
              <a:path w="6534150" h="803275">
                <a:moveTo>
                  <a:pt x="5057775" y="3454"/>
                </a:moveTo>
                <a:lnTo>
                  <a:pt x="5057318" y="2336"/>
                </a:lnTo>
                <a:lnTo>
                  <a:pt x="5055451" y="469"/>
                </a:lnTo>
                <a:lnTo>
                  <a:pt x="5054333" y="0"/>
                </a:lnTo>
                <a:lnTo>
                  <a:pt x="5051704" y="0"/>
                </a:lnTo>
                <a:lnTo>
                  <a:pt x="5050574" y="469"/>
                </a:lnTo>
                <a:lnTo>
                  <a:pt x="5048720" y="2336"/>
                </a:lnTo>
                <a:lnTo>
                  <a:pt x="5048250" y="3454"/>
                </a:lnTo>
                <a:lnTo>
                  <a:pt x="5048250" y="6083"/>
                </a:lnTo>
                <a:lnTo>
                  <a:pt x="5048720" y="7200"/>
                </a:lnTo>
                <a:lnTo>
                  <a:pt x="5050574" y="9067"/>
                </a:lnTo>
                <a:lnTo>
                  <a:pt x="5051704" y="9525"/>
                </a:lnTo>
                <a:lnTo>
                  <a:pt x="5054333" y="9525"/>
                </a:lnTo>
                <a:lnTo>
                  <a:pt x="5055451" y="9067"/>
                </a:lnTo>
                <a:lnTo>
                  <a:pt x="5057318" y="7200"/>
                </a:lnTo>
                <a:lnTo>
                  <a:pt x="5057775" y="6083"/>
                </a:lnTo>
                <a:lnTo>
                  <a:pt x="5057775" y="3454"/>
                </a:lnTo>
                <a:close/>
              </a:path>
              <a:path w="6534150" h="803275">
                <a:moveTo>
                  <a:pt x="5105400" y="797204"/>
                </a:moveTo>
                <a:lnTo>
                  <a:pt x="5104943" y="796086"/>
                </a:lnTo>
                <a:lnTo>
                  <a:pt x="5103076" y="794219"/>
                </a:lnTo>
                <a:lnTo>
                  <a:pt x="5101958" y="793750"/>
                </a:lnTo>
                <a:lnTo>
                  <a:pt x="5099329" y="793750"/>
                </a:lnTo>
                <a:lnTo>
                  <a:pt x="5098212" y="794219"/>
                </a:lnTo>
                <a:lnTo>
                  <a:pt x="5096345" y="796086"/>
                </a:lnTo>
                <a:lnTo>
                  <a:pt x="5095875" y="797204"/>
                </a:lnTo>
                <a:lnTo>
                  <a:pt x="5095875" y="799833"/>
                </a:lnTo>
                <a:lnTo>
                  <a:pt x="5096345" y="800950"/>
                </a:lnTo>
                <a:lnTo>
                  <a:pt x="5098212" y="802817"/>
                </a:lnTo>
                <a:lnTo>
                  <a:pt x="5099329" y="803275"/>
                </a:lnTo>
                <a:lnTo>
                  <a:pt x="5101958" y="803275"/>
                </a:lnTo>
                <a:lnTo>
                  <a:pt x="5103076" y="802817"/>
                </a:lnTo>
                <a:lnTo>
                  <a:pt x="5104943" y="800950"/>
                </a:lnTo>
                <a:lnTo>
                  <a:pt x="5105400" y="799833"/>
                </a:lnTo>
                <a:lnTo>
                  <a:pt x="5105400" y="797204"/>
                </a:lnTo>
                <a:close/>
              </a:path>
              <a:path w="6534150" h="803275">
                <a:moveTo>
                  <a:pt x="5105400" y="3454"/>
                </a:moveTo>
                <a:lnTo>
                  <a:pt x="5104943" y="2336"/>
                </a:lnTo>
                <a:lnTo>
                  <a:pt x="5103076" y="469"/>
                </a:lnTo>
                <a:lnTo>
                  <a:pt x="5101958" y="0"/>
                </a:lnTo>
                <a:lnTo>
                  <a:pt x="5099329" y="0"/>
                </a:lnTo>
                <a:lnTo>
                  <a:pt x="5098212" y="469"/>
                </a:lnTo>
                <a:lnTo>
                  <a:pt x="5096345" y="2336"/>
                </a:lnTo>
                <a:lnTo>
                  <a:pt x="5095875" y="3454"/>
                </a:lnTo>
                <a:lnTo>
                  <a:pt x="5095875" y="6083"/>
                </a:lnTo>
                <a:lnTo>
                  <a:pt x="5096345" y="7200"/>
                </a:lnTo>
                <a:lnTo>
                  <a:pt x="5098212" y="9067"/>
                </a:lnTo>
                <a:lnTo>
                  <a:pt x="5099329" y="9525"/>
                </a:lnTo>
                <a:lnTo>
                  <a:pt x="5101958" y="9525"/>
                </a:lnTo>
                <a:lnTo>
                  <a:pt x="5103076" y="9067"/>
                </a:lnTo>
                <a:lnTo>
                  <a:pt x="5104943" y="7200"/>
                </a:lnTo>
                <a:lnTo>
                  <a:pt x="5105400" y="6083"/>
                </a:lnTo>
                <a:lnTo>
                  <a:pt x="5105400" y="3454"/>
                </a:lnTo>
                <a:close/>
              </a:path>
              <a:path w="6534150" h="803275">
                <a:moveTo>
                  <a:pt x="5153025" y="797204"/>
                </a:moveTo>
                <a:lnTo>
                  <a:pt x="5152568" y="796086"/>
                </a:lnTo>
                <a:lnTo>
                  <a:pt x="5150701" y="794219"/>
                </a:lnTo>
                <a:lnTo>
                  <a:pt x="5149583" y="793750"/>
                </a:lnTo>
                <a:lnTo>
                  <a:pt x="5146954" y="793750"/>
                </a:lnTo>
                <a:lnTo>
                  <a:pt x="5145824" y="794219"/>
                </a:lnTo>
                <a:lnTo>
                  <a:pt x="5143970" y="796086"/>
                </a:lnTo>
                <a:lnTo>
                  <a:pt x="5143500" y="797204"/>
                </a:lnTo>
                <a:lnTo>
                  <a:pt x="5143500" y="799833"/>
                </a:lnTo>
                <a:lnTo>
                  <a:pt x="5143970" y="800950"/>
                </a:lnTo>
                <a:lnTo>
                  <a:pt x="5145824" y="802817"/>
                </a:lnTo>
                <a:lnTo>
                  <a:pt x="5146954" y="803275"/>
                </a:lnTo>
                <a:lnTo>
                  <a:pt x="5149583" y="803275"/>
                </a:lnTo>
                <a:lnTo>
                  <a:pt x="5150701" y="802817"/>
                </a:lnTo>
                <a:lnTo>
                  <a:pt x="5152568" y="800950"/>
                </a:lnTo>
                <a:lnTo>
                  <a:pt x="5153025" y="799833"/>
                </a:lnTo>
                <a:lnTo>
                  <a:pt x="5153025" y="797204"/>
                </a:lnTo>
                <a:close/>
              </a:path>
              <a:path w="6534150" h="803275">
                <a:moveTo>
                  <a:pt x="5153025" y="3454"/>
                </a:moveTo>
                <a:lnTo>
                  <a:pt x="5152568" y="2336"/>
                </a:lnTo>
                <a:lnTo>
                  <a:pt x="5150701" y="469"/>
                </a:lnTo>
                <a:lnTo>
                  <a:pt x="5149583" y="0"/>
                </a:lnTo>
                <a:lnTo>
                  <a:pt x="5146954" y="0"/>
                </a:lnTo>
                <a:lnTo>
                  <a:pt x="5145824" y="469"/>
                </a:lnTo>
                <a:lnTo>
                  <a:pt x="5143970" y="2336"/>
                </a:lnTo>
                <a:lnTo>
                  <a:pt x="5143500" y="3454"/>
                </a:lnTo>
                <a:lnTo>
                  <a:pt x="5143500" y="6083"/>
                </a:lnTo>
                <a:lnTo>
                  <a:pt x="5143970" y="7200"/>
                </a:lnTo>
                <a:lnTo>
                  <a:pt x="5145824" y="9067"/>
                </a:lnTo>
                <a:lnTo>
                  <a:pt x="5146954" y="9525"/>
                </a:lnTo>
                <a:lnTo>
                  <a:pt x="5149583" y="9525"/>
                </a:lnTo>
                <a:lnTo>
                  <a:pt x="5150701" y="9067"/>
                </a:lnTo>
                <a:lnTo>
                  <a:pt x="5152568" y="7200"/>
                </a:lnTo>
                <a:lnTo>
                  <a:pt x="5153025" y="6083"/>
                </a:lnTo>
                <a:lnTo>
                  <a:pt x="5153025" y="3454"/>
                </a:lnTo>
                <a:close/>
              </a:path>
              <a:path w="6534150" h="803275">
                <a:moveTo>
                  <a:pt x="5200650" y="797204"/>
                </a:moveTo>
                <a:lnTo>
                  <a:pt x="5200193" y="796086"/>
                </a:lnTo>
                <a:lnTo>
                  <a:pt x="5198326" y="794219"/>
                </a:lnTo>
                <a:lnTo>
                  <a:pt x="5197208" y="793750"/>
                </a:lnTo>
                <a:lnTo>
                  <a:pt x="5194579" y="793750"/>
                </a:lnTo>
                <a:lnTo>
                  <a:pt x="5193449" y="794219"/>
                </a:lnTo>
                <a:lnTo>
                  <a:pt x="5191595" y="796086"/>
                </a:lnTo>
                <a:lnTo>
                  <a:pt x="5191125" y="797204"/>
                </a:lnTo>
                <a:lnTo>
                  <a:pt x="5191125" y="799833"/>
                </a:lnTo>
                <a:lnTo>
                  <a:pt x="5191595" y="800950"/>
                </a:lnTo>
                <a:lnTo>
                  <a:pt x="5193449" y="802817"/>
                </a:lnTo>
                <a:lnTo>
                  <a:pt x="5194579" y="803275"/>
                </a:lnTo>
                <a:lnTo>
                  <a:pt x="5197208" y="803275"/>
                </a:lnTo>
                <a:lnTo>
                  <a:pt x="5198326" y="802817"/>
                </a:lnTo>
                <a:lnTo>
                  <a:pt x="5200193" y="800950"/>
                </a:lnTo>
                <a:lnTo>
                  <a:pt x="5200650" y="799833"/>
                </a:lnTo>
                <a:lnTo>
                  <a:pt x="5200650" y="797204"/>
                </a:lnTo>
                <a:close/>
              </a:path>
              <a:path w="6534150" h="803275">
                <a:moveTo>
                  <a:pt x="5200650" y="3454"/>
                </a:moveTo>
                <a:lnTo>
                  <a:pt x="5200193" y="2336"/>
                </a:lnTo>
                <a:lnTo>
                  <a:pt x="5198326" y="469"/>
                </a:lnTo>
                <a:lnTo>
                  <a:pt x="5197208" y="0"/>
                </a:lnTo>
                <a:lnTo>
                  <a:pt x="5194579" y="0"/>
                </a:lnTo>
                <a:lnTo>
                  <a:pt x="5193449" y="469"/>
                </a:lnTo>
                <a:lnTo>
                  <a:pt x="5191595" y="2336"/>
                </a:lnTo>
                <a:lnTo>
                  <a:pt x="5191125" y="3454"/>
                </a:lnTo>
                <a:lnTo>
                  <a:pt x="5191125" y="6083"/>
                </a:lnTo>
                <a:lnTo>
                  <a:pt x="5191595" y="7200"/>
                </a:lnTo>
                <a:lnTo>
                  <a:pt x="5193449" y="9067"/>
                </a:lnTo>
                <a:lnTo>
                  <a:pt x="5194579" y="9525"/>
                </a:lnTo>
                <a:lnTo>
                  <a:pt x="5197208" y="9525"/>
                </a:lnTo>
                <a:lnTo>
                  <a:pt x="5198326" y="9067"/>
                </a:lnTo>
                <a:lnTo>
                  <a:pt x="5200193" y="7200"/>
                </a:lnTo>
                <a:lnTo>
                  <a:pt x="5200650" y="6083"/>
                </a:lnTo>
                <a:lnTo>
                  <a:pt x="5200650" y="3454"/>
                </a:lnTo>
                <a:close/>
              </a:path>
              <a:path w="6534150" h="803275">
                <a:moveTo>
                  <a:pt x="5248275" y="797204"/>
                </a:moveTo>
                <a:lnTo>
                  <a:pt x="5247818" y="796086"/>
                </a:lnTo>
                <a:lnTo>
                  <a:pt x="5245951" y="794219"/>
                </a:lnTo>
                <a:lnTo>
                  <a:pt x="5244833" y="793750"/>
                </a:lnTo>
                <a:lnTo>
                  <a:pt x="5242204" y="793750"/>
                </a:lnTo>
                <a:lnTo>
                  <a:pt x="5241074" y="794219"/>
                </a:lnTo>
                <a:lnTo>
                  <a:pt x="5239220" y="796086"/>
                </a:lnTo>
                <a:lnTo>
                  <a:pt x="5238750" y="797204"/>
                </a:lnTo>
                <a:lnTo>
                  <a:pt x="5238750" y="799833"/>
                </a:lnTo>
                <a:lnTo>
                  <a:pt x="5239220" y="800950"/>
                </a:lnTo>
                <a:lnTo>
                  <a:pt x="5241074" y="802817"/>
                </a:lnTo>
                <a:lnTo>
                  <a:pt x="5242204" y="803275"/>
                </a:lnTo>
                <a:lnTo>
                  <a:pt x="5244833" y="803275"/>
                </a:lnTo>
                <a:lnTo>
                  <a:pt x="5245951" y="802817"/>
                </a:lnTo>
                <a:lnTo>
                  <a:pt x="5247818" y="800950"/>
                </a:lnTo>
                <a:lnTo>
                  <a:pt x="5248275" y="799833"/>
                </a:lnTo>
                <a:lnTo>
                  <a:pt x="5248275" y="797204"/>
                </a:lnTo>
                <a:close/>
              </a:path>
              <a:path w="6534150" h="803275">
                <a:moveTo>
                  <a:pt x="5248275" y="3454"/>
                </a:moveTo>
                <a:lnTo>
                  <a:pt x="5247818" y="2336"/>
                </a:lnTo>
                <a:lnTo>
                  <a:pt x="5245951" y="469"/>
                </a:lnTo>
                <a:lnTo>
                  <a:pt x="5244833" y="0"/>
                </a:lnTo>
                <a:lnTo>
                  <a:pt x="5242204" y="0"/>
                </a:lnTo>
                <a:lnTo>
                  <a:pt x="5241074" y="469"/>
                </a:lnTo>
                <a:lnTo>
                  <a:pt x="5239220" y="2336"/>
                </a:lnTo>
                <a:lnTo>
                  <a:pt x="5238750" y="3454"/>
                </a:lnTo>
                <a:lnTo>
                  <a:pt x="5238750" y="6083"/>
                </a:lnTo>
                <a:lnTo>
                  <a:pt x="5239220" y="7200"/>
                </a:lnTo>
                <a:lnTo>
                  <a:pt x="5241074" y="9067"/>
                </a:lnTo>
                <a:lnTo>
                  <a:pt x="5242204" y="9525"/>
                </a:lnTo>
                <a:lnTo>
                  <a:pt x="5244833" y="9525"/>
                </a:lnTo>
                <a:lnTo>
                  <a:pt x="5245951" y="9067"/>
                </a:lnTo>
                <a:lnTo>
                  <a:pt x="5247818" y="7200"/>
                </a:lnTo>
                <a:lnTo>
                  <a:pt x="5248275" y="6083"/>
                </a:lnTo>
                <a:lnTo>
                  <a:pt x="5248275" y="3454"/>
                </a:lnTo>
                <a:close/>
              </a:path>
              <a:path w="6534150" h="803275">
                <a:moveTo>
                  <a:pt x="5295900" y="797204"/>
                </a:moveTo>
                <a:lnTo>
                  <a:pt x="5295443" y="796086"/>
                </a:lnTo>
                <a:lnTo>
                  <a:pt x="5293576" y="794219"/>
                </a:lnTo>
                <a:lnTo>
                  <a:pt x="5292458" y="793750"/>
                </a:lnTo>
                <a:lnTo>
                  <a:pt x="5289829" y="793750"/>
                </a:lnTo>
                <a:lnTo>
                  <a:pt x="5288699" y="794219"/>
                </a:lnTo>
                <a:lnTo>
                  <a:pt x="5286845" y="796086"/>
                </a:lnTo>
                <a:lnTo>
                  <a:pt x="5286375" y="797204"/>
                </a:lnTo>
                <a:lnTo>
                  <a:pt x="5286375" y="799833"/>
                </a:lnTo>
                <a:lnTo>
                  <a:pt x="5286845" y="800950"/>
                </a:lnTo>
                <a:lnTo>
                  <a:pt x="5288699" y="802817"/>
                </a:lnTo>
                <a:lnTo>
                  <a:pt x="5289829" y="803275"/>
                </a:lnTo>
                <a:lnTo>
                  <a:pt x="5292458" y="803275"/>
                </a:lnTo>
                <a:lnTo>
                  <a:pt x="5293576" y="802817"/>
                </a:lnTo>
                <a:lnTo>
                  <a:pt x="5295443" y="800950"/>
                </a:lnTo>
                <a:lnTo>
                  <a:pt x="5295900" y="799833"/>
                </a:lnTo>
                <a:lnTo>
                  <a:pt x="5295900" y="797204"/>
                </a:lnTo>
                <a:close/>
              </a:path>
              <a:path w="6534150" h="803275">
                <a:moveTo>
                  <a:pt x="5295900" y="3454"/>
                </a:moveTo>
                <a:lnTo>
                  <a:pt x="5295443" y="2336"/>
                </a:lnTo>
                <a:lnTo>
                  <a:pt x="5293576" y="469"/>
                </a:lnTo>
                <a:lnTo>
                  <a:pt x="5292458" y="0"/>
                </a:lnTo>
                <a:lnTo>
                  <a:pt x="5289829" y="0"/>
                </a:lnTo>
                <a:lnTo>
                  <a:pt x="5288699" y="469"/>
                </a:lnTo>
                <a:lnTo>
                  <a:pt x="5286845" y="2336"/>
                </a:lnTo>
                <a:lnTo>
                  <a:pt x="5286375" y="3454"/>
                </a:lnTo>
                <a:lnTo>
                  <a:pt x="5286375" y="6083"/>
                </a:lnTo>
                <a:lnTo>
                  <a:pt x="5286845" y="7200"/>
                </a:lnTo>
                <a:lnTo>
                  <a:pt x="5288699" y="9067"/>
                </a:lnTo>
                <a:lnTo>
                  <a:pt x="5289829" y="9525"/>
                </a:lnTo>
                <a:lnTo>
                  <a:pt x="5292458" y="9525"/>
                </a:lnTo>
                <a:lnTo>
                  <a:pt x="5293576" y="9067"/>
                </a:lnTo>
                <a:lnTo>
                  <a:pt x="5295443" y="7200"/>
                </a:lnTo>
                <a:lnTo>
                  <a:pt x="5295900" y="6083"/>
                </a:lnTo>
                <a:lnTo>
                  <a:pt x="5295900" y="3454"/>
                </a:lnTo>
                <a:close/>
              </a:path>
              <a:path w="6534150" h="803275">
                <a:moveTo>
                  <a:pt x="5343525" y="797204"/>
                </a:moveTo>
                <a:lnTo>
                  <a:pt x="5343068" y="796086"/>
                </a:lnTo>
                <a:lnTo>
                  <a:pt x="5341201" y="794219"/>
                </a:lnTo>
                <a:lnTo>
                  <a:pt x="5340083" y="793750"/>
                </a:lnTo>
                <a:lnTo>
                  <a:pt x="5337454" y="793750"/>
                </a:lnTo>
                <a:lnTo>
                  <a:pt x="5336324" y="794219"/>
                </a:lnTo>
                <a:lnTo>
                  <a:pt x="5334470" y="796086"/>
                </a:lnTo>
                <a:lnTo>
                  <a:pt x="5334000" y="797204"/>
                </a:lnTo>
                <a:lnTo>
                  <a:pt x="5334000" y="799833"/>
                </a:lnTo>
                <a:lnTo>
                  <a:pt x="5334470" y="800950"/>
                </a:lnTo>
                <a:lnTo>
                  <a:pt x="5336324" y="802817"/>
                </a:lnTo>
                <a:lnTo>
                  <a:pt x="5337454" y="803275"/>
                </a:lnTo>
                <a:lnTo>
                  <a:pt x="5340083" y="803275"/>
                </a:lnTo>
                <a:lnTo>
                  <a:pt x="5341201" y="802817"/>
                </a:lnTo>
                <a:lnTo>
                  <a:pt x="5343068" y="800950"/>
                </a:lnTo>
                <a:lnTo>
                  <a:pt x="5343525" y="799833"/>
                </a:lnTo>
                <a:lnTo>
                  <a:pt x="5343525" y="797204"/>
                </a:lnTo>
                <a:close/>
              </a:path>
              <a:path w="6534150" h="803275">
                <a:moveTo>
                  <a:pt x="5343525" y="3454"/>
                </a:moveTo>
                <a:lnTo>
                  <a:pt x="5343068" y="2336"/>
                </a:lnTo>
                <a:lnTo>
                  <a:pt x="5341201" y="469"/>
                </a:lnTo>
                <a:lnTo>
                  <a:pt x="5340083" y="0"/>
                </a:lnTo>
                <a:lnTo>
                  <a:pt x="5337454" y="0"/>
                </a:lnTo>
                <a:lnTo>
                  <a:pt x="5336324" y="469"/>
                </a:lnTo>
                <a:lnTo>
                  <a:pt x="5334470" y="2336"/>
                </a:lnTo>
                <a:lnTo>
                  <a:pt x="5334000" y="3454"/>
                </a:lnTo>
                <a:lnTo>
                  <a:pt x="5334000" y="6083"/>
                </a:lnTo>
                <a:lnTo>
                  <a:pt x="5334470" y="7200"/>
                </a:lnTo>
                <a:lnTo>
                  <a:pt x="5336324" y="9067"/>
                </a:lnTo>
                <a:lnTo>
                  <a:pt x="5337454" y="9525"/>
                </a:lnTo>
                <a:lnTo>
                  <a:pt x="5340083" y="9525"/>
                </a:lnTo>
                <a:lnTo>
                  <a:pt x="5341201" y="9067"/>
                </a:lnTo>
                <a:lnTo>
                  <a:pt x="5343068" y="7200"/>
                </a:lnTo>
                <a:lnTo>
                  <a:pt x="5343525" y="6083"/>
                </a:lnTo>
                <a:lnTo>
                  <a:pt x="5343525" y="3454"/>
                </a:lnTo>
                <a:close/>
              </a:path>
              <a:path w="6534150" h="803275">
                <a:moveTo>
                  <a:pt x="5391150" y="797204"/>
                </a:moveTo>
                <a:lnTo>
                  <a:pt x="5390693" y="796086"/>
                </a:lnTo>
                <a:lnTo>
                  <a:pt x="5388826" y="794219"/>
                </a:lnTo>
                <a:lnTo>
                  <a:pt x="5387708" y="793750"/>
                </a:lnTo>
                <a:lnTo>
                  <a:pt x="5385079" y="793750"/>
                </a:lnTo>
                <a:lnTo>
                  <a:pt x="5383949" y="794219"/>
                </a:lnTo>
                <a:lnTo>
                  <a:pt x="5382095" y="796086"/>
                </a:lnTo>
                <a:lnTo>
                  <a:pt x="5381625" y="797204"/>
                </a:lnTo>
                <a:lnTo>
                  <a:pt x="5381625" y="799833"/>
                </a:lnTo>
                <a:lnTo>
                  <a:pt x="5382095" y="800950"/>
                </a:lnTo>
                <a:lnTo>
                  <a:pt x="5383949" y="802817"/>
                </a:lnTo>
                <a:lnTo>
                  <a:pt x="5385079" y="803275"/>
                </a:lnTo>
                <a:lnTo>
                  <a:pt x="5387708" y="803275"/>
                </a:lnTo>
                <a:lnTo>
                  <a:pt x="5388826" y="802817"/>
                </a:lnTo>
                <a:lnTo>
                  <a:pt x="5390693" y="800950"/>
                </a:lnTo>
                <a:lnTo>
                  <a:pt x="5391150" y="799833"/>
                </a:lnTo>
                <a:lnTo>
                  <a:pt x="5391150" y="797204"/>
                </a:lnTo>
                <a:close/>
              </a:path>
              <a:path w="6534150" h="803275">
                <a:moveTo>
                  <a:pt x="5391150" y="3454"/>
                </a:moveTo>
                <a:lnTo>
                  <a:pt x="5390693" y="2336"/>
                </a:lnTo>
                <a:lnTo>
                  <a:pt x="5388826" y="469"/>
                </a:lnTo>
                <a:lnTo>
                  <a:pt x="5387708" y="0"/>
                </a:lnTo>
                <a:lnTo>
                  <a:pt x="5385079" y="0"/>
                </a:lnTo>
                <a:lnTo>
                  <a:pt x="5383949" y="469"/>
                </a:lnTo>
                <a:lnTo>
                  <a:pt x="5382095" y="2336"/>
                </a:lnTo>
                <a:lnTo>
                  <a:pt x="5381625" y="3454"/>
                </a:lnTo>
                <a:lnTo>
                  <a:pt x="5381625" y="6083"/>
                </a:lnTo>
                <a:lnTo>
                  <a:pt x="5382095" y="7200"/>
                </a:lnTo>
                <a:lnTo>
                  <a:pt x="5383949" y="9067"/>
                </a:lnTo>
                <a:lnTo>
                  <a:pt x="5385079" y="9525"/>
                </a:lnTo>
                <a:lnTo>
                  <a:pt x="5387708" y="9525"/>
                </a:lnTo>
                <a:lnTo>
                  <a:pt x="5388826" y="9067"/>
                </a:lnTo>
                <a:lnTo>
                  <a:pt x="5390693" y="7200"/>
                </a:lnTo>
                <a:lnTo>
                  <a:pt x="5391150" y="6083"/>
                </a:lnTo>
                <a:lnTo>
                  <a:pt x="5391150" y="3454"/>
                </a:lnTo>
                <a:close/>
              </a:path>
              <a:path w="6534150" h="803275">
                <a:moveTo>
                  <a:pt x="5438775" y="797204"/>
                </a:moveTo>
                <a:lnTo>
                  <a:pt x="5438318" y="796086"/>
                </a:lnTo>
                <a:lnTo>
                  <a:pt x="5436451" y="794219"/>
                </a:lnTo>
                <a:lnTo>
                  <a:pt x="5435333" y="793750"/>
                </a:lnTo>
                <a:lnTo>
                  <a:pt x="5432704" y="793750"/>
                </a:lnTo>
                <a:lnTo>
                  <a:pt x="5431574" y="794219"/>
                </a:lnTo>
                <a:lnTo>
                  <a:pt x="5429720" y="796086"/>
                </a:lnTo>
                <a:lnTo>
                  <a:pt x="5429250" y="797204"/>
                </a:lnTo>
                <a:lnTo>
                  <a:pt x="5429250" y="799833"/>
                </a:lnTo>
                <a:lnTo>
                  <a:pt x="5429720" y="800950"/>
                </a:lnTo>
                <a:lnTo>
                  <a:pt x="5431574" y="802817"/>
                </a:lnTo>
                <a:lnTo>
                  <a:pt x="5432704" y="803275"/>
                </a:lnTo>
                <a:lnTo>
                  <a:pt x="5435333" y="803275"/>
                </a:lnTo>
                <a:lnTo>
                  <a:pt x="5436451" y="802817"/>
                </a:lnTo>
                <a:lnTo>
                  <a:pt x="5438318" y="800950"/>
                </a:lnTo>
                <a:lnTo>
                  <a:pt x="5438775" y="799833"/>
                </a:lnTo>
                <a:lnTo>
                  <a:pt x="5438775" y="797204"/>
                </a:lnTo>
                <a:close/>
              </a:path>
              <a:path w="6534150" h="803275">
                <a:moveTo>
                  <a:pt x="5438775" y="3454"/>
                </a:moveTo>
                <a:lnTo>
                  <a:pt x="5438318" y="2336"/>
                </a:lnTo>
                <a:lnTo>
                  <a:pt x="5436451" y="469"/>
                </a:lnTo>
                <a:lnTo>
                  <a:pt x="5435333" y="0"/>
                </a:lnTo>
                <a:lnTo>
                  <a:pt x="5432704" y="0"/>
                </a:lnTo>
                <a:lnTo>
                  <a:pt x="5431574" y="469"/>
                </a:lnTo>
                <a:lnTo>
                  <a:pt x="5429720" y="2336"/>
                </a:lnTo>
                <a:lnTo>
                  <a:pt x="5429250" y="3454"/>
                </a:lnTo>
                <a:lnTo>
                  <a:pt x="5429250" y="6083"/>
                </a:lnTo>
                <a:lnTo>
                  <a:pt x="5429720" y="7200"/>
                </a:lnTo>
                <a:lnTo>
                  <a:pt x="5431574" y="9067"/>
                </a:lnTo>
                <a:lnTo>
                  <a:pt x="5432704" y="9525"/>
                </a:lnTo>
                <a:lnTo>
                  <a:pt x="5435333" y="9525"/>
                </a:lnTo>
                <a:lnTo>
                  <a:pt x="5436451" y="9067"/>
                </a:lnTo>
                <a:lnTo>
                  <a:pt x="5438318" y="7200"/>
                </a:lnTo>
                <a:lnTo>
                  <a:pt x="5438775" y="6083"/>
                </a:lnTo>
                <a:lnTo>
                  <a:pt x="5438775" y="3454"/>
                </a:lnTo>
                <a:close/>
              </a:path>
              <a:path w="6534150" h="803275">
                <a:moveTo>
                  <a:pt x="5486400" y="797204"/>
                </a:moveTo>
                <a:lnTo>
                  <a:pt x="5485943" y="796086"/>
                </a:lnTo>
                <a:lnTo>
                  <a:pt x="5484076" y="794219"/>
                </a:lnTo>
                <a:lnTo>
                  <a:pt x="5482958" y="793750"/>
                </a:lnTo>
                <a:lnTo>
                  <a:pt x="5480329" y="793750"/>
                </a:lnTo>
                <a:lnTo>
                  <a:pt x="5479199" y="794219"/>
                </a:lnTo>
                <a:lnTo>
                  <a:pt x="5477345" y="796086"/>
                </a:lnTo>
                <a:lnTo>
                  <a:pt x="5476875" y="797204"/>
                </a:lnTo>
                <a:lnTo>
                  <a:pt x="5476875" y="799833"/>
                </a:lnTo>
                <a:lnTo>
                  <a:pt x="5477345" y="800950"/>
                </a:lnTo>
                <a:lnTo>
                  <a:pt x="5479199" y="802817"/>
                </a:lnTo>
                <a:lnTo>
                  <a:pt x="5480329" y="803275"/>
                </a:lnTo>
                <a:lnTo>
                  <a:pt x="5482958" y="803275"/>
                </a:lnTo>
                <a:lnTo>
                  <a:pt x="5484076" y="802817"/>
                </a:lnTo>
                <a:lnTo>
                  <a:pt x="5485943" y="800950"/>
                </a:lnTo>
                <a:lnTo>
                  <a:pt x="5486400" y="799833"/>
                </a:lnTo>
                <a:lnTo>
                  <a:pt x="5486400" y="797204"/>
                </a:lnTo>
                <a:close/>
              </a:path>
              <a:path w="6534150" h="803275">
                <a:moveTo>
                  <a:pt x="5486400" y="3454"/>
                </a:moveTo>
                <a:lnTo>
                  <a:pt x="5485943" y="2336"/>
                </a:lnTo>
                <a:lnTo>
                  <a:pt x="5484076" y="469"/>
                </a:lnTo>
                <a:lnTo>
                  <a:pt x="5482958" y="0"/>
                </a:lnTo>
                <a:lnTo>
                  <a:pt x="5480329" y="0"/>
                </a:lnTo>
                <a:lnTo>
                  <a:pt x="5479199" y="469"/>
                </a:lnTo>
                <a:lnTo>
                  <a:pt x="5477345" y="2336"/>
                </a:lnTo>
                <a:lnTo>
                  <a:pt x="5476875" y="3454"/>
                </a:lnTo>
                <a:lnTo>
                  <a:pt x="5476875" y="6083"/>
                </a:lnTo>
                <a:lnTo>
                  <a:pt x="5477345" y="7200"/>
                </a:lnTo>
                <a:lnTo>
                  <a:pt x="5479199" y="9067"/>
                </a:lnTo>
                <a:lnTo>
                  <a:pt x="5480329" y="9525"/>
                </a:lnTo>
                <a:lnTo>
                  <a:pt x="5482958" y="9525"/>
                </a:lnTo>
                <a:lnTo>
                  <a:pt x="5484076" y="9067"/>
                </a:lnTo>
                <a:lnTo>
                  <a:pt x="5485943" y="7200"/>
                </a:lnTo>
                <a:lnTo>
                  <a:pt x="5486400" y="6083"/>
                </a:lnTo>
                <a:lnTo>
                  <a:pt x="5486400" y="3454"/>
                </a:lnTo>
                <a:close/>
              </a:path>
              <a:path w="6534150" h="803275">
                <a:moveTo>
                  <a:pt x="5534025" y="797204"/>
                </a:moveTo>
                <a:lnTo>
                  <a:pt x="5533568" y="796086"/>
                </a:lnTo>
                <a:lnTo>
                  <a:pt x="5531701" y="794219"/>
                </a:lnTo>
                <a:lnTo>
                  <a:pt x="5530583" y="793750"/>
                </a:lnTo>
                <a:lnTo>
                  <a:pt x="5527954" y="793750"/>
                </a:lnTo>
                <a:lnTo>
                  <a:pt x="5526824" y="794219"/>
                </a:lnTo>
                <a:lnTo>
                  <a:pt x="5524970" y="796086"/>
                </a:lnTo>
                <a:lnTo>
                  <a:pt x="5524500" y="797204"/>
                </a:lnTo>
                <a:lnTo>
                  <a:pt x="5524500" y="799833"/>
                </a:lnTo>
                <a:lnTo>
                  <a:pt x="5524970" y="800950"/>
                </a:lnTo>
                <a:lnTo>
                  <a:pt x="5526824" y="802817"/>
                </a:lnTo>
                <a:lnTo>
                  <a:pt x="5527954" y="803275"/>
                </a:lnTo>
                <a:lnTo>
                  <a:pt x="5530583" y="803275"/>
                </a:lnTo>
                <a:lnTo>
                  <a:pt x="5531701" y="802817"/>
                </a:lnTo>
                <a:lnTo>
                  <a:pt x="5533568" y="800950"/>
                </a:lnTo>
                <a:lnTo>
                  <a:pt x="5534025" y="799833"/>
                </a:lnTo>
                <a:lnTo>
                  <a:pt x="5534025" y="797204"/>
                </a:lnTo>
                <a:close/>
              </a:path>
              <a:path w="6534150" h="803275">
                <a:moveTo>
                  <a:pt x="5534025" y="3454"/>
                </a:moveTo>
                <a:lnTo>
                  <a:pt x="5533568" y="2336"/>
                </a:lnTo>
                <a:lnTo>
                  <a:pt x="5531701" y="469"/>
                </a:lnTo>
                <a:lnTo>
                  <a:pt x="5530583" y="0"/>
                </a:lnTo>
                <a:lnTo>
                  <a:pt x="5527954" y="0"/>
                </a:lnTo>
                <a:lnTo>
                  <a:pt x="5526824" y="469"/>
                </a:lnTo>
                <a:lnTo>
                  <a:pt x="5524970" y="2336"/>
                </a:lnTo>
                <a:lnTo>
                  <a:pt x="5524500" y="3454"/>
                </a:lnTo>
                <a:lnTo>
                  <a:pt x="5524500" y="6083"/>
                </a:lnTo>
                <a:lnTo>
                  <a:pt x="5524970" y="7200"/>
                </a:lnTo>
                <a:lnTo>
                  <a:pt x="5526824" y="9067"/>
                </a:lnTo>
                <a:lnTo>
                  <a:pt x="5527954" y="9525"/>
                </a:lnTo>
                <a:lnTo>
                  <a:pt x="5530583" y="9525"/>
                </a:lnTo>
                <a:lnTo>
                  <a:pt x="5531701" y="9067"/>
                </a:lnTo>
                <a:lnTo>
                  <a:pt x="5533568" y="7200"/>
                </a:lnTo>
                <a:lnTo>
                  <a:pt x="5534025" y="6083"/>
                </a:lnTo>
                <a:lnTo>
                  <a:pt x="5534025" y="3454"/>
                </a:lnTo>
                <a:close/>
              </a:path>
              <a:path w="6534150" h="803275">
                <a:moveTo>
                  <a:pt x="5581650" y="797204"/>
                </a:moveTo>
                <a:lnTo>
                  <a:pt x="5581193" y="796086"/>
                </a:lnTo>
                <a:lnTo>
                  <a:pt x="5579326" y="794219"/>
                </a:lnTo>
                <a:lnTo>
                  <a:pt x="5578208" y="793750"/>
                </a:lnTo>
                <a:lnTo>
                  <a:pt x="5575579" y="793750"/>
                </a:lnTo>
                <a:lnTo>
                  <a:pt x="5574449" y="794219"/>
                </a:lnTo>
                <a:lnTo>
                  <a:pt x="5572595" y="796086"/>
                </a:lnTo>
                <a:lnTo>
                  <a:pt x="5572125" y="797204"/>
                </a:lnTo>
                <a:lnTo>
                  <a:pt x="5572125" y="799833"/>
                </a:lnTo>
                <a:lnTo>
                  <a:pt x="5572595" y="800950"/>
                </a:lnTo>
                <a:lnTo>
                  <a:pt x="5574449" y="802817"/>
                </a:lnTo>
                <a:lnTo>
                  <a:pt x="5575579" y="803275"/>
                </a:lnTo>
                <a:lnTo>
                  <a:pt x="5578208" y="803275"/>
                </a:lnTo>
                <a:lnTo>
                  <a:pt x="5579326" y="802817"/>
                </a:lnTo>
                <a:lnTo>
                  <a:pt x="5581193" y="800950"/>
                </a:lnTo>
                <a:lnTo>
                  <a:pt x="5581650" y="799833"/>
                </a:lnTo>
                <a:lnTo>
                  <a:pt x="5581650" y="797204"/>
                </a:lnTo>
                <a:close/>
              </a:path>
              <a:path w="6534150" h="803275">
                <a:moveTo>
                  <a:pt x="5581650" y="3454"/>
                </a:moveTo>
                <a:lnTo>
                  <a:pt x="5581193" y="2336"/>
                </a:lnTo>
                <a:lnTo>
                  <a:pt x="5579326" y="469"/>
                </a:lnTo>
                <a:lnTo>
                  <a:pt x="5578208" y="0"/>
                </a:lnTo>
                <a:lnTo>
                  <a:pt x="5575579" y="0"/>
                </a:lnTo>
                <a:lnTo>
                  <a:pt x="5574449" y="469"/>
                </a:lnTo>
                <a:lnTo>
                  <a:pt x="5572595" y="2336"/>
                </a:lnTo>
                <a:lnTo>
                  <a:pt x="5572125" y="3454"/>
                </a:lnTo>
                <a:lnTo>
                  <a:pt x="5572125" y="6083"/>
                </a:lnTo>
                <a:lnTo>
                  <a:pt x="5572595" y="7200"/>
                </a:lnTo>
                <a:lnTo>
                  <a:pt x="5574449" y="9067"/>
                </a:lnTo>
                <a:lnTo>
                  <a:pt x="5575579" y="9525"/>
                </a:lnTo>
                <a:lnTo>
                  <a:pt x="5578208" y="9525"/>
                </a:lnTo>
                <a:lnTo>
                  <a:pt x="5579326" y="9067"/>
                </a:lnTo>
                <a:lnTo>
                  <a:pt x="5581193" y="7200"/>
                </a:lnTo>
                <a:lnTo>
                  <a:pt x="5581650" y="6083"/>
                </a:lnTo>
                <a:lnTo>
                  <a:pt x="5581650" y="3454"/>
                </a:lnTo>
                <a:close/>
              </a:path>
              <a:path w="6534150" h="803275">
                <a:moveTo>
                  <a:pt x="5629275" y="797204"/>
                </a:moveTo>
                <a:lnTo>
                  <a:pt x="5628818" y="796086"/>
                </a:lnTo>
                <a:lnTo>
                  <a:pt x="5626951" y="794219"/>
                </a:lnTo>
                <a:lnTo>
                  <a:pt x="5625833" y="793750"/>
                </a:lnTo>
                <a:lnTo>
                  <a:pt x="5623204" y="793750"/>
                </a:lnTo>
                <a:lnTo>
                  <a:pt x="5622074" y="794219"/>
                </a:lnTo>
                <a:lnTo>
                  <a:pt x="5620220" y="796086"/>
                </a:lnTo>
                <a:lnTo>
                  <a:pt x="5619750" y="797204"/>
                </a:lnTo>
                <a:lnTo>
                  <a:pt x="5619750" y="799833"/>
                </a:lnTo>
                <a:lnTo>
                  <a:pt x="5620220" y="800950"/>
                </a:lnTo>
                <a:lnTo>
                  <a:pt x="5622074" y="802817"/>
                </a:lnTo>
                <a:lnTo>
                  <a:pt x="5623204" y="803275"/>
                </a:lnTo>
                <a:lnTo>
                  <a:pt x="5625833" y="803275"/>
                </a:lnTo>
                <a:lnTo>
                  <a:pt x="5626951" y="802817"/>
                </a:lnTo>
                <a:lnTo>
                  <a:pt x="5628818" y="800950"/>
                </a:lnTo>
                <a:lnTo>
                  <a:pt x="5629275" y="799833"/>
                </a:lnTo>
                <a:lnTo>
                  <a:pt x="5629275" y="797204"/>
                </a:lnTo>
                <a:close/>
              </a:path>
              <a:path w="6534150" h="803275">
                <a:moveTo>
                  <a:pt x="5629275" y="3454"/>
                </a:moveTo>
                <a:lnTo>
                  <a:pt x="5628818" y="2336"/>
                </a:lnTo>
                <a:lnTo>
                  <a:pt x="5626951" y="469"/>
                </a:lnTo>
                <a:lnTo>
                  <a:pt x="5625833" y="0"/>
                </a:lnTo>
                <a:lnTo>
                  <a:pt x="5623204" y="0"/>
                </a:lnTo>
                <a:lnTo>
                  <a:pt x="5622074" y="469"/>
                </a:lnTo>
                <a:lnTo>
                  <a:pt x="5620220" y="2336"/>
                </a:lnTo>
                <a:lnTo>
                  <a:pt x="5619750" y="3454"/>
                </a:lnTo>
                <a:lnTo>
                  <a:pt x="5619750" y="6083"/>
                </a:lnTo>
                <a:lnTo>
                  <a:pt x="5620220" y="7200"/>
                </a:lnTo>
                <a:lnTo>
                  <a:pt x="5622074" y="9067"/>
                </a:lnTo>
                <a:lnTo>
                  <a:pt x="5623204" y="9525"/>
                </a:lnTo>
                <a:lnTo>
                  <a:pt x="5625833" y="9525"/>
                </a:lnTo>
                <a:lnTo>
                  <a:pt x="5626951" y="9067"/>
                </a:lnTo>
                <a:lnTo>
                  <a:pt x="5628818" y="7200"/>
                </a:lnTo>
                <a:lnTo>
                  <a:pt x="5629275" y="6083"/>
                </a:lnTo>
                <a:lnTo>
                  <a:pt x="5629275" y="3454"/>
                </a:lnTo>
                <a:close/>
              </a:path>
              <a:path w="6534150" h="803275">
                <a:moveTo>
                  <a:pt x="5676900" y="797204"/>
                </a:moveTo>
                <a:lnTo>
                  <a:pt x="5676443" y="796086"/>
                </a:lnTo>
                <a:lnTo>
                  <a:pt x="5674576" y="794219"/>
                </a:lnTo>
                <a:lnTo>
                  <a:pt x="5673458" y="793750"/>
                </a:lnTo>
                <a:lnTo>
                  <a:pt x="5670829" y="793750"/>
                </a:lnTo>
                <a:lnTo>
                  <a:pt x="5669699" y="794219"/>
                </a:lnTo>
                <a:lnTo>
                  <a:pt x="5667845" y="796086"/>
                </a:lnTo>
                <a:lnTo>
                  <a:pt x="5667375" y="797204"/>
                </a:lnTo>
                <a:lnTo>
                  <a:pt x="5667375" y="799833"/>
                </a:lnTo>
                <a:lnTo>
                  <a:pt x="5667845" y="800950"/>
                </a:lnTo>
                <a:lnTo>
                  <a:pt x="5669699" y="802817"/>
                </a:lnTo>
                <a:lnTo>
                  <a:pt x="5670829" y="803275"/>
                </a:lnTo>
                <a:lnTo>
                  <a:pt x="5673458" y="803275"/>
                </a:lnTo>
                <a:lnTo>
                  <a:pt x="5674576" y="802817"/>
                </a:lnTo>
                <a:lnTo>
                  <a:pt x="5676443" y="800950"/>
                </a:lnTo>
                <a:lnTo>
                  <a:pt x="5676900" y="799833"/>
                </a:lnTo>
                <a:lnTo>
                  <a:pt x="5676900" y="797204"/>
                </a:lnTo>
                <a:close/>
              </a:path>
              <a:path w="6534150" h="803275">
                <a:moveTo>
                  <a:pt x="5676900" y="3454"/>
                </a:moveTo>
                <a:lnTo>
                  <a:pt x="5676443" y="2336"/>
                </a:lnTo>
                <a:lnTo>
                  <a:pt x="5674576" y="469"/>
                </a:lnTo>
                <a:lnTo>
                  <a:pt x="5673458" y="0"/>
                </a:lnTo>
                <a:lnTo>
                  <a:pt x="5670829" y="0"/>
                </a:lnTo>
                <a:lnTo>
                  <a:pt x="5669699" y="469"/>
                </a:lnTo>
                <a:lnTo>
                  <a:pt x="5667845" y="2336"/>
                </a:lnTo>
                <a:lnTo>
                  <a:pt x="5667375" y="3454"/>
                </a:lnTo>
                <a:lnTo>
                  <a:pt x="5667375" y="6083"/>
                </a:lnTo>
                <a:lnTo>
                  <a:pt x="5667845" y="7200"/>
                </a:lnTo>
                <a:lnTo>
                  <a:pt x="5669699" y="9067"/>
                </a:lnTo>
                <a:lnTo>
                  <a:pt x="5670829" y="9525"/>
                </a:lnTo>
                <a:lnTo>
                  <a:pt x="5673458" y="9525"/>
                </a:lnTo>
                <a:lnTo>
                  <a:pt x="5674576" y="9067"/>
                </a:lnTo>
                <a:lnTo>
                  <a:pt x="5676443" y="7200"/>
                </a:lnTo>
                <a:lnTo>
                  <a:pt x="5676900" y="6083"/>
                </a:lnTo>
                <a:lnTo>
                  <a:pt x="5676900" y="3454"/>
                </a:lnTo>
                <a:close/>
              </a:path>
              <a:path w="6534150" h="803275">
                <a:moveTo>
                  <a:pt x="5724525" y="797204"/>
                </a:moveTo>
                <a:lnTo>
                  <a:pt x="5724068" y="796086"/>
                </a:lnTo>
                <a:lnTo>
                  <a:pt x="5722201" y="794219"/>
                </a:lnTo>
                <a:lnTo>
                  <a:pt x="5721083" y="793750"/>
                </a:lnTo>
                <a:lnTo>
                  <a:pt x="5718454" y="793750"/>
                </a:lnTo>
                <a:lnTo>
                  <a:pt x="5717324" y="794219"/>
                </a:lnTo>
                <a:lnTo>
                  <a:pt x="5715470" y="796086"/>
                </a:lnTo>
                <a:lnTo>
                  <a:pt x="5715000" y="797204"/>
                </a:lnTo>
                <a:lnTo>
                  <a:pt x="5715000" y="799833"/>
                </a:lnTo>
                <a:lnTo>
                  <a:pt x="5715470" y="800950"/>
                </a:lnTo>
                <a:lnTo>
                  <a:pt x="5717324" y="802817"/>
                </a:lnTo>
                <a:lnTo>
                  <a:pt x="5718454" y="803275"/>
                </a:lnTo>
                <a:lnTo>
                  <a:pt x="5721083" y="803275"/>
                </a:lnTo>
                <a:lnTo>
                  <a:pt x="5722201" y="802817"/>
                </a:lnTo>
                <a:lnTo>
                  <a:pt x="5724068" y="800950"/>
                </a:lnTo>
                <a:lnTo>
                  <a:pt x="5724525" y="799833"/>
                </a:lnTo>
                <a:lnTo>
                  <a:pt x="5724525" y="797204"/>
                </a:lnTo>
                <a:close/>
              </a:path>
              <a:path w="6534150" h="803275">
                <a:moveTo>
                  <a:pt x="5724525" y="3454"/>
                </a:moveTo>
                <a:lnTo>
                  <a:pt x="5724068" y="2336"/>
                </a:lnTo>
                <a:lnTo>
                  <a:pt x="5722201" y="469"/>
                </a:lnTo>
                <a:lnTo>
                  <a:pt x="5721083" y="0"/>
                </a:lnTo>
                <a:lnTo>
                  <a:pt x="5718454" y="0"/>
                </a:lnTo>
                <a:lnTo>
                  <a:pt x="5717324" y="469"/>
                </a:lnTo>
                <a:lnTo>
                  <a:pt x="5715470" y="2336"/>
                </a:lnTo>
                <a:lnTo>
                  <a:pt x="5715000" y="3454"/>
                </a:lnTo>
                <a:lnTo>
                  <a:pt x="5715000" y="6083"/>
                </a:lnTo>
                <a:lnTo>
                  <a:pt x="5715470" y="7200"/>
                </a:lnTo>
                <a:lnTo>
                  <a:pt x="5717324" y="9067"/>
                </a:lnTo>
                <a:lnTo>
                  <a:pt x="5718454" y="9525"/>
                </a:lnTo>
                <a:lnTo>
                  <a:pt x="5721083" y="9525"/>
                </a:lnTo>
                <a:lnTo>
                  <a:pt x="5722201" y="9067"/>
                </a:lnTo>
                <a:lnTo>
                  <a:pt x="5724068" y="7200"/>
                </a:lnTo>
                <a:lnTo>
                  <a:pt x="5724525" y="6083"/>
                </a:lnTo>
                <a:lnTo>
                  <a:pt x="5724525" y="3454"/>
                </a:lnTo>
                <a:close/>
              </a:path>
              <a:path w="6534150" h="803275">
                <a:moveTo>
                  <a:pt x="5772150" y="797204"/>
                </a:moveTo>
                <a:lnTo>
                  <a:pt x="5771693" y="796086"/>
                </a:lnTo>
                <a:lnTo>
                  <a:pt x="5769826" y="794219"/>
                </a:lnTo>
                <a:lnTo>
                  <a:pt x="5768708" y="793750"/>
                </a:lnTo>
                <a:lnTo>
                  <a:pt x="5766079" y="793750"/>
                </a:lnTo>
                <a:lnTo>
                  <a:pt x="5764949" y="794219"/>
                </a:lnTo>
                <a:lnTo>
                  <a:pt x="5763095" y="796086"/>
                </a:lnTo>
                <a:lnTo>
                  <a:pt x="5762625" y="797204"/>
                </a:lnTo>
                <a:lnTo>
                  <a:pt x="5762625" y="799833"/>
                </a:lnTo>
                <a:lnTo>
                  <a:pt x="5763095" y="800950"/>
                </a:lnTo>
                <a:lnTo>
                  <a:pt x="5764949" y="802817"/>
                </a:lnTo>
                <a:lnTo>
                  <a:pt x="5766079" y="803275"/>
                </a:lnTo>
                <a:lnTo>
                  <a:pt x="5768708" y="803275"/>
                </a:lnTo>
                <a:lnTo>
                  <a:pt x="5769826" y="802817"/>
                </a:lnTo>
                <a:lnTo>
                  <a:pt x="5771693" y="800950"/>
                </a:lnTo>
                <a:lnTo>
                  <a:pt x="5772150" y="799833"/>
                </a:lnTo>
                <a:lnTo>
                  <a:pt x="5772150" y="797204"/>
                </a:lnTo>
                <a:close/>
              </a:path>
              <a:path w="6534150" h="803275">
                <a:moveTo>
                  <a:pt x="5772150" y="3454"/>
                </a:moveTo>
                <a:lnTo>
                  <a:pt x="5771693" y="2336"/>
                </a:lnTo>
                <a:lnTo>
                  <a:pt x="5769826" y="469"/>
                </a:lnTo>
                <a:lnTo>
                  <a:pt x="5768708" y="0"/>
                </a:lnTo>
                <a:lnTo>
                  <a:pt x="5766079" y="0"/>
                </a:lnTo>
                <a:lnTo>
                  <a:pt x="5764949" y="469"/>
                </a:lnTo>
                <a:lnTo>
                  <a:pt x="5763095" y="2336"/>
                </a:lnTo>
                <a:lnTo>
                  <a:pt x="5762625" y="3454"/>
                </a:lnTo>
                <a:lnTo>
                  <a:pt x="5762625" y="6083"/>
                </a:lnTo>
                <a:lnTo>
                  <a:pt x="5763095" y="7200"/>
                </a:lnTo>
                <a:lnTo>
                  <a:pt x="5764949" y="9067"/>
                </a:lnTo>
                <a:lnTo>
                  <a:pt x="5766079" y="9525"/>
                </a:lnTo>
                <a:lnTo>
                  <a:pt x="5768708" y="9525"/>
                </a:lnTo>
                <a:lnTo>
                  <a:pt x="5769826" y="9067"/>
                </a:lnTo>
                <a:lnTo>
                  <a:pt x="5771693" y="7200"/>
                </a:lnTo>
                <a:lnTo>
                  <a:pt x="5772150" y="6083"/>
                </a:lnTo>
                <a:lnTo>
                  <a:pt x="5772150" y="3454"/>
                </a:lnTo>
                <a:close/>
              </a:path>
              <a:path w="6534150" h="803275">
                <a:moveTo>
                  <a:pt x="5819775" y="797204"/>
                </a:moveTo>
                <a:lnTo>
                  <a:pt x="5819318" y="796086"/>
                </a:lnTo>
                <a:lnTo>
                  <a:pt x="5817451" y="794219"/>
                </a:lnTo>
                <a:lnTo>
                  <a:pt x="5816333" y="793750"/>
                </a:lnTo>
                <a:lnTo>
                  <a:pt x="5813704" y="793750"/>
                </a:lnTo>
                <a:lnTo>
                  <a:pt x="5812574" y="794219"/>
                </a:lnTo>
                <a:lnTo>
                  <a:pt x="5810720" y="796086"/>
                </a:lnTo>
                <a:lnTo>
                  <a:pt x="5810250" y="797204"/>
                </a:lnTo>
                <a:lnTo>
                  <a:pt x="5810250" y="799833"/>
                </a:lnTo>
                <a:lnTo>
                  <a:pt x="5810720" y="800950"/>
                </a:lnTo>
                <a:lnTo>
                  <a:pt x="5812574" y="802817"/>
                </a:lnTo>
                <a:lnTo>
                  <a:pt x="5813704" y="803275"/>
                </a:lnTo>
                <a:lnTo>
                  <a:pt x="5816333" y="803275"/>
                </a:lnTo>
                <a:lnTo>
                  <a:pt x="5817451" y="802817"/>
                </a:lnTo>
                <a:lnTo>
                  <a:pt x="5819318" y="800950"/>
                </a:lnTo>
                <a:lnTo>
                  <a:pt x="5819775" y="799833"/>
                </a:lnTo>
                <a:lnTo>
                  <a:pt x="5819775" y="797204"/>
                </a:lnTo>
                <a:close/>
              </a:path>
              <a:path w="6534150" h="803275">
                <a:moveTo>
                  <a:pt x="5819775" y="3454"/>
                </a:moveTo>
                <a:lnTo>
                  <a:pt x="5819318" y="2336"/>
                </a:lnTo>
                <a:lnTo>
                  <a:pt x="5817451" y="469"/>
                </a:lnTo>
                <a:lnTo>
                  <a:pt x="5816333" y="0"/>
                </a:lnTo>
                <a:lnTo>
                  <a:pt x="5813704" y="0"/>
                </a:lnTo>
                <a:lnTo>
                  <a:pt x="5812574" y="469"/>
                </a:lnTo>
                <a:lnTo>
                  <a:pt x="5810720" y="2336"/>
                </a:lnTo>
                <a:lnTo>
                  <a:pt x="5810250" y="3454"/>
                </a:lnTo>
                <a:lnTo>
                  <a:pt x="5810250" y="6083"/>
                </a:lnTo>
                <a:lnTo>
                  <a:pt x="5810720" y="7200"/>
                </a:lnTo>
                <a:lnTo>
                  <a:pt x="5812574" y="9067"/>
                </a:lnTo>
                <a:lnTo>
                  <a:pt x="5813704" y="9525"/>
                </a:lnTo>
                <a:lnTo>
                  <a:pt x="5816333" y="9525"/>
                </a:lnTo>
                <a:lnTo>
                  <a:pt x="5817451" y="9067"/>
                </a:lnTo>
                <a:lnTo>
                  <a:pt x="5819318" y="7200"/>
                </a:lnTo>
                <a:lnTo>
                  <a:pt x="5819775" y="6083"/>
                </a:lnTo>
                <a:lnTo>
                  <a:pt x="5819775" y="3454"/>
                </a:lnTo>
                <a:close/>
              </a:path>
              <a:path w="6534150" h="803275">
                <a:moveTo>
                  <a:pt x="5867400" y="797204"/>
                </a:moveTo>
                <a:lnTo>
                  <a:pt x="5866943" y="796086"/>
                </a:lnTo>
                <a:lnTo>
                  <a:pt x="5865076" y="794219"/>
                </a:lnTo>
                <a:lnTo>
                  <a:pt x="5863958" y="793750"/>
                </a:lnTo>
                <a:lnTo>
                  <a:pt x="5861329" y="793750"/>
                </a:lnTo>
                <a:lnTo>
                  <a:pt x="5860199" y="794219"/>
                </a:lnTo>
                <a:lnTo>
                  <a:pt x="5858345" y="796086"/>
                </a:lnTo>
                <a:lnTo>
                  <a:pt x="5857875" y="797204"/>
                </a:lnTo>
                <a:lnTo>
                  <a:pt x="5857875" y="799833"/>
                </a:lnTo>
                <a:lnTo>
                  <a:pt x="5858345" y="800950"/>
                </a:lnTo>
                <a:lnTo>
                  <a:pt x="5860199" y="802817"/>
                </a:lnTo>
                <a:lnTo>
                  <a:pt x="5861329" y="803275"/>
                </a:lnTo>
                <a:lnTo>
                  <a:pt x="5863958" y="803275"/>
                </a:lnTo>
                <a:lnTo>
                  <a:pt x="5865076" y="802817"/>
                </a:lnTo>
                <a:lnTo>
                  <a:pt x="5866943" y="800950"/>
                </a:lnTo>
                <a:lnTo>
                  <a:pt x="5867400" y="799833"/>
                </a:lnTo>
                <a:lnTo>
                  <a:pt x="5867400" y="797204"/>
                </a:lnTo>
                <a:close/>
              </a:path>
              <a:path w="6534150" h="803275">
                <a:moveTo>
                  <a:pt x="5867400" y="3454"/>
                </a:moveTo>
                <a:lnTo>
                  <a:pt x="5866943" y="2336"/>
                </a:lnTo>
                <a:lnTo>
                  <a:pt x="5865076" y="469"/>
                </a:lnTo>
                <a:lnTo>
                  <a:pt x="5863958" y="0"/>
                </a:lnTo>
                <a:lnTo>
                  <a:pt x="5861329" y="0"/>
                </a:lnTo>
                <a:lnTo>
                  <a:pt x="5860199" y="469"/>
                </a:lnTo>
                <a:lnTo>
                  <a:pt x="5858345" y="2336"/>
                </a:lnTo>
                <a:lnTo>
                  <a:pt x="5857875" y="3454"/>
                </a:lnTo>
                <a:lnTo>
                  <a:pt x="5857875" y="6083"/>
                </a:lnTo>
                <a:lnTo>
                  <a:pt x="5858345" y="7200"/>
                </a:lnTo>
                <a:lnTo>
                  <a:pt x="5860199" y="9067"/>
                </a:lnTo>
                <a:lnTo>
                  <a:pt x="5861329" y="9525"/>
                </a:lnTo>
                <a:lnTo>
                  <a:pt x="5863958" y="9525"/>
                </a:lnTo>
                <a:lnTo>
                  <a:pt x="5865076" y="9067"/>
                </a:lnTo>
                <a:lnTo>
                  <a:pt x="5866943" y="7200"/>
                </a:lnTo>
                <a:lnTo>
                  <a:pt x="5867400" y="6083"/>
                </a:lnTo>
                <a:lnTo>
                  <a:pt x="5867400" y="3454"/>
                </a:lnTo>
                <a:close/>
              </a:path>
              <a:path w="6534150" h="803275">
                <a:moveTo>
                  <a:pt x="5915025" y="797204"/>
                </a:moveTo>
                <a:lnTo>
                  <a:pt x="5914568" y="796086"/>
                </a:lnTo>
                <a:lnTo>
                  <a:pt x="5912701" y="794219"/>
                </a:lnTo>
                <a:lnTo>
                  <a:pt x="5911583" y="793750"/>
                </a:lnTo>
                <a:lnTo>
                  <a:pt x="5908954" y="793750"/>
                </a:lnTo>
                <a:lnTo>
                  <a:pt x="5907824" y="794219"/>
                </a:lnTo>
                <a:lnTo>
                  <a:pt x="5905970" y="796086"/>
                </a:lnTo>
                <a:lnTo>
                  <a:pt x="5905500" y="797204"/>
                </a:lnTo>
                <a:lnTo>
                  <a:pt x="5905500" y="799833"/>
                </a:lnTo>
                <a:lnTo>
                  <a:pt x="5905970" y="800950"/>
                </a:lnTo>
                <a:lnTo>
                  <a:pt x="5907824" y="802817"/>
                </a:lnTo>
                <a:lnTo>
                  <a:pt x="5908954" y="803275"/>
                </a:lnTo>
                <a:lnTo>
                  <a:pt x="5911583" y="803275"/>
                </a:lnTo>
                <a:lnTo>
                  <a:pt x="5912701" y="802817"/>
                </a:lnTo>
                <a:lnTo>
                  <a:pt x="5914568" y="800950"/>
                </a:lnTo>
                <a:lnTo>
                  <a:pt x="5915025" y="799833"/>
                </a:lnTo>
                <a:lnTo>
                  <a:pt x="5915025" y="797204"/>
                </a:lnTo>
                <a:close/>
              </a:path>
              <a:path w="6534150" h="803275">
                <a:moveTo>
                  <a:pt x="5915025" y="3454"/>
                </a:moveTo>
                <a:lnTo>
                  <a:pt x="5914568" y="2336"/>
                </a:lnTo>
                <a:lnTo>
                  <a:pt x="5912701" y="469"/>
                </a:lnTo>
                <a:lnTo>
                  <a:pt x="5911583" y="0"/>
                </a:lnTo>
                <a:lnTo>
                  <a:pt x="5908954" y="0"/>
                </a:lnTo>
                <a:lnTo>
                  <a:pt x="5907824" y="469"/>
                </a:lnTo>
                <a:lnTo>
                  <a:pt x="5905970" y="2336"/>
                </a:lnTo>
                <a:lnTo>
                  <a:pt x="5905500" y="3454"/>
                </a:lnTo>
                <a:lnTo>
                  <a:pt x="5905500" y="6083"/>
                </a:lnTo>
                <a:lnTo>
                  <a:pt x="5905970" y="7200"/>
                </a:lnTo>
                <a:lnTo>
                  <a:pt x="5907824" y="9067"/>
                </a:lnTo>
                <a:lnTo>
                  <a:pt x="5908954" y="9525"/>
                </a:lnTo>
                <a:lnTo>
                  <a:pt x="5911583" y="9525"/>
                </a:lnTo>
                <a:lnTo>
                  <a:pt x="5912701" y="9067"/>
                </a:lnTo>
                <a:lnTo>
                  <a:pt x="5914568" y="7200"/>
                </a:lnTo>
                <a:lnTo>
                  <a:pt x="5915025" y="6083"/>
                </a:lnTo>
                <a:lnTo>
                  <a:pt x="5915025" y="3454"/>
                </a:lnTo>
                <a:close/>
              </a:path>
              <a:path w="6534150" h="803275">
                <a:moveTo>
                  <a:pt x="5962650" y="797204"/>
                </a:moveTo>
                <a:lnTo>
                  <a:pt x="5962193" y="796086"/>
                </a:lnTo>
                <a:lnTo>
                  <a:pt x="5960326" y="794219"/>
                </a:lnTo>
                <a:lnTo>
                  <a:pt x="5959208" y="793750"/>
                </a:lnTo>
                <a:lnTo>
                  <a:pt x="5956579" y="793750"/>
                </a:lnTo>
                <a:lnTo>
                  <a:pt x="5955449" y="794219"/>
                </a:lnTo>
                <a:lnTo>
                  <a:pt x="5953595" y="796086"/>
                </a:lnTo>
                <a:lnTo>
                  <a:pt x="5953125" y="797204"/>
                </a:lnTo>
                <a:lnTo>
                  <a:pt x="5953125" y="799833"/>
                </a:lnTo>
                <a:lnTo>
                  <a:pt x="5953595" y="800950"/>
                </a:lnTo>
                <a:lnTo>
                  <a:pt x="5955449" y="802817"/>
                </a:lnTo>
                <a:lnTo>
                  <a:pt x="5956579" y="803275"/>
                </a:lnTo>
                <a:lnTo>
                  <a:pt x="5959208" y="803275"/>
                </a:lnTo>
                <a:lnTo>
                  <a:pt x="5960326" y="802817"/>
                </a:lnTo>
                <a:lnTo>
                  <a:pt x="5962193" y="800950"/>
                </a:lnTo>
                <a:lnTo>
                  <a:pt x="5962650" y="799833"/>
                </a:lnTo>
                <a:lnTo>
                  <a:pt x="5962650" y="797204"/>
                </a:lnTo>
                <a:close/>
              </a:path>
              <a:path w="6534150" h="803275">
                <a:moveTo>
                  <a:pt x="5962650" y="3454"/>
                </a:moveTo>
                <a:lnTo>
                  <a:pt x="5962193" y="2336"/>
                </a:lnTo>
                <a:lnTo>
                  <a:pt x="5960326" y="469"/>
                </a:lnTo>
                <a:lnTo>
                  <a:pt x="5959208" y="0"/>
                </a:lnTo>
                <a:lnTo>
                  <a:pt x="5956579" y="0"/>
                </a:lnTo>
                <a:lnTo>
                  <a:pt x="5955449" y="469"/>
                </a:lnTo>
                <a:lnTo>
                  <a:pt x="5953595" y="2336"/>
                </a:lnTo>
                <a:lnTo>
                  <a:pt x="5953125" y="3454"/>
                </a:lnTo>
                <a:lnTo>
                  <a:pt x="5953125" y="6083"/>
                </a:lnTo>
                <a:lnTo>
                  <a:pt x="5953595" y="7200"/>
                </a:lnTo>
                <a:lnTo>
                  <a:pt x="5955449" y="9067"/>
                </a:lnTo>
                <a:lnTo>
                  <a:pt x="5956579" y="9525"/>
                </a:lnTo>
                <a:lnTo>
                  <a:pt x="5959208" y="9525"/>
                </a:lnTo>
                <a:lnTo>
                  <a:pt x="5960326" y="9067"/>
                </a:lnTo>
                <a:lnTo>
                  <a:pt x="5962193" y="7200"/>
                </a:lnTo>
                <a:lnTo>
                  <a:pt x="5962650" y="6083"/>
                </a:lnTo>
                <a:lnTo>
                  <a:pt x="5962650" y="3454"/>
                </a:lnTo>
                <a:close/>
              </a:path>
              <a:path w="6534150" h="803275">
                <a:moveTo>
                  <a:pt x="6010275" y="797204"/>
                </a:moveTo>
                <a:lnTo>
                  <a:pt x="6009818" y="796086"/>
                </a:lnTo>
                <a:lnTo>
                  <a:pt x="6007951" y="794219"/>
                </a:lnTo>
                <a:lnTo>
                  <a:pt x="6006833" y="793750"/>
                </a:lnTo>
                <a:lnTo>
                  <a:pt x="6004204" y="793750"/>
                </a:lnTo>
                <a:lnTo>
                  <a:pt x="6003087" y="794219"/>
                </a:lnTo>
                <a:lnTo>
                  <a:pt x="6001220" y="796086"/>
                </a:lnTo>
                <a:lnTo>
                  <a:pt x="6000750" y="797204"/>
                </a:lnTo>
                <a:lnTo>
                  <a:pt x="6000750" y="799833"/>
                </a:lnTo>
                <a:lnTo>
                  <a:pt x="6001220" y="800950"/>
                </a:lnTo>
                <a:lnTo>
                  <a:pt x="6003087" y="802817"/>
                </a:lnTo>
                <a:lnTo>
                  <a:pt x="6004204" y="803275"/>
                </a:lnTo>
                <a:lnTo>
                  <a:pt x="6006833" y="803275"/>
                </a:lnTo>
                <a:lnTo>
                  <a:pt x="6007951" y="802817"/>
                </a:lnTo>
                <a:lnTo>
                  <a:pt x="6009818" y="800950"/>
                </a:lnTo>
                <a:lnTo>
                  <a:pt x="6010275" y="799833"/>
                </a:lnTo>
                <a:lnTo>
                  <a:pt x="6010275" y="797204"/>
                </a:lnTo>
                <a:close/>
              </a:path>
              <a:path w="6534150" h="803275">
                <a:moveTo>
                  <a:pt x="6010275" y="3454"/>
                </a:moveTo>
                <a:lnTo>
                  <a:pt x="6009818" y="2336"/>
                </a:lnTo>
                <a:lnTo>
                  <a:pt x="6007951" y="469"/>
                </a:lnTo>
                <a:lnTo>
                  <a:pt x="6006833" y="0"/>
                </a:lnTo>
                <a:lnTo>
                  <a:pt x="6004204" y="0"/>
                </a:lnTo>
                <a:lnTo>
                  <a:pt x="6003087" y="469"/>
                </a:lnTo>
                <a:lnTo>
                  <a:pt x="6001220" y="2336"/>
                </a:lnTo>
                <a:lnTo>
                  <a:pt x="6000750" y="3454"/>
                </a:lnTo>
                <a:lnTo>
                  <a:pt x="6000750" y="6083"/>
                </a:lnTo>
                <a:lnTo>
                  <a:pt x="6001220" y="7200"/>
                </a:lnTo>
                <a:lnTo>
                  <a:pt x="6003087" y="9067"/>
                </a:lnTo>
                <a:lnTo>
                  <a:pt x="6004204" y="9525"/>
                </a:lnTo>
                <a:lnTo>
                  <a:pt x="6006833" y="9525"/>
                </a:lnTo>
                <a:lnTo>
                  <a:pt x="6007951" y="9067"/>
                </a:lnTo>
                <a:lnTo>
                  <a:pt x="6009818" y="7200"/>
                </a:lnTo>
                <a:lnTo>
                  <a:pt x="6010275" y="6083"/>
                </a:lnTo>
                <a:lnTo>
                  <a:pt x="6010275" y="3454"/>
                </a:lnTo>
                <a:close/>
              </a:path>
              <a:path w="6534150" h="803275">
                <a:moveTo>
                  <a:pt x="6057900" y="797204"/>
                </a:moveTo>
                <a:lnTo>
                  <a:pt x="6057443" y="796086"/>
                </a:lnTo>
                <a:lnTo>
                  <a:pt x="6055576" y="794219"/>
                </a:lnTo>
                <a:lnTo>
                  <a:pt x="6054458" y="793750"/>
                </a:lnTo>
                <a:lnTo>
                  <a:pt x="6051829" y="793750"/>
                </a:lnTo>
                <a:lnTo>
                  <a:pt x="6050699" y="794219"/>
                </a:lnTo>
                <a:lnTo>
                  <a:pt x="6048845" y="796086"/>
                </a:lnTo>
                <a:lnTo>
                  <a:pt x="6048375" y="797204"/>
                </a:lnTo>
                <a:lnTo>
                  <a:pt x="6048375" y="799833"/>
                </a:lnTo>
                <a:lnTo>
                  <a:pt x="6048845" y="800950"/>
                </a:lnTo>
                <a:lnTo>
                  <a:pt x="6050699" y="802817"/>
                </a:lnTo>
                <a:lnTo>
                  <a:pt x="6051829" y="803275"/>
                </a:lnTo>
                <a:lnTo>
                  <a:pt x="6054458" y="803275"/>
                </a:lnTo>
                <a:lnTo>
                  <a:pt x="6055576" y="802817"/>
                </a:lnTo>
                <a:lnTo>
                  <a:pt x="6057443" y="800950"/>
                </a:lnTo>
                <a:lnTo>
                  <a:pt x="6057900" y="799833"/>
                </a:lnTo>
                <a:lnTo>
                  <a:pt x="6057900" y="797204"/>
                </a:lnTo>
                <a:close/>
              </a:path>
              <a:path w="6534150" h="803275">
                <a:moveTo>
                  <a:pt x="6057900" y="3454"/>
                </a:moveTo>
                <a:lnTo>
                  <a:pt x="6057443" y="2336"/>
                </a:lnTo>
                <a:lnTo>
                  <a:pt x="6055576" y="469"/>
                </a:lnTo>
                <a:lnTo>
                  <a:pt x="6054458" y="0"/>
                </a:lnTo>
                <a:lnTo>
                  <a:pt x="6051829" y="0"/>
                </a:lnTo>
                <a:lnTo>
                  <a:pt x="6050699" y="469"/>
                </a:lnTo>
                <a:lnTo>
                  <a:pt x="6048845" y="2336"/>
                </a:lnTo>
                <a:lnTo>
                  <a:pt x="6048375" y="3454"/>
                </a:lnTo>
                <a:lnTo>
                  <a:pt x="6048375" y="6083"/>
                </a:lnTo>
                <a:lnTo>
                  <a:pt x="6048845" y="7200"/>
                </a:lnTo>
                <a:lnTo>
                  <a:pt x="6050699" y="9067"/>
                </a:lnTo>
                <a:lnTo>
                  <a:pt x="6051829" y="9525"/>
                </a:lnTo>
                <a:lnTo>
                  <a:pt x="6054458" y="9525"/>
                </a:lnTo>
                <a:lnTo>
                  <a:pt x="6055576" y="9067"/>
                </a:lnTo>
                <a:lnTo>
                  <a:pt x="6057443" y="7200"/>
                </a:lnTo>
                <a:lnTo>
                  <a:pt x="6057900" y="6083"/>
                </a:lnTo>
                <a:lnTo>
                  <a:pt x="6057900" y="3454"/>
                </a:lnTo>
                <a:close/>
              </a:path>
              <a:path w="6534150" h="803275">
                <a:moveTo>
                  <a:pt x="6105525" y="797204"/>
                </a:moveTo>
                <a:lnTo>
                  <a:pt x="6105068" y="796086"/>
                </a:lnTo>
                <a:lnTo>
                  <a:pt x="6103201" y="794219"/>
                </a:lnTo>
                <a:lnTo>
                  <a:pt x="6102083" y="793750"/>
                </a:lnTo>
                <a:lnTo>
                  <a:pt x="6099454" y="793750"/>
                </a:lnTo>
                <a:lnTo>
                  <a:pt x="6098324" y="794219"/>
                </a:lnTo>
                <a:lnTo>
                  <a:pt x="6096470" y="796086"/>
                </a:lnTo>
                <a:lnTo>
                  <a:pt x="6096000" y="797204"/>
                </a:lnTo>
                <a:lnTo>
                  <a:pt x="6096000" y="799833"/>
                </a:lnTo>
                <a:lnTo>
                  <a:pt x="6096470" y="800950"/>
                </a:lnTo>
                <a:lnTo>
                  <a:pt x="6098324" y="802817"/>
                </a:lnTo>
                <a:lnTo>
                  <a:pt x="6099454" y="803275"/>
                </a:lnTo>
                <a:lnTo>
                  <a:pt x="6102083" y="803275"/>
                </a:lnTo>
                <a:lnTo>
                  <a:pt x="6103201" y="802817"/>
                </a:lnTo>
                <a:lnTo>
                  <a:pt x="6105068" y="800950"/>
                </a:lnTo>
                <a:lnTo>
                  <a:pt x="6105525" y="799833"/>
                </a:lnTo>
                <a:lnTo>
                  <a:pt x="6105525" y="797204"/>
                </a:lnTo>
                <a:close/>
              </a:path>
              <a:path w="6534150" h="803275">
                <a:moveTo>
                  <a:pt x="6105525" y="3454"/>
                </a:moveTo>
                <a:lnTo>
                  <a:pt x="6105068" y="2336"/>
                </a:lnTo>
                <a:lnTo>
                  <a:pt x="6103201" y="469"/>
                </a:lnTo>
                <a:lnTo>
                  <a:pt x="6102083" y="0"/>
                </a:lnTo>
                <a:lnTo>
                  <a:pt x="6099454" y="0"/>
                </a:lnTo>
                <a:lnTo>
                  <a:pt x="6098324" y="469"/>
                </a:lnTo>
                <a:lnTo>
                  <a:pt x="6096470" y="2336"/>
                </a:lnTo>
                <a:lnTo>
                  <a:pt x="6096000" y="3454"/>
                </a:lnTo>
                <a:lnTo>
                  <a:pt x="6096000" y="6083"/>
                </a:lnTo>
                <a:lnTo>
                  <a:pt x="6096470" y="7200"/>
                </a:lnTo>
                <a:lnTo>
                  <a:pt x="6098324" y="9067"/>
                </a:lnTo>
                <a:lnTo>
                  <a:pt x="6099454" y="9525"/>
                </a:lnTo>
                <a:lnTo>
                  <a:pt x="6102083" y="9525"/>
                </a:lnTo>
                <a:lnTo>
                  <a:pt x="6103201" y="9067"/>
                </a:lnTo>
                <a:lnTo>
                  <a:pt x="6105068" y="7200"/>
                </a:lnTo>
                <a:lnTo>
                  <a:pt x="6105525" y="6083"/>
                </a:lnTo>
                <a:lnTo>
                  <a:pt x="6105525" y="3454"/>
                </a:lnTo>
                <a:close/>
              </a:path>
              <a:path w="6534150" h="803275">
                <a:moveTo>
                  <a:pt x="6153150" y="797204"/>
                </a:moveTo>
                <a:lnTo>
                  <a:pt x="6152693" y="796086"/>
                </a:lnTo>
                <a:lnTo>
                  <a:pt x="6150826" y="794219"/>
                </a:lnTo>
                <a:lnTo>
                  <a:pt x="6149708" y="793750"/>
                </a:lnTo>
                <a:lnTo>
                  <a:pt x="6147079" y="793750"/>
                </a:lnTo>
                <a:lnTo>
                  <a:pt x="6145949" y="794219"/>
                </a:lnTo>
                <a:lnTo>
                  <a:pt x="6144095" y="796086"/>
                </a:lnTo>
                <a:lnTo>
                  <a:pt x="6143625" y="797204"/>
                </a:lnTo>
                <a:lnTo>
                  <a:pt x="6143625" y="799833"/>
                </a:lnTo>
                <a:lnTo>
                  <a:pt x="6144095" y="800950"/>
                </a:lnTo>
                <a:lnTo>
                  <a:pt x="6145949" y="802817"/>
                </a:lnTo>
                <a:lnTo>
                  <a:pt x="6147079" y="803275"/>
                </a:lnTo>
                <a:lnTo>
                  <a:pt x="6149708" y="803275"/>
                </a:lnTo>
                <a:lnTo>
                  <a:pt x="6150826" y="802817"/>
                </a:lnTo>
                <a:lnTo>
                  <a:pt x="6152693" y="800950"/>
                </a:lnTo>
                <a:lnTo>
                  <a:pt x="6153150" y="799833"/>
                </a:lnTo>
                <a:lnTo>
                  <a:pt x="6153150" y="797204"/>
                </a:lnTo>
                <a:close/>
              </a:path>
              <a:path w="6534150" h="803275">
                <a:moveTo>
                  <a:pt x="6153150" y="3454"/>
                </a:moveTo>
                <a:lnTo>
                  <a:pt x="6152693" y="2336"/>
                </a:lnTo>
                <a:lnTo>
                  <a:pt x="6150826" y="469"/>
                </a:lnTo>
                <a:lnTo>
                  <a:pt x="6149708" y="0"/>
                </a:lnTo>
                <a:lnTo>
                  <a:pt x="6147079" y="0"/>
                </a:lnTo>
                <a:lnTo>
                  <a:pt x="6145949" y="469"/>
                </a:lnTo>
                <a:lnTo>
                  <a:pt x="6144095" y="2336"/>
                </a:lnTo>
                <a:lnTo>
                  <a:pt x="6143625" y="3454"/>
                </a:lnTo>
                <a:lnTo>
                  <a:pt x="6143625" y="6083"/>
                </a:lnTo>
                <a:lnTo>
                  <a:pt x="6144095" y="7200"/>
                </a:lnTo>
                <a:lnTo>
                  <a:pt x="6145949" y="9067"/>
                </a:lnTo>
                <a:lnTo>
                  <a:pt x="6147079" y="9525"/>
                </a:lnTo>
                <a:lnTo>
                  <a:pt x="6149708" y="9525"/>
                </a:lnTo>
                <a:lnTo>
                  <a:pt x="6150826" y="9067"/>
                </a:lnTo>
                <a:lnTo>
                  <a:pt x="6152693" y="7200"/>
                </a:lnTo>
                <a:lnTo>
                  <a:pt x="6153150" y="6083"/>
                </a:lnTo>
                <a:lnTo>
                  <a:pt x="6153150" y="3454"/>
                </a:lnTo>
                <a:close/>
              </a:path>
              <a:path w="6534150" h="803275">
                <a:moveTo>
                  <a:pt x="6200775" y="797204"/>
                </a:moveTo>
                <a:lnTo>
                  <a:pt x="6200318" y="796086"/>
                </a:lnTo>
                <a:lnTo>
                  <a:pt x="6198451" y="794219"/>
                </a:lnTo>
                <a:lnTo>
                  <a:pt x="6197333" y="793750"/>
                </a:lnTo>
                <a:lnTo>
                  <a:pt x="6194704" y="793750"/>
                </a:lnTo>
                <a:lnTo>
                  <a:pt x="6193574" y="794219"/>
                </a:lnTo>
                <a:lnTo>
                  <a:pt x="6191720" y="796086"/>
                </a:lnTo>
                <a:lnTo>
                  <a:pt x="6191250" y="797204"/>
                </a:lnTo>
                <a:lnTo>
                  <a:pt x="6191250" y="799833"/>
                </a:lnTo>
                <a:lnTo>
                  <a:pt x="6191720" y="800950"/>
                </a:lnTo>
                <a:lnTo>
                  <a:pt x="6193574" y="802817"/>
                </a:lnTo>
                <a:lnTo>
                  <a:pt x="6194704" y="803275"/>
                </a:lnTo>
                <a:lnTo>
                  <a:pt x="6197333" y="803275"/>
                </a:lnTo>
                <a:lnTo>
                  <a:pt x="6198451" y="802817"/>
                </a:lnTo>
                <a:lnTo>
                  <a:pt x="6200318" y="800950"/>
                </a:lnTo>
                <a:lnTo>
                  <a:pt x="6200775" y="799833"/>
                </a:lnTo>
                <a:lnTo>
                  <a:pt x="6200775" y="797204"/>
                </a:lnTo>
                <a:close/>
              </a:path>
              <a:path w="6534150" h="803275">
                <a:moveTo>
                  <a:pt x="6200775" y="3454"/>
                </a:moveTo>
                <a:lnTo>
                  <a:pt x="6200318" y="2336"/>
                </a:lnTo>
                <a:lnTo>
                  <a:pt x="6198451" y="469"/>
                </a:lnTo>
                <a:lnTo>
                  <a:pt x="6197333" y="0"/>
                </a:lnTo>
                <a:lnTo>
                  <a:pt x="6194704" y="0"/>
                </a:lnTo>
                <a:lnTo>
                  <a:pt x="6193574" y="469"/>
                </a:lnTo>
                <a:lnTo>
                  <a:pt x="6191720" y="2336"/>
                </a:lnTo>
                <a:lnTo>
                  <a:pt x="6191250" y="3454"/>
                </a:lnTo>
                <a:lnTo>
                  <a:pt x="6191250" y="6083"/>
                </a:lnTo>
                <a:lnTo>
                  <a:pt x="6191720" y="7200"/>
                </a:lnTo>
                <a:lnTo>
                  <a:pt x="6193574" y="9067"/>
                </a:lnTo>
                <a:lnTo>
                  <a:pt x="6194704" y="9525"/>
                </a:lnTo>
                <a:lnTo>
                  <a:pt x="6197333" y="9525"/>
                </a:lnTo>
                <a:lnTo>
                  <a:pt x="6198451" y="9067"/>
                </a:lnTo>
                <a:lnTo>
                  <a:pt x="6200318" y="7200"/>
                </a:lnTo>
                <a:lnTo>
                  <a:pt x="6200775" y="6083"/>
                </a:lnTo>
                <a:lnTo>
                  <a:pt x="6200775" y="3454"/>
                </a:lnTo>
                <a:close/>
              </a:path>
              <a:path w="6534150" h="803275">
                <a:moveTo>
                  <a:pt x="6248400" y="797204"/>
                </a:moveTo>
                <a:lnTo>
                  <a:pt x="6247943" y="796086"/>
                </a:lnTo>
                <a:lnTo>
                  <a:pt x="6246076" y="794219"/>
                </a:lnTo>
                <a:lnTo>
                  <a:pt x="6244958" y="793750"/>
                </a:lnTo>
                <a:lnTo>
                  <a:pt x="6242329" y="793750"/>
                </a:lnTo>
                <a:lnTo>
                  <a:pt x="6241199" y="794219"/>
                </a:lnTo>
                <a:lnTo>
                  <a:pt x="6239345" y="796086"/>
                </a:lnTo>
                <a:lnTo>
                  <a:pt x="6238875" y="797204"/>
                </a:lnTo>
                <a:lnTo>
                  <a:pt x="6238875" y="799833"/>
                </a:lnTo>
                <a:lnTo>
                  <a:pt x="6239345" y="800950"/>
                </a:lnTo>
                <a:lnTo>
                  <a:pt x="6241199" y="802817"/>
                </a:lnTo>
                <a:lnTo>
                  <a:pt x="6242329" y="803275"/>
                </a:lnTo>
                <a:lnTo>
                  <a:pt x="6244958" y="803275"/>
                </a:lnTo>
                <a:lnTo>
                  <a:pt x="6246076" y="802817"/>
                </a:lnTo>
                <a:lnTo>
                  <a:pt x="6247943" y="800950"/>
                </a:lnTo>
                <a:lnTo>
                  <a:pt x="6248400" y="799833"/>
                </a:lnTo>
                <a:lnTo>
                  <a:pt x="6248400" y="797204"/>
                </a:lnTo>
                <a:close/>
              </a:path>
              <a:path w="6534150" h="803275">
                <a:moveTo>
                  <a:pt x="6248400" y="3454"/>
                </a:moveTo>
                <a:lnTo>
                  <a:pt x="6247943" y="2336"/>
                </a:lnTo>
                <a:lnTo>
                  <a:pt x="6246076" y="469"/>
                </a:lnTo>
                <a:lnTo>
                  <a:pt x="6244958" y="0"/>
                </a:lnTo>
                <a:lnTo>
                  <a:pt x="6242329" y="0"/>
                </a:lnTo>
                <a:lnTo>
                  <a:pt x="6241199" y="469"/>
                </a:lnTo>
                <a:lnTo>
                  <a:pt x="6239345" y="2336"/>
                </a:lnTo>
                <a:lnTo>
                  <a:pt x="6238875" y="3454"/>
                </a:lnTo>
                <a:lnTo>
                  <a:pt x="6238875" y="6083"/>
                </a:lnTo>
                <a:lnTo>
                  <a:pt x="6239345" y="7200"/>
                </a:lnTo>
                <a:lnTo>
                  <a:pt x="6241199" y="9067"/>
                </a:lnTo>
                <a:lnTo>
                  <a:pt x="6242329" y="9525"/>
                </a:lnTo>
                <a:lnTo>
                  <a:pt x="6244958" y="9525"/>
                </a:lnTo>
                <a:lnTo>
                  <a:pt x="6246076" y="9067"/>
                </a:lnTo>
                <a:lnTo>
                  <a:pt x="6247943" y="7200"/>
                </a:lnTo>
                <a:lnTo>
                  <a:pt x="6248400" y="6083"/>
                </a:lnTo>
                <a:lnTo>
                  <a:pt x="6248400" y="3454"/>
                </a:lnTo>
                <a:close/>
              </a:path>
              <a:path w="6534150" h="803275">
                <a:moveTo>
                  <a:pt x="6296025" y="797204"/>
                </a:moveTo>
                <a:lnTo>
                  <a:pt x="6295568" y="796086"/>
                </a:lnTo>
                <a:lnTo>
                  <a:pt x="6293701" y="794219"/>
                </a:lnTo>
                <a:lnTo>
                  <a:pt x="6292583" y="793750"/>
                </a:lnTo>
                <a:lnTo>
                  <a:pt x="6289954" y="793750"/>
                </a:lnTo>
                <a:lnTo>
                  <a:pt x="6288824" y="794219"/>
                </a:lnTo>
                <a:lnTo>
                  <a:pt x="6286970" y="796086"/>
                </a:lnTo>
                <a:lnTo>
                  <a:pt x="6286500" y="797204"/>
                </a:lnTo>
                <a:lnTo>
                  <a:pt x="6286500" y="799833"/>
                </a:lnTo>
                <a:lnTo>
                  <a:pt x="6286970" y="800950"/>
                </a:lnTo>
                <a:lnTo>
                  <a:pt x="6288824" y="802817"/>
                </a:lnTo>
                <a:lnTo>
                  <a:pt x="6289954" y="803275"/>
                </a:lnTo>
                <a:lnTo>
                  <a:pt x="6292583" y="803275"/>
                </a:lnTo>
                <a:lnTo>
                  <a:pt x="6293701" y="802817"/>
                </a:lnTo>
                <a:lnTo>
                  <a:pt x="6295568" y="800950"/>
                </a:lnTo>
                <a:lnTo>
                  <a:pt x="6296025" y="799833"/>
                </a:lnTo>
                <a:lnTo>
                  <a:pt x="6296025" y="797204"/>
                </a:lnTo>
                <a:close/>
              </a:path>
              <a:path w="6534150" h="803275">
                <a:moveTo>
                  <a:pt x="6296025" y="3454"/>
                </a:moveTo>
                <a:lnTo>
                  <a:pt x="6295568" y="2336"/>
                </a:lnTo>
                <a:lnTo>
                  <a:pt x="6293701" y="469"/>
                </a:lnTo>
                <a:lnTo>
                  <a:pt x="6292583" y="0"/>
                </a:lnTo>
                <a:lnTo>
                  <a:pt x="6289954" y="0"/>
                </a:lnTo>
                <a:lnTo>
                  <a:pt x="6288824" y="469"/>
                </a:lnTo>
                <a:lnTo>
                  <a:pt x="6286970" y="2336"/>
                </a:lnTo>
                <a:lnTo>
                  <a:pt x="6286500" y="3454"/>
                </a:lnTo>
                <a:lnTo>
                  <a:pt x="6286500" y="6083"/>
                </a:lnTo>
                <a:lnTo>
                  <a:pt x="6286970" y="7200"/>
                </a:lnTo>
                <a:lnTo>
                  <a:pt x="6288824" y="9067"/>
                </a:lnTo>
                <a:lnTo>
                  <a:pt x="6289954" y="9525"/>
                </a:lnTo>
                <a:lnTo>
                  <a:pt x="6292583" y="9525"/>
                </a:lnTo>
                <a:lnTo>
                  <a:pt x="6293701" y="9067"/>
                </a:lnTo>
                <a:lnTo>
                  <a:pt x="6295568" y="7200"/>
                </a:lnTo>
                <a:lnTo>
                  <a:pt x="6296025" y="6083"/>
                </a:lnTo>
                <a:lnTo>
                  <a:pt x="6296025" y="3454"/>
                </a:lnTo>
                <a:close/>
              </a:path>
              <a:path w="6534150" h="803275">
                <a:moveTo>
                  <a:pt x="6343650" y="797204"/>
                </a:moveTo>
                <a:lnTo>
                  <a:pt x="6343193" y="796086"/>
                </a:lnTo>
                <a:lnTo>
                  <a:pt x="6341326" y="794219"/>
                </a:lnTo>
                <a:lnTo>
                  <a:pt x="6340208" y="793750"/>
                </a:lnTo>
                <a:lnTo>
                  <a:pt x="6337579" y="793750"/>
                </a:lnTo>
                <a:lnTo>
                  <a:pt x="6336449" y="794219"/>
                </a:lnTo>
                <a:lnTo>
                  <a:pt x="6334595" y="796086"/>
                </a:lnTo>
                <a:lnTo>
                  <a:pt x="6334125" y="797204"/>
                </a:lnTo>
                <a:lnTo>
                  <a:pt x="6334125" y="799833"/>
                </a:lnTo>
                <a:lnTo>
                  <a:pt x="6334595" y="800950"/>
                </a:lnTo>
                <a:lnTo>
                  <a:pt x="6336449" y="802817"/>
                </a:lnTo>
                <a:lnTo>
                  <a:pt x="6337579" y="803275"/>
                </a:lnTo>
                <a:lnTo>
                  <a:pt x="6340208" y="803275"/>
                </a:lnTo>
                <a:lnTo>
                  <a:pt x="6341326" y="802817"/>
                </a:lnTo>
                <a:lnTo>
                  <a:pt x="6343193" y="800950"/>
                </a:lnTo>
                <a:lnTo>
                  <a:pt x="6343650" y="799833"/>
                </a:lnTo>
                <a:lnTo>
                  <a:pt x="6343650" y="797204"/>
                </a:lnTo>
                <a:close/>
              </a:path>
              <a:path w="6534150" h="803275">
                <a:moveTo>
                  <a:pt x="6343650" y="3454"/>
                </a:moveTo>
                <a:lnTo>
                  <a:pt x="6343193" y="2336"/>
                </a:lnTo>
                <a:lnTo>
                  <a:pt x="6341326" y="469"/>
                </a:lnTo>
                <a:lnTo>
                  <a:pt x="6340208" y="0"/>
                </a:lnTo>
                <a:lnTo>
                  <a:pt x="6337579" y="0"/>
                </a:lnTo>
                <a:lnTo>
                  <a:pt x="6336449" y="469"/>
                </a:lnTo>
                <a:lnTo>
                  <a:pt x="6334595" y="2336"/>
                </a:lnTo>
                <a:lnTo>
                  <a:pt x="6334125" y="3454"/>
                </a:lnTo>
                <a:lnTo>
                  <a:pt x="6334125" y="6083"/>
                </a:lnTo>
                <a:lnTo>
                  <a:pt x="6334595" y="7200"/>
                </a:lnTo>
                <a:lnTo>
                  <a:pt x="6336449" y="9067"/>
                </a:lnTo>
                <a:lnTo>
                  <a:pt x="6337579" y="9525"/>
                </a:lnTo>
                <a:lnTo>
                  <a:pt x="6340208" y="9525"/>
                </a:lnTo>
                <a:lnTo>
                  <a:pt x="6341326" y="9067"/>
                </a:lnTo>
                <a:lnTo>
                  <a:pt x="6343193" y="7200"/>
                </a:lnTo>
                <a:lnTo>
                  <a:pt x="6343650" y="6083"/>
                </a:lnTo>
                <a:lnTo>
                  <a:pt x="6343650" y="3454"/>
                </a:lnTo>
                <a:close/>
              </a:path>
              <a:path w="6534150" h="803275">
                <a:moveTo>
                  <a:pt x="6391275" y="797204"/>
                </a:moveTo>
                <a:lnTo>
                  <a:pt x="6390818" y="796086"/>
                </a:lnTo>
                <a:lnTo>
                  <a:pt x="6388951" y="794219"/>
                </a:lnTo>
                <a:lnTo>
                  <a:pt x="6387833" y="793750"/>
                </a:lnTo>
                <a:lnTo>
                  <a:pt x="6385204" y="793750"/>
                </a:lnTo>
                <a:lnTo>
                  <a:pt x="6384074" y="794219"/>
                </a:lnTo>
                <a:lnTo>
                  <a:pt x="6382220" y="796086"/>
                </a:lnTo>
                <a:lnTo>
                  <a:pt x="6381750" y="797204"/>
                </a:lnTo>
                <a:lnTo>
                  <a:pt x="6381750" y="799833"/>
                </a:lnTo>
                <a:lnTo>
                  <a:pt x="6382220" y="800950"/>
                </a:lnTo>
                <a:lnTo>
                  <a:pt x="6384074" y="802817"/>
                </a:lnTo>
                <a:lnTo>
                  <a:pt x="6385204" y="803275"/>
                </a:lnTo>
                <a:lnTo>
                  <a:pt x="6387833" y="803275"/>
                </a:lnTo>
                <a:lnTo>
                  <a:pt x="6388951" y="802817"/>
                </a:lnTo>
                <a:lnTo>
                  <a:pt x="6390818" y="800950"/>
                </a:lnTo>
                <a:lnTo>
                  <a:pt x="6391275" y="799833"/>
                </a:lnTo>
                <a:lnTo>
                  <a:pt x="6391275" y="797204"/>
                </a:lnTo>
                <a:close/>
              </a:path>
              <a:path w="6534150" h="803275">
                <a:moveTo>
                  <a:pt x="6391275" y="3454"/>
                </a:moveTo>
                <a:lnTo>
                  <a:pt x="6390818" y="2336"/>
                </a:lnTo>
                <a:lnTo>
                  <a:pt x="6388951" y="469"/>
                </a:lnTo>
                <a:lnTo>
                  <a:pt x="6387833" y="0"/>
                </a:lnTo>
                <a:lnTo>
                  <a:pt x="6385204" y="0"/>
                </a:lnTo>
                <a:lnTo>
                  <a:pt x="6384074" y="469"/>
                </a:lnTo>
                <a:lnTo>
                  <a:pt x="6382220" y="2336"/>
                </a:lnTo>
                <a:lnTo>
                  <a:pt x="6381750" y="3454"/>
                </a:lnTo>
                <a:lnTo>
                  <a:pt x="6381750" y="6083"/>
                </a:lnTo>
                <a:lnTo>
                  <a:pt x="6382220" y="7200"/>
                </a:lnTo>
                <a:lnTo>
                  <a:pt x="6384074" y="9067"/>
                </a:lnTo>
                <a:lnTo>
                  <a:pt x="6385204" y="9525"/>
                </a:lnTo>
                <a:lnTo>
                  <a:pt x="6387833" y="9525"/>
                </a:lnTo>
                <a:lnTo>
                  <a:pt x="6388951" y="9067"/>
                </a:lnTo>
                <a:lnTo>
                  <a:pt x="6390818" y="7200"/>
                </a:lnTo>
                <a:lnTo>
                  <a:pt x="6391275" y="6083"/>
                </a:lnTo>
                <a:lnTo>
                  <a:pt x="6391275" y="3454"/>
                </a:lnTo>
                <a:close/>
              </a:path>
              <a:path w="6534150" h="803275">
                <a:moveTo>
                  <a:pt x="6438900" y="797204"/>
                </a:moveTo>
                <a:lnTo>
                  <a:pt x="6438443" y="796086"/>
                </a:lnTo>
                <a:lnTo>
                  <a:pt x="6436576" y="794219"/>
                </a:lnTo>
                <a:lnTo>
                  <a:pt x="6435458" y="793750"/>
                </a:lnTo>
                <a:lnTo>
                  <a:pt x="6432829" y="793750"/>
                </a:lnTo>
                <a:lnTo>
                  <a:pt x="6431699" y="794219"/>
                </a:lnTo>
                <a:lnTo>
                  <a:pt x="6429845" y="796086"/>
                </a:lnTo>
                <a:lnTo>
                  <a:pt x="6429375" y="797204"/>
                </a:lnTo>
                <a:lnTo>
                  <a:pt x="6429375" y="799833"/>
                </a:lnTo>
                <a:lnTo>
                  <a:pt x="6429845" y="800950"/>
                </a:lnTo>
                <a:lnTo>
                  <a:pt x="6431699" y="802817"/>
                </a:lnTo>
                <a:lnTo>
                  <a:pt x="6432829" y="803275"/>
                </a:lnTo>
                <a:lnTo>
                  <a:pt x="6435458" y="803275"/>
                </a:lnTo>
                <a:lnTo>
                  <a:pt x="6436576" y="802817"/>
                </a:lnTo>
                <a:lnTo>
                  <a:pt x="6438443" y="800950"/>
                </a:lnTo>
                <a:lnTo>
                  <a:pt x="6438900" y="799833"/>
                </a:lnTo>
                <a:lnTo>
                  <a:pt x="6438900" y="797204"/>
                </a:lnTo>
                <a:close/>
              </a:path>
              <a:path w="6534150" h="803275">
                <a:moveTo>
                  <a:pt x="6438900" y="3454"/>
                </a:moveTo>
                <a:lnTo>
                  <a:pt x="6438443" y="2336"/>
                </a:lnTo>
                <a:lnTo>
                  <a:pt x="6436576" y="469"/>
                </a:lnTo>
                <a:lnTo>
                  <a:pt x="6435458" y="0"/>
                </a:lnTo>
                <a:lnTo>
                  <a:pt x="6432829" y="0"/>
                </a:lnTo>
                <a:lnTo>
                  <a:pt x="6431699" y="469"/>
                </a:lnTo>
                <a:lnTo>
                  <a:pt x="6429845" y="2336"/>
                </a:lnTo>
                <a:lnTo>
                  <a:pt x="6429375" y="3454"/>
                </a:lnTo>
                <a:lnTo>
                  <a:pt x="6429375" y="6083"/>
                </a:lnTo>
                <a:lnTo>
                  <a:pt x="6429845" y="7200"/>
                </a:lnTo>
                <a:lnTo>
                  <a:pt x="6431699" y="9067"/>
                </a:lnTo>
                <a:lnTo>
                  <a:pt x="6432829" y="9525"/>
                </a:lnTo>
                <a:lnTo>
                  <a:pt x="6435458" y="9525"/>
                </a:lnTo>
                <a:lnTo>
                  <a:pt x="6436576" y="9067"/>
                </a:lnTo>
                <a:lnTo>
                  <a:pt x="6438443" y="7200"/>
                </a:lnTo>
                <a:lnTo>
                  <a:pt x="6438900" y="6083"/>
                </a:lnTo>
                <a:lnTo>
                  <a:pt x="6438900" y="3454"/>
                </a:lnTo>
                <a:close/>
              </a:path>
              <a:path w="6534150" h="803275">
                <a:moveTo>
                  <a:pt x="6486525" y="797204"/>
                </a:moveTo>
                <a:lnTo>
                  <a:pt x="6486068" y="796086"/>
                </a:lnTo>
                <a:lnTo>
                  <a:pt x="6484201" y="794219"/>
                </a:lnTo>
                <a:lnTo>
                  <a:pt x="6483083" y="793750"/>
                </a:lnTo>
                <a:lnTo>
                  <a:pt x="6480454" y="793750"/>
                </a:lnTo>
                <a:lnTo>
                  <a:pt x="6479324" y="794219"/>
                </a:lnTo>
                <a:lnTo>
                  <a:pt x="6477470" y="796086"/>
                </a:lnTo>
                <a:lnTo>
                  <a:pt x="6477000" y="797204"/>
                </a:lnTo>
                <a:lnTo>
                  <a:pt x="6477000" y="799833"/>
                </a:lnTo>
                <a:lnTo>
                  <a:pt x="6477470" y="800950"/>
                </a:lnTo>
                <a:lnTo>
                  <a:pt x="6479324" y="802817"/>
                </a:lnTo>
                <a:lnTo>
                  <a:pt x="6480454" y="803275"/>
                </a:lnTo>
                <a:lnTo>
                  <a:pt x="6483083" y="803275"/>
                </a:lnTo>
                <a:lnTo>
                  <a:pt x="6484201" y="802817"/>
                </a:lnTo>
                <a:lnTo>
                  <a:pt x="6486068" y="800950"/>
                </a:lnTo>
                <a:lnTo>
                  <a:pt x="6486525" y="799833"/>
                </a:lnTo>
                <a:lnTo>
                  <a:pt x="6486525" y="797204"/>
                </a:lnTo>
                <a:close/>
              </a:path>
              <a:path w="6534150" h="803275">
                <a:moveTo>
                  <a:pt x="6486525" y="3454"/>
                </a:moveTo>
                <a:lnTo>
                  <a:pt x="6486068" y="2336"/>
                </a:lnTo>
                <a:lnTo>
                  <a:pt x="6484201" y="469"/>
                </a:lnTo>
                <a:lnTo>
                  <a:pt x="6483083" y="0"/>
                </a:lnTo>
                <a:lnTo>
                  <a:pt x="6480454" y="0"/>
                </a:lnTo>
                <a:lnTo>
                  <a:pt x="6479324" y="469"/>
                </a:lnTo>
                <a:lnTo>
                  <a:pt x="6477470" y="2336"/>
                </a:lnTo>
                <a:lnTo>
                  <a:pt x="6477000" y="3454"/>
                </a:lnTo>
                <a:lnTo>
                  <a:pt x="6477000" y="6083"/>
                </a:lnTo>
                <a:lnTo>
                  <a:pt x="6477470" y="7200"/>
                </a:lnTo>
                <a:lnTo>
                  <a:pt x="6479324" y="9067"/>
                </a:lnTo>
                <a:lnTo>
                  <a:pt x="6480454" y="9525"/>
                </a:lnTo>
                <a:lnTo>
                  <a:pt x="6483083" y="9525"/>
                </a:lnTo>
                <a:lnTo>
                  <a:pt x="6484201" y="9067"/>
                </a:lnTo>
                <a:lnTo>
                  <a:pt x="6486068" y="7200"/>
                </a:lnTo>
                <a:lnTo>
                  <a:pt x="6486525" y="6083"/>
                </a:lnTo>
                <a:lnTo>
                  <a:pt x="6486525" y="3454"/>
                </a:lnTo>
                <a:close/>
              </a:path>
              <a:path w="6534150" h="803275">
                <a:moveTo>
                  <a:pt x="6534150" y="797204"/>
                </a:moveTo>
                <a:lnTo>
                  <a:pt x="6533693" y="796086"/>
                </a:lnTo>
                <a:lnTo>
                  <a:pt x="6531826" y="794219"/>
                </a:lnTo>
                <a:lnTo>
                  <a:pt x="6530708" y="793750"/>
                </a:lnTo>
                <a:lnTo>
                  <a:pt x="6528079" y="793750"/>
                </a:lnTo>
                <a:lnTo>
                  <a:pt x="6526962" y="794219"/>
                </a:lnTo>
                <a:lnTo>
                  <a:pt x="6525095" y="796086"/>
                </a:lnTo>
                <a:lnTo>
                  <a:pt x="6524625" y="797204"/>
                </a:lnTo>
                <a:lnTo>
                  <a:pt x="6524625" y="799833"/>
                </a:lnTo>
                <a:lnTo>
                  <a:pt x="6525095" y="800950"/>
                </a:lnTo>
                <a:lnTo>
                  <a:pt x="6526962" y="802817"/>
                </a:lnTo>
                <a:lnTo>
                  <a:pt x="6528079" y="803275"/>
                </a:lnTo>
                <a:lnTo>
                  <a:pt x="6530708" y="803275"/>
                </a:lnTo>
                <a:lnTo>
                  <a:pt x="6531826" y="802817"/>
                </a:lnTo>
                <a:lnTo>
                  <a:pt x="6533693" y="800950"/>
                </a:lnTo>
                <a:lnTo>
                  <a:pt x="6534150" y="799833"/>
                </a:lnTo>
                <a:lnTo>
                  <a:pt x="6534150" y="797204"/>
                </a:lnTo>
                <a:close/>
              </a:path>
              <a:path w="6534150" h="803275">
                <a:moveTo>
                  <a:pt x="6534150" y="3454"/>
                </a:moveTo>
                <a:lnTo>
                  <a:pt x="6533693" y="2336"/>
                </a:lnTo>
                <a:lnTo>
                  <a:pt x="6531826" y="469"/>
                </a:lnTo>
                <a:lnTo>
                  <a:pt x="6530708" y="0"/>
                </a:lnTo>
                <a:lnTo>
                  <a:pt x="6528079" y="0"/>
                </a:lnTo>
                <a:lnTo>
                  <a:pt x="6526962" y="469"/>
                </a:lnTo>
                <a:lnTo>
                  <a:pt x="6525095" y="2336"/>
                </a:lnTo>
                <a:lnTo>
                  <a:pt x="6524625" y="3454"/>
                </a:lnTo>
                <a:lnTo>
                  <a:pt x="6524625" y="6083"/>
                </a:lnTo>
                <a:lnTo>
                  <a:pt x="6525095" y="7200"/>
                </a:lnTo>
                <a:lnTo>
                  <a:pt x="6526962" y="9067"/>
                </a:lnTo>
                <a:lnTo>
                  <a:pt x="6528079" y="9525"/>
                </a:lnTo>
                <a:lnTo>
                  <a:pt x="6530708" y="9525"/>
                </a:lnTo>
                <a:lnTo>
                  <a:pt x="6531826" y="9067"/>
                </a:lnTo>
                <a:lnTo>
                  <a:pt x="6533693" y="7200"/>
                </a:lnTo>
                <a:lnTo>
                  <a:pt x="6534150" y="6083"/>
                </a:lnTo>
                <a:lnTo>
                  <a:pt x="653415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49907" y="5743673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9907" y="4949924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29062" y="6645275"/>
            <a:ext cx="2768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9595" y="4771156"/>
            <a:ext cx="177800" cy="9258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Soma 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52423"/>
                </a:solidFill>
                <a:latin typeface="Tahoma"/>
                <a:cs typeface="Tahoma"/>
              </a:rPr>
              <a:t>Profit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01828" y="5876967"/>
            <a:ext cx="177800" cy="5048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97747" y="5876874"/>
            <a:ext cx="177800" cy="4349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93665" y="5877004"/>
            <a:ext cx="177800" cy="5441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89584" y="5876911"/>
            <a:ext cx="177800" cy="5365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85502" y="5876874"/>
            <a:ext cx="177800" cy="37020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janeiro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81421" y="5877004"/>
            <a:ext cx="177800" cy="46990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fevereiro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77339" y="5876875"/>
            <a:ext cx="177800" cy="34163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73258" y="5876986"/>
            <a:ext cx="177800" cy="246379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69177" y="5876986"/>
            <a:ext cx="177800" cy="27686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maio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65096" y="5876893"/>
            <a:ext cx="177800" cy="3143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junho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61015" y="5876986"/>
            <a:ext cx="177800" cy="2774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56933" y="5877004"/>
            <a:ext cx="177800" cy="37211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agosto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52852" y="5876967"/>
            <a:ext cx="177800" cy="50482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48770" y="5876874"/>
            <a:ext cx="177800" cy="4349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44689" y="5877004"/>
            <a:ext cx="177800" cy="54419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40608" y="5876911"/>
            <a:ext cx="177800" cy="53657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295113" y="4230370"/>
            <a:ext cx="11104245" cy="2856230"/>
            <a:chOff x="1295113" y="4230370"/>
            <a:chExt cx="11104245" cy="2856230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113" y="5881687"/>
              <a:ext cx="9524" cy="77152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8787" y="5881687"/>
              <a:ext cx="9525" cy="7715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9811" y="5881687"/>
              <a:ext cx="9524" cy="77152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339456" y="5025326"/>
              <a:ext cx="6252210" cy="804545"/>
            </a:xfrm>
            <a:custGeom>
              <a:avLst/>
              <a:gdLst/>
              <a:ahLst/>
              <a:cxnLst/>
              <a:rect l="l" t="t" r="r" b="b"/>
              <a:pathLst>
                <a:path w="6252209" h="804545">
                  <a:moveTo>
                    <a:pt x="312966" y="500926"/>
                  </a:moveTo>
                  <a:lnTo>
                    <a:pt x="0" y="500926"/>
                  </a:lnTo>
                  <a:lnTo>
                    <a:pt x="0" y="803973"/>
                  </a:lnTo>
                  <a:lnTo>
                    <a:pt x="312966" y="803973"/>
                  </a:lnTo>
                  <a:lnTo>
                    <a:pt x="312966" y="500926"/>
                  </a:lnTo>
                  <a:close/>
                </a:path>
                <a:path w="6252209" h="804545">
                  <a:moveTo>
                    <a:pt x="708888" y="146037"/>
                  </a:moveTo>
                  <a:lnTo>
                    <a:pt x="395922" y="146037"/>
                  </a:lnTo>
                  <a:lnTo>
                    <a:pt x="395922" y="803973"/>
                  </a:lnTo>
                  <a:lnTo>
                    <a:pt x="708888" y="803973"/>
                  </a:lnTo>
                  <a:lnTo>
                    <a:pt x="708888" y="146037"/>
                  </a:lnTo>
                  <a:close/>
                </a:path>
                <a:path w="6252209" h="804545">
                  <a:moveTo>
                    <a:pt x="1104811" y="500176"/>
                  </a:moveTo>
                  <a:lnTo>
                    <a:pt x="791845" y="500176"/>
                  </a:lnTo>
                  <a:lnTo>
                    <a:pt x="791845" y="803973"/>
                  </a:lnTo>
                  <a:lnTo>
                    <a:pt x="1104811" y="803973"/>
                  </a:lnTo>
                  <a:lnTo>
                    <a:pt x="1104811" y="500176"/>
                  </a:lnTo>
                  <a:close/>
                </a:path>
                <a:path w="6252209" h="804545">
                  <a:moveTo>
                    <a:pt x="1500720" y="529513"/>
                  </a:moveTo>
                  <a:lnTo>
                    <a:pt x="1187754" y="529513"/>
                  </a:lnTo>
                  <a:lnTo>
                    <a:pt x="1187754" y="803973"/>
                  </a:lnTo>
                  <a:lnTo>
                    <a:pt x="1500720" y="803973"/>
                  </a:lnTo>
                  <a:lnTo>
                    <a:pt x="1500720" y="529513"/>
                  </a:lnTo>
                  <a:close/>
                </a:path>
                <a:path w="6252209" h="804545">
                  <a:moveTo>
                    <a:pt x="1896643" y="480910"/>
                  </a:moveTo>
                  <a:lnTo>
                    <a:pt x="1583677" y="480910"/>
                  </a:lnTo>
                  <a:lnTo>
                    <a:pt x="1583677" y="803973"/>
                  </a:lnTo>
                  <a:lnTo>
                    <a:pt x="1896643" y="803973"/>
                  </a:lnTo>
                  <a:lnTo>
                    <a:pt x="1896643" y="480910"/>
                  </a:lnTo>
                  <a:close/>
                </a:path>
                <a:path w="6252209" h="804545">
                  <a:moveTo>
                    <a:pt x="2292566" y="348145"/>
                  </a:moveTo>
                  <a:lnTo>
                    <a:pt x="1979599" y="348145"/>
                  </a:lnTo>
                  <a:lnTo>
                    <a:pt x="1979599" y="803973"/>
                  </a:lnTo>
                  <a:lnTo>
                    <a:pt x="2292566" y="803973"/>
                  </a:lnTo>
                  <a:lnTo>
                    <a:pt x="2292566" y="348145"/>
                  </a:lnTo>
                  <a:close/>
                </a:path>
                <a:path w="6252209" h="804545">
                  <a:moveTo>
                    <a:pt x="2688475" y="538124"/>
                  </a:moveTo>
                  <a:lnTo>
                    <a:pt x="2375522" y="538124"/>
                  </a:lnTo>
                  <a:lnTo>
                    <a:pt x="2375522" y="803973"/>
                  </a:lnTo>
                  <a:lnTo>
                    <a:pt x="2688475" y="803973"/>
                  </a:lnTo>
                  <a:lnTo>
                    <a:pt x="2688475" y="538124"/>
                  </a:lnTo>
                  <a:close/>
                </a:path>
                <a:path w="6252209" h="804545">
                  <a:moveTo>
                    <a:pt x="3084398" y="434886"/>
                  </a:moveTo>
                  <a:lnTo>
                    <a:pt x="2771432" y="434886"/>
                  </a:lnTo>
                  <a:lnTo>
                    <a:pt x="2771432" y="803973"/>
                  </a:lnTo>
                  <a:lnTo>
                    <a:pt x="3084398" y="803973"/>
                  </a:lnTo>
                  <a:lnTo>
                    <a:pt x="3084398" y="434886"/>
                  </a:lnTo>
                  <a:close/>
                </a:path>
                <a:path w="6252209" h="804545">
                  <a:moveTo>
                    <a:pt x="3480320" y="475107"/>
                  </a:moveTo>
                  <a:lnTo>
                    <a:pt x="3167354" y="475107"/>
                  </a:lnTo>
                  <a:lnTo>
                    <a:pt x="3167354" y="803973"/>
                  </a:lnTo>
                  <a:lnTo>
                    <a:pt x="3480320" y="803973"/>
                  </a:lnTo>
                  <a:lnTo>
                    <a:pt x="3480320" y="475107"/>
                  </a:lnTo>
                  <a:close/>
                </a:path>
                <a:path w="6252209" h="804545">
                  <a:moveTo>
                    <a:pt x="3876243" y="219087"/>
                  </a:moveTo>
                  <a:lnTo>
                    <a:pt x="3563277" y="219087"/>
                  </a:lnTo>
                  <a:lnTo>
                    <a:pt x="3563277" y="803973"/>
                  </a:lnTo>
                  <a:lnTo>
                    <a:pt x="3876243" y="803973"/>
                  </a:lnTo>
                  <a:lnTo>
                    <a:pt x="3876243" y="219087"/>
                  </a:lnTo>
                  <a:close/>
                </a:path>
                <a:path w="6252209" h="804545">
                  <a:moveTo>
                    <a:pt x="4272153" y="437324"/>
                  </a:moveTo>
                  <a:lnTo>
                    <a:pt x="3959187" y="437324"/>
                  </a:lnTo>
                  <a:lnTo>
                    <a:pt x="3959187" y="803973"/>
                  </a:lnTo>
                  <a:lnTo>
                    <a:pt x="4272153" y="803973"/>
                  </a:lnTo>
                  <a:lnTo>
                    <a:pt x="4272153" y="437324"/>
                  </a:lnTo>
                  <a:close/>
                </a:path>
                <a:path w="6252209" h="804545">
                  <a:moveTo>
                    <a:pt x="4668075" y="490029"/>
                  </a:moveTo>
                  <a:lnTo>
                    <a:pt x="4355109" y="490029"/>
                  </a:lnTo>
                  <a:lnTo>
                    <a:pt x="4355109" y="803973"/>
                  </a:lnTo>
                  <a:lnTo>
                    <a:pt x="4668075" y="803973"/>
                  </a:lnTo>
                  <a:lnTo>
                    <a:pt x="4668075" y="490029"/>
                  </a:lnTo>
                  <a:close/>
                </a:path>
                <a:path w="6252209" h="804545">
                  <a:moveTo>
                    <a:pt x="5063998" y="397929"/>
                  </a:moveTo>
                  <a:lnTo>
                    <a:pt x="4751032" y="397929"/>
                  </a:lnTo>
                  <a:lnTo>
                    <a:pt x="4751032" y="803973"/>
                  </a:lnTo>
                  <a:lnTo>
                    <a:pt x="5063998" y="803973"/>
                  </a:lnTo>
                  <a:lnTo>
                    <a:pt x="5063998" y="397929"/>
                  </a:lnTo>
                  <a:close/>
                </a:path>
                <a:path w="6252209" h="804545">
                  <a:moveTo>
                    <a:pt x="5459908" y="96748"/>
                  </a:moveTo>
                  <a:lnTo>
                    <a:pt x="5146941" y="96748"/>
                  </a:lnTo>
                  <a:lnTo>
                    <a:pt x="5146941" y="803973"/>
                  </a:lnTo>
                  <a:lnTo>
                    <a:pt x="5459908" y="803973"/>
                  </a:lnTo>
                  <a:lnTo>
                    <a:pt x="5459908" y="96748"/>
                  </a:lnTo>
                  <a:close/>
                </a:path>
                <a:path w="6252209" h="804545">
                  <a:moveTo>
                    <a:pt x="5855830" y="564032"/>
                  </a:moveTo>
                  <a:lnTo>
                    <a:pt x="5542864" y="564032"/>
                  </a:lnTo>
                  <a:lnTo>
                    <a:pt x="5542864" y="803973"/>
                  </a:lnTo>
                  <a:lnTo>
                    <a:pt x="5855830" y="803973"/>
                  </a:lnTo>
                  <a:lnTo>
                    <a:pt x="5855830" y="564032"/>
                  </a:lnTo>
                  <a:close/>
                </a:path>
                <a:path w="6252209" h="804545">
                  <a:moveTo>
                    <a:pt x="6251753" y="0"/>
                  </a:moveTo>
                  <a:lnTo>
                    <a:pt x="5938786" y="0"/>
                  </a:lnTo>
                  <a:lnTo>
                    <a:pt x="5938786" y="803973"/>
                  </a:lnTo>
                  <a:lnTo>
                    <a:pt x="6251753" y="803973"/>
                  </a:lnTo>
                  <a:lnTo>
                    <a:pt x="6251753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699235" y="4230369"/>
              <a:ext cx="4700270" cy="2856230"/>
            </a:xfrm>
            <a:custGeom>
              <a:avLst/>
              <a:gdLst/>
              <a:ahLst/>
              <a:cxnLst/>
              <a:rect l="l" t="t" r="r" b="b"/>
              <a:pathLst>
                <a:path w="4700270" h="2856229">
                  <a:moveTo>
                    <a:pt x="4700016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0" y="2646680"/>
                  </a:lnTo>
                  <a:lnTo>
                    <a:pt x="0" y="2856230"/>
                  </a:lnTo>
                  <a:lnTo>
                    <a:pt x="4700016" y="2856230"/>
                  </a:lnTo>
                  <a:lnTo>
                    <a:pt x="4700016" y="2646680"/>
                  </a:lnTo>
                  <a:lnTo>
                    <a:pt x="4700016" y="103505"/>
                  </a:lnTo>
                  <a:lnTo>
                    <a:pt x="4473702" y="103505"/>
                  </a:lnTo>
                  <a:lnTo>
                    <a:pt x="4473702" y="2646680"/>
                  </a:lnTo>
                  <a:lnTo>
                    <a:pt x="92202" y="2646680"/>
                  </a:lnTo>
                  <a:lnTo>
                    <a:pt x="92202" y="102870"/>
                  </a:lnTo>
                  <a:lnTo>
                    <a:pt x="4700016" y="102870"/>
                  </a:lnTo>
                  <a:lnTo>
                    <a:pt x="4700016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415325" y="4638674"/>
              <a:ext cx="3676650" cy="1495425"/>
            </a:xfrm>
            <a:custGeom>
              <a:avLst/>
              <a:gdLst/>
              <a:ahLst/>
              <a:cxnLst/>
              <a:rect l="l" t="t" r="r" b="b"/>
              <a:pathLst>
                <a:path w="3676650" h="1495425">
                  <a:moveTo>
                    <a:pt x="9525" y="1489354"/>
                  </a:moveTo>
                  <a:lnTo>
                    <a:pt x="9067" y="1488236"/>
                  </a:lnTo>
                  <a:lnTo>
                    <a:pt x="7200" y="1486369"/>
                  </a:lnTo>
                  <a:lnTo>
                    <a:pt x="6083" y="1485900"/>
                  </a:lnTo>
                  <a:lnTo>
                    <a:pt x="3454" y="1485900"/>
                  </a:lnTo>
                  <a:lnTo>
                    <a:pt x="2336" y="1486369"/>
                  </a:lnTo>
                  <a:lnTo>
                    <a:pt x="469" y="1488236"/>
                  </a:lnTo>
                  <a:lnTo>
                    <a:pt x="0" y="1489354"/>
                  </a:lnTo>
                  <a:lnTo>
                    <a:pt x="0" y="1491983"/>
                  </a:lnTo>
                  <a:lnTo>
                    <a:pt x="469" y="1493100"/>
                  </a:lnTo>
                  <a:lnTo>
                    <a:pt x="2336" y="1494967"/>
                  </a:lnTo>
                  <a:lnTo>
                    <a:pt x="3454" y="1495425"/>
                  </a:lnTo>
                  <a:lnTo>
                    <a:pt x="6083" y="1495425"/>
                  </a:lnTo>
                  <a:lnTo>
                    <a:pt x="7200" y="1494967"/>
                  </a:lnTo>
                  <a:lnTo>
                    <a:pt x="9067" y="1493100"/>
                  </a:lnTo>
                  <a:lnTo>
                    <a:pt x="9525" y="1491983"/>
                  </a:lnTo>
                  <a:lnTo>
                    <a:pt x="9525" y="1489354"/>
                  </a:lnTo>
                  <a:close/>
                </a:path>
                <a:path w="3676650" h="1495425">
                  <a:moveTo>
                    <a:pt x="9525" y="994054"/>
                  </a:moveTo>
                  <a:lnTo>
                    <a:pt x="9067" y="992936"/>
                  </a:lnTo>
                  <a:lnTo>
                    <a:pt x="7200" y="991069"/>
                  </a:lnTo>
                  <a:lnTo>
                    <a:pt x="6083" y="990600"/>
                  </a:lnTo>
                  <a:lnTo>
                    <a:pt x="3454" y="990600"/>
                  </a:lnTo>
                  <a:lnTo>
                    <a:pt x="2336" y="991069"/>
                  </a:lnTo>
                  <a:lnTo>
                    <a:pt x="469" y="992936"/>
                  </a:lnTo>
                  <a:lnTo>
                    <a:pt x="0" y="994054"/>
                  </a:lnTo>
                  <a:lnTo>
                    <a:pt x="0" y="996683"/>
                  </a:lnTo>
                  <a:lnTo>
                    <a:pt x="469" y="997800"/>
                  </a:lnTo>
                  <a:lnTo>
                    <a:pt x="2336" y="999667"/>
                  </a:lnTo>
                  <a:lnTo>
                    <a:pt x="3454" y="1000125"/>
                  </a:lnTo>
                  <a:lnTo>
                    <a:pt x="6083" y="1000125"/>
                  </a:lnTo>
                  <a:lnTo>
                    <a:pt x="7200" y="999667"/>
                  </a:lnTo>
                  <a:lnTo>
                    <a:pt x="9067" y="997800"/>
                  </a:lnTo>
                  <a:lnTo>
                    <a:pt x="9525" y="996683"/>
                  </a:lnTo>
                  <a:lnTo>
                    <a:pt x="9525" y="994054"/>
                  </a:lnTo>
                  <a:close/>
                </a:path>
                <a:path w="3676650" h="1495425">
                  <a:moveTo>
                    <a:pt x="9525" y="498754"/>
                  </a:moveTo>
                  <a:lnTo>
                    <a:pt x="9067" y="497636"/>
                  </a:lnTo>
                  <a:lnTo>
                    <a:pt x="7200" y="495769"/>
                  </a:lnTo>
                  <a:lnTo>
                    <a:pt x="6083" y="495300"/>
                  </a:lnTo>
                  <a:lnTo>
                    <a:pt x="3454" y="495300"/>
                  </a:lnTo>
                  <a:lnTo>
                    <a:pt x="2336" y="495769"/>
                  </a:lnTo>
                  <a:lnTo>
                    <a:pt x="469" y="497636"/>
                  </a:lnTo>
                  <a:lnTo>
                    <a:pt x="0" y="498754"/>
                  </a:lnTo>
                  <a:lnTo>
                    <a:pt x="0" y="501383"/>
                  </a:lnTo>
                  <a:lnTo>
                    <a:pt x="469" y="502500"/>
                  </a:lnTo>
                  <a:lnTo>
                    <a:pt x="2336" y="504367"/>
                  </a:lnTo>
                  <a:lnTo>
                    <a:pt x="3454" y="504825"/>
                  </a:lnTo>
                  <a:lnTo>
                    <a:pt x="6083" y="504825"/>
                  </a:lnTo>
                  <a:lnTo>
                    <a:pt x="7200" y="504367"/>
                  </a:lnTo>
                  <a:lnTo>
                    <a:pt x="9067" y="502500"/>
                  </a:lnTo>
                  <a:lnTo>
                    <a:pt x="9525" y="501383"/>
                  </a:lnTo>
                  <a:lnTo>
                    <a:pt x="9525" y="498754"/>
                  </a:lnTo>
                  <a:close/>
                </a:path>
                <a:path w="3676650" h="1495425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3676650" h="1495425">
                  <a:moveTo>
                    <a:pt x="57150" y="1489354"/>
                  </a:moveTo>
                  <a:lnTo>
                    <a:pt x="56692" y="1488236"/>
                  </a:lnTo>
                  <a:lnTo>
                    <a:pt x="54825" y="1486369"/>
                  </a:lnTo>
                  <a:lnTo>
                    <a:pt x="53708" y="1485900"/>
                  </a:lnTo>
                  <a:lnTo>
                    <a:pt x="51079" y="1485900"/>
                  </a:lnTo>
                  <a:lnTo>
                    <a:pt x="49961" y="1486369"/>
                  </a:lnTo>
                  <a:lnTo>
                    <a:pt x="48094" y="1488236"/>
                  </a:lnTo>
                  <a:lnTo>
                    <a:pt x="47625" y="1489354"/>
                  </a:lnTo>
                  <a:lnTo>
                    <a:pt x="47625" y="1491983"/>
                  </a:lnTo>
                  <a:lnTo>
                    <a:pt x="48094" y="1493100"/>
                  </a:lnTo>
                  <a:lnTo>
                    <a:pt x="49961" y="1494967"/>
                  </a:lnTo>
                  <a:lnTo>
                    <a:pt x="51079" y="1495425"/>
                  </a:lnTo>
                  <a:lnTo>
                    <a:pt x="53708" y="1495425"/>
                  </a:lnTo>
                  <a:lnTo>
                    <a:pt x="54825" y="1494967"/>
                  </a:lnTo>
                  <a:lnTo>
                    <a:pt x="56692" y="1493100"/>
                  </a:lnTo>
                  <a:lnTo>
                    <a:pt x="57150" y="1491983"/>
                  </a:lnTo>
                  <a:lnTo>
                    <a:pt x="57150" y="1489354"/>
                  </a:lnTo>
                  <a:close/>
                </a:path>
                <a:path w="3676650" h="1495425">
                  <a:moveTo>
                    <a:pt x="57150" y="994054"/>
                  </a:moveTo>
                  <a:lnTo>
                    <a:pt x="56692" y="992936"/>
                  </a:lnTo>
                  <a:lnTo>
                    <a:pt x="54825" y="991069"/>
                  </a:lnTo>
                  <a:lnTo>
                    <a:pt x="53708" y="990600"/>
                  </a:lnTo>
                  <a:lnTo>
                    <a:pt x="51079" y="990600"/>
                  </a:lnTo>
                  <a:lnTo>
                    <a:pt x="49961" y="991069"/>
                  </a:lnTo>
                  <a:lnTo>
                    <a:pt x="48094" y="992936"/>
                  </a:lnTo>
                  <a:lnTo>
                    <a:pt x="47625" y="994054"/>
                  </a:lnTo>
                  <a:lnTo>
                    <a:pt x="47625" y="996683"/>
                  </a:lnTo>
                  <a:lnTo>
                    <a:pt x="48094" y="997800"/>
                  </a:lnTo>
                  <a:lnTo>
                    <a:pt x="49961" y="999667"/>
                  </a:lnTo>
                  <a:lnTo>
                    <a:pt x="51079" y="1000125"/>
                  </a:lnTo>
                  <a:lnTo>
                    <a:pt x="53708" y="1000125"/>
                  </a:lnTo>
                  <a:lnTo>
                    <a:pt x="54825" y="999667"/>
                  </a:lnTo>
                  <a:lnTo>
                    <a:pt x="56692" y="997800"/>
                  </a:lnTo>
                  <a:lnTo>
                    <a:pt x="57150" y="996683"/>
                  </a:lnTo>
                  <a:lnTo>
                    <a:pt x="57150" y="994054"/>
                  </a:lnTo>
                  <a:close/>
                </a:path>
                <a:path w="3676650" h="1495425">
                  <a:moveTo>
                    <a:pt x="57150" y="498754"/>
                  </a:moveTo>
                  <a:lnTo>
                    <a:pt x="56692" y="497636"/>
                  </a:lnTo>
                  <a:lnTo>
                    <a:pt x="54825" y="495769"/>
                  </a:lnTo>
                  <a:lnTo>
                    <a:pt x="53708" y="495300"/>
                  </a:lnTo>
                  <a:lnTo>
                    <a:pt x="51079" y="495300"/>
                  </a:lnTo>
                  <a:lnTo>
                    <a:pt x="49961" y="495769"/>
                  </a:lnTo>
                  <a:lnTo>
                    <a:pt x="48094" y="497636"/>
                  </a:lnTo>
                  <a:lnTo>
                    <a:pt x="47625" y="498754"/>
                  </a:lnTo>
                  <a:lnTo>
                    <a:pt x="47625" y="501383"/>
                  </a:lnTo>
                  <a:lnTo>
                    <a:pt x="48094" y="502500"/>
                  </a:lnTo>
                  <a:lnTo>
                    <a:pt x="49961" y="504367"/>
                  </a:lnTo>
                  <a:lnTo>
                    <a:pt x="51079" y="504825"/>
                  </a:lnTo>
                  <a:lnTo>
                    <a:pt x="53708" y="504825"/>
                  </a:lnTo>
                  <a:lnTo>
                    <a:pt x="54825" y="504367"/>
                  </a:lnTo>
                  <a:lnTo>
                    <a:pt x="56692" y="502500"/>
                  </a:lnTo>
                  <a:lnTo>
                    <a:pt x="57150" y="501383"/>
                  </a:lnTo>
                  <a:lnTo>
                    <a:pt x="57150" y="498754"/>
                  </a:lnTo>
                  <a:close/>
                </a:path>
                <a:path w="3676650" h="1495425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3676650" h="1495425">
                  <a:moveTo>
                    <a:pt x="104775" y="1489354"/>
                  </a:moveTo>
                  <a:lnTo>
                    <a:pt x="104317" y="1488236"/>
                  </a:lnTo>
                  <a:lnTo>
                    <a:pt x="102450" y="1486369"/>
                  </a:lnTo>
                  <a:lnTo>
                    <a:pt x="101333" y="1485900"/>
                  </a:lnTo>
                  <a:lnTo>
                    <a:pt x="98704" y="1485900"/>
                  </a:lnTo>
                  <a:lnTo>
                    <a:pt x="97586" y="1486369"/>
                  </a:lnTo>
                  <a:lnTo>
                    <a:pt x="95719" y="1488236"/>
                  </a:lnTo>
                  <a:lnTo>
                    <a:pt x="95250" y="1489354"/>
                  </a:lnTo>
                  <a:lnTo>
                    <a:pt x="95250" y="1491983"/>
                  </a:lnTo>
                  <a:lnTo>
                    <a:pt x="95719" y="1493100"/>
                  </a:lnTo>
                  <a:lnTo>
                    <a:pt x="97586" y="1494967"/>
                  </a:lnTo>
                  <a:lnTo>
                    <a:pt x="98704" y="1495425"/>
                  </a:lnTo>
                  <a:lnTo>
                    <a:pt x="101333" y="1495425"/>
                  </a:lnTo>
                  <a:lnTo>
                    <a:pt x="102450" y="1494967"/>
                  </a:lnTo>
                  <a:lnTo>
                    <a:pt x="104317" y="1493100"/>
                  </a:lnTo>
                  <a:lnTo>
                    <a:pt x="104775" y="1491983"/>
                  </a:lnTo>
                  <a:lnTo>
                    <a:pt x="104775" y="1489354"/>
                  </a:lnTo>
                  <a:close/>
                </a:path>
                <a:path w="3676650" h="1495425">
                  <a:moveTo>
                    <a:pt x="104775" y="994054"/>
                  </a:moveTo>
                  <a:lnTo>
                    <a:pt x="104317" y="992936"/>
                  </a:lnTo>
                  <a:lnTo>
                    <a:pt x="102450" y="991069"/>
                  </a:lnTo>
                  <a:lnTo>
                    <a:pt x="101333" y="990600"/>
                  </a:lnTo>
                  <a:lnTo>
                    <a:pt x="98704" y="990600"/>
                  </a:lnTo>
                  <a:lnTo>
                    <a:pt x="97586" y="991069"/>
                  </a:lnTo>
                  <a:lnTo>
                    <a:pt x="95719" y="992936"/>
                  </a:lnTo>
                  <a:lnTo>
                    <a:pt x="95250" y="994054"/>
                  </a:lnTo>
                  <a:lnTo>
                    <a:pt x="95250" y="996683"/>
                  </a:lnTo>
                  <a:lnTo>
                    <a:pt x="95719" y="997800"/>
                  </a:lnTo>
                  <a:lnTo>
                    <a:pt x="97586" y="999667"/>
                  </a:lnTo>
                  <a:lnTo>
                    <a:pt x="98704" y="1000125"/>
                  </a:lnTo>
                  <a:lnTo>
                    <a:pt x="101333" y="1000125"/>
                  </a:lnTo>
                  <a:lnTo>
                    <a:pt x="102450" y="999667"/>
                  </a:lnTo>
                  <a:lnTo>
                    <a:pt x="104317" y="997800"/>
                  </a:lnTo>
                  <a:lnTo>
                    <a:pt x="104775" y="996683"/>
                  </a:lnTo>
                  <a:lnTo>
                    <a:pt x="104775" y="994054"/>
                  </a:lnTo>
                  <a:close/>
                </a:path>
                <a:path w="3676650" h="1495425">
                  <a:moveTo>
                    <a:pt x="104775" y="498754"/>
                  </a:moveTo>
                  <a:lnTo>
                    <a:pt x="104317" y="497636"/>
                  </a:lnTo>
                  <a:lnTo>
                    <a:pt x="102450" y="495769"/>
                  </a:lnTo>
                  <a:lnTo>
                    <a:pt x="101333" y="495300"/>
                  </a:lnTo>
                  <a:lnTo>
                    <a:pt x="98704" y="495300"/>
                  </a:lnTo>
                  <a:lnTo>
                    <a:pt x="97586" y="495769"/>
                  </a:lnTo>
                  <a:lnTo>
                    <a:pt x="95719" y="497636"/>
                  </a:lnTo>
                  <a:lnTo>
                    <a:pt x="95250" y="498754"/>
                  </a:lnTo>
                  <a:lnTo>
                    <a:pt x="95250" y="501383"/>
                  </a:lnTo>
                  <a:lnTo>
                    <a:pt x="95719" y="502500"/>
                  </a:lnTo>
                  <a:lnTo>
                    <a:pt x="97586" y="504367"/>
                  </a:lnTo>
                  <a:lnTo>
                    <a:pt x="98704" y="504825"/>
                  </a:lnTo>
                  <a:lnTo>
                    <a:pt x="101333" y="504825"/>
                  </a:lnTo>
                  <a:lnTo>
                    <a:pt x="102450" y="504367"/>
                  </a:lnTo>
                  <a:lnTo>
                    <a:pt x="104317" y="502500"/>
                  </a:lnTo>
                  <a:lnTo>
                    <a:pt x="104775" y="501383"/>
                  </a:lnTo>
                  <a:lnTo>
                    <a:pt x="104775" y="498754"/>
                  </a:lnTo>
                  <a:close/>
                </a:path>
                <a:path w="3676650" h="1495425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3676650" h="1495425">
                  <a:moveTo>
                    <a:pt x="152400" y="1489354"/>
                  </a:moveTo>
                  <a:lnTo>
                    <a:pt x="151942" y="1488236"/>
                  </a:lnTo>
                  <a:lnTo>
                    <a:pt x="150075" y="1486369"/>
                  </a:lnTo>
                  <a:lnTo>
                    <a:pt x="148958" y="1485900"/>
                  </a:lnTo>
                  <a:lnTo>
                    <a:pt x="146329" y="1485900"/>
                  </a:lnTo>
                  <a:lnTo>
                    <a:pt x="145211" y="1486369"/>
                  </a:lnTo>
                  <a:lnTo>
                    <a:pt x="143344" y="1488236"/>
                  </a:lnTo>
                  <a:lnTo>
                    <a:pt x="142875" y="1489354"/>
                  </a:lnTo>
                  <a:lnTo>
                    <a:pt x="142875" y="1491983"/>
                  </a:lnTo>
                  <a:lnTo>
                    <a:pt x="143344" y="1493100"/>
                  </a:lnTo>
                  <a:lnTo>
                    <a:pt x="145211" y="1494967"/>
                  </a:lnTo>
                  <a:lnTo>
                    <a:pt x="146329" y="1495425"/>
                  </a:lnTo>
                  <a:lnTo>
                    <a:pt x="148958" y="1495425"/>
                  </a:lnTo>
                  <a:lnTo>
                    <a:pt x="150075" y="1494967"/>
                  </a:lnTo>
                  <a:lnTo>
                    <a:pt x="151942" y="1493100"/>
                  </a:lnTo>
                  <a:lnTo>
                    <a:pt x="152400" y="1491983"/>
                  </a:lnTo>
                  <a:lnTo>
                    <a:pt x="152400" y="1489354"/>
                  </a:lnTo>
                  <a:close/>
                </a:path>
                <a:path w="3676650" h="1495425">
                  <a:moveTo>
                    <a:pt x="152400" y="994054"/>
                  </a:moveTo>
                  <a:lnTo>
                    <a:pt x="151942" y="992936"/>
                  </a:lnTo>
                  <a:lnTo>
                    <a:pt x="150075" y="991069"/>
                  </a:lnTo>
                  <a:lnTo>
                    <a:pt x="148958" y="990600"/>
                  </a:lnTo>
                  <a:lnTo>
                    <a:pt x="146329" y="990600"/>
                  </a:lnTo>
                  <a:lnTo>
                    <a:pt x="145211" y="991069"/>
                  </a:lnTo>
                  <a:lnTo>
                    <a:pt x="143344" y="992936"/>
                  </a:lnTo>
                  <a:lnTo>
                    <a:pt x="142875" y="994054"/>
                  </a:lnTo>
                  <a:lnTo>
                    <a:pt x="142875" y="996683"/>
                  </a:lnTo>
                  <a:lnTo>
                    <a:pt x="143344" y="997800"/>
                  </a:lnTo>
                  <a:lnTo>
                    <a:pt x="145211" y="999667"/>
                  </a:lnTo>
                  <a:lnTo>
                    <a:pt x="146329" y="1000125"/>
                  </a:lnTo>
                  <a:lnTo>
                    <a:pt x="148958" y="1000125"/>
                  </a:lnTo>
                  <a:lnTo>
                    <a:pt x="150075" y="999667"/>
                  </a:lnTo>
                  <a:lnTo>
                    <a:pt x="151942" y="997800"/>
                  </a:lnTo>
                  <a:lnTo>
                    <a:pt x="152400" y="996683"/>
                  </a:lnTo>
                  <a:lnTo>
                    <a:pt x="152400" y="994054"/>
                  </a:lnTo>
                  <a:close/>
                </a:path>
                <a:path w="3676650" h="1495425">
                  <a:moveTo>
                    <a:pt x="152400" y="498754"/>
                  </a:moveTo>
                  <a:lnTo>
                    <a:pt x="151942" y="497636"/>
                  </a:lnTo>
                  <a:lnTo>
                    <a:pt x="150075" y="495769"/>
                  </a:lnTo>
                  <a:lnTo>
                    <a:pt x="148958" y="495300"/>
                  </a:lnTo>
                  <a:lnTo>
                    <a:pt x="146329" y="495300"/>
                  </a:lnTo>
                  <a:lnTo>
                    <a:pt x="145211" y="495769"/>
                  </a:lnTo>
                  <a:lnTo>
                    <a:pt x="143344" y="497636"/>
                  </a:lnTo>
                  <a:lnTo>
                    <a:pt x="142875" y="498754"/>
                  </a:lnTo>
                  <a:lnTo>
                    <a:pt x="142875" y="501383"/>
                  </a:lnTo>
                  <a:lnTo>
                    <a:pt x="143344" y="502500"/>
                  </a:lnTo>
                  <a:lnTo>
                    <a:pt x="145211" y="504367"/>
                  </a:lnTo>
                  <a:lnTo>
                    <a:pt x="146329" y="504825"/>
                  </a:lnTo>
                  <a:lnTo>
                    <a:pt x="148958" y="504825"/>
                  </a:lnTo>
                  <a:lnTo>
                    <a:pt x="150075" y="504367"/>
                  </a:lnTo>
                  <a:lnTo>
                    <a:pt x="151942" y="502500"/>
                  </a:lnTo>
                  <a:lnTo>
                    <a:pt x="152400" y="501383"/>
                  </a:lnTo>
                  <a:lnTo>
                    <a:pt x="152400" y="498754"/>
                  </a:lnTo>
                  <a:close/>
                </a:path>
                <a:path w="3676650" h="1495425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3676650" h="1495425">
                  <a:moveTo>
                    <a:pt x="200025" y="1489354"/>
                  </a:moveTo>
                  <a:lnTo>
                    <a:pt x="199567" y="1488236"/>
                  </a:lnTo>
                  <a:lnTo>
                    <a:pt x="197700" y="1486369"/>
                  </a:lnTo>
                  <a:lnTo>
                    <a:pt x="196583" y="1485900"/>
                  </a:lnTo>
                  <a:lnTo>
                    <a:pt x="193954" y="1485900"/>
                  </a:lnTo>
                  <a:lnTo>
                    <a:pt x="192836" y="1486369"/>
                  </a:lnTo>
                  <a:lnTo>
                    <a:pt x="190969" y="1488236"/>
                  </a:lnTo>
                  <a:lnTo>
                    <a:pt x="190500" y="1489354"/>
                  </a:lnTo>
                  <a:lnTo>
                    <a:pt x="190500" y="1491983"/>
                  </a:lnTo>
                  <a:lnTo>
                    <a:pt x="190969" y="1493100"/>
                  </a:lnTo>
                  <a:lnTo>
                    <a:pt x="192836" y="1494967"/>
                  </a:lnTo>
                  <a:lnTo>
                    <a:pt x="193954" y="1495425"/>
                  </a:lnTo>
                  <a:lnTo>
                    <a:pt x="196583" y="1495425"/>
                  </a:lnTo>
                  <a:lnTo>
                    <a:pt x="197700" y="1494967"/>
                  </a:lnTo>
                  <a:lnTo>
                    <a:pt x="199567" y="1493100"/>
                  </a:lnTo>
                  <a:lnTo>
                    <a:pt x="200025" y="1491983"/>
                  </a:lnTo>
                  <a:lnTo>
                    <a:pt x="200025" y="1489354"/>
                  </a:lnTo>
                  <a:close/>
                </a:path>
                <a:path w="3676650" h="1495425">
                  <a:moveTo>
                    <a:pt x="200025" y="994054"/>
                  </a:moveTo>
                  <a:lnTo>
                    <a:pt x="199567" y="992936"/>
                  </a:lnTo>
                  <a:lnTo>
                    <a:pt x="197700" y="991069"/>
                  </a:lnTo>
                  <a:lnTo>
                    <a:pt x="196583" y="990600"/>
                  </a:lnTo>
                  <a:lnTo>
                    <a:pt x="193954" y="990600"/>
                  </a:lnTo>
                  <a:lnTo>
                    <a:pt x="192836" y="991069"/>
                  </a:lnTo>
                  <a:lnTo>
                    <a:pt x="190969" y="992936"/>
                  </a:lnTo>
                  <a:lnTo>
                    <a:pt x="190500" y="994054"/>
                  </a:lnTo>
                  <a:lnTo>
                    <a:pt x="190500" y="996683"/>
                  </a:lnTo>
                  <a:lnTo>
                    <a:pt x="190969" y="997800"/>
                  </a:lnTo>
                  <a:lnTo>
                    <a:pt x="192836" y="999667"/>
                  </a:lnTo>
                  <a:lnTo>
                    <a:pt x="193954" y="1000125"/>
                  </a:lnTo>
                  <a:lnTo>
                    <a:pt x="196583" y="1000125"/>
                  </a:lnTo>
                  <a:lnTo>
                    <a:pt x="197700" y="999667"/>
                  </a:lnTo>
                  <a:lnTo>
                    <a:pt x="199567" y="997800"/>
                  </a:lnTo>
                  <a:lnTo>
                    <a:pt x="200025" y="996683"/>
                  </a:lnTo>
                  <a:lnTo>
                    <a:pt x="200025" y="994054"/>
                  </a:lnTo>
                  <a:close/>
                </a:path>
                <a:path w="3676650" h="1495425">
                  <a:moveTo>
                    <a:pt x="200025" y="498754"/>
                  </a:moveTo>
                  <a:lnTo>
                    <a:pt x="199567" y="497636"/>
                  </a:lnTo>
                  <a:lnTo>
                    <a:pt x="197700" y="495769"/>
                  </a:lnTo>
                  <a:lnTo>
                    <a:pt x="196583" y="495300"/>
                  </a:lnTo>
                  <a:lnTo>
                    <a:pt x="193954" y="495300"/>
                  </a:lnTo>
                  <a:lnTo>
                    <a:pt x="192836" y="495769"/>
                  </a:lnTo>
                  <a:lnTo>
                    <a:pt x="190969" y="497636"/>
                  </a:lnTo>
                  <a:lnTo>
                    <a:pt x="190500" y="498754"/>
                  </a:lnTo>
                  <a:lnTo>
                    <a:pt x="190500" y="501383"/>
                  </a:lnTo>
                  <a:lnTo>
                    <a:pt x="190969" y="502500"/>
                  </a:lnTo>
                  <a:lnTo>
                    <a:pt x="192836" y="504367"/>
                  </a:lnTo>
                  <a:lnTo>
                    <a:pt x="193954" y="504825"/>
                  </a:lnTo>
                  <a:lnTo>
                    <a:pt x="196583" y="504825"/>
                  </a:lnTo>
                  <a:lnTo>
                    <a:pt x="197700" y="504367"/>
                  </a:lnTo>
                  <a:lnTo>
                    <a:pt x="199567" y="502500"/>
                  </a:lnTo>
                  <a:lnTo>
                    <a:pt x="200025" y="501383"/>
                  </a:lnTo>
                  <a:lnTo>
                    <a:pt x="200025" y="498754"/>
                  </a:lnTo>
                  <a:close/>
                </a:path>
                <a:path w="3676650" h="1495425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3676650" h="1495425">
                  <a:moveTo>
                    <a:pt x="247650" y="1489354"/>
                  </a:moveTo>
                  <a:lnTo>
                    <a:pt x="247192" y="1488236"/>
                  </a:lnTo>
                  <a:lnTo>
                    <a:pt x="245325" y="1486369"/>
                  </a:lnTo>
                  <a:lnTo>
                    <a:pt x="244208" y="1485900"/>
                  </a:lnTo>
                  <a:lnTo>
                    <a:pt x="241579" y="1485900"/>
                  </a:lnTo>
                  <a:lnTo>
                    <a:pt x="240461" y="1486369"/>
                  </a:lnTo>
                  <a:lnTo>
                    <a:pt x="238594" y="1488236"/>
                  </a:lnTo>
                  <a:lnTo>
                    <a:pt x="238125" y="1489354"/>
                  </a:lnTo>
                  <a:lnTo>
                    <a:pt x="238125" y="1491983"/>
                  </a:lnTo>
                  <a:lnTo>
                    <a:pt x="238594" y="1493100"/>
                  </a:lnTo>
                  <a:lnTo>
                    <a:pt x="240461" y="1494967"/>
                  </a:lnTo>
                  <a:lnTo>
                    <a:pt x="241579" y="1495425"/>
                  </a:lnTo>
                  <a:lnTo>
                    <a:pt x="244208" y="1495425"/>
                  </a:lnTo>
                  <a:lnTo>
                    <a:pt x="245325" y="1494967"/>
                  </a:lnTo>
                  <a:lnTo>
                    <a:pt x="247192" y="1493100"/>
                  </a:lnTo>
                  <a:lnTo>
                    <a:pt x="247650" y="1491983"/>
                  </a:lnTo>
                  <a:lnTo>
                    <a:pt x="247650" y="1489354"/>
                  </a:lnTo>
                  <a:close/>
                </a:path>
                <a:path w="3676650" h="1495425">
                  <a:moveTo>
                    <a:pt x="247650" y="994054"/>
                  </a:moveTo>
                  <a:lnTo>
                    <a:pt x="247192" y="992936"/>
                  </a:lnTo>
                  <a:lnTo>
                    <a:pt x="245325" y="991069"/>
                  </a:lnTo>
                  <a:lnTo>
                    <a:pt x="244208" y="990600"/>
                  </a:lnTo>
                  <a:lnTo>
                    <a:pt x="241579" y="990600"/>
                  </a:lnTo>
                  <a:lnTo>
                    <a:pt x="240461" y="991069"/>
                  </a:lnTo>
                  <a:lnTo>
                    <a:pt x="238594" y="992936"/>
                  </a:lnTo>
                  <a:lnTo>
                    <a:pt x="238125" y="994054"/>
                  </a:lnTo>
                  <a:lnTo>
                    <a:pt x="238125" y="996683"/>
                  </a:lnTo>
                  <a:lnTo>
                    <a:pt x="238594" y="997800"/>
                  </a:lnTo>
                  <a:lnTo>
                    <a:pt x="240461" y="999667"/>
                  </a:lnTo>
                  <a:lnTo>
                    <a:pt x="241579" y="1000125"/>
                  </a:lnTo>
                  <a:lnTo>
                    <a:pt x="244208" y="1000125"/>
                  </a:lnTo>
                  <a:lnTo>
                    <a:pt x="245325" y="999667"/>
                  </a:lnTo>
                  <a:lnTo>
                    <a:pt x="247192" y="997800"/>
                  </a:lnTo>
                  <a:lnTo>
                    <a:pt x="247650" y="996683"/>
                  </a:lnTo>
                  <a:lnTo>
                    <a:pt x="247650" y="994054"/>
                  </a:lnTo>
                  <a:close/>
                </a:path>
                <a:path w="3676650" h="1495425">
                  <a:moveTo>
                    <a:pt x="247650" y="498754"/>
                  </a:moveTo>
                  <a:lnTo>
                    <a:pt x="247192" y="497636"/>
                  </a:lnTo>
                  <a:lnTo>
                    <a:pt x="245325" y="495769"/>
                  </a:lnTo>
                  <a:lnTo>
                    <a:pt x="244208" y="495300"/>
                  </a:lnTo>
                  <a:lnTo>
                    <a:pt x="241579" y="495300"/>
                  </a:lnTo>
                  <a:lnTo>
                    <a:pt x="240461" y="495769"/>
                  </a:lnTo>
                  <a:lnTo>
                    <a:pt x="238594" y="497636"/>
                  </a:lnTo>
                  <a:lnTo>
                    <a:pt x="238125" y="498754"/>
                  </a:lnTo>
                  <a:lnTo>
                    <a:pt x="238125" y="501383"/>
                  </a:lnTo>
                  <a:lnTo>
                    <a:pt x="238594" y="502500"/>
                  </a:lnTo>
                  <a:lnTo>
                    <a:pt x="240461" y="504367"/>
                  </a:lnTo>
                  <a:lnTo>
                    <a:pt x="241579" y="504825"/>
                  </a:lnTo>
                  <a:lnTo>
                    <a:pt x="244208" y="504825"/>
                  </a:lnTo>
                  <a:lnTo>
                    <a:pt x="245325" y="504367"/>
                  </a:lnTo>
                  <a:lnTo>
                    <a:pt x="247192" y="502500"/>
                  </a:lnTo>
                  <a:lnTo>
                    <a:pt x="247650" y="501383"/>
                  </a:lnTo>
                  <a:lnTo>
                    <a:pt x="247650" y="498754"/>
                  </a:lnTo>
                  <a:close/>
                </a:path>
                <a:path w="3676650" h="1495425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3676650" h="1495425">
                  <a:moveTo>
                    <a:pt x="295275" y="1489354"/>
                  </a:moveTo>
                  <a:lnTo>
                    <a:pt x="294817" y="1488236"/>
                  </a:lnTo>
                  <a:lnTo>
                    <a:pt x="292950" y="1486369"/>
                  </a:lnTo>
                  <a:lnTo>
                    <a:pt x="291833" y="1485900"/>
                  </a:lnTo>
                  <a:lnTo>
                    <a:pt x="289204" y="1485900"/>
                  </a:lnTo>
                  <a:lnTo>
                    <a:pt x="288086" y="1486369"/>
                  </a:lnTo>
                  <a:lnTo>
                    <a:pt x="286219" y="1488236"/>
                  </a:lnTo>
                  <a:lnTo>
                    <a:pt x="285750" y="1489354"/>
                  </a:lnTo>
                  <a:lnTo>
                    <a:pt x="285750" y="1491983"/>
                  </a:lnTo>
                  <a:lnTo>
                    <a:pt x="286219" y="1493100"/>
                  </a:lnTo>
                  <a:lnTo>
                    <a:pt x="288086" y="1494967"/>
                  </a:lnTo>
                  <a:lnTo>
                    <a:pt x="289204" y="1495425"/>
                  </a:lnTo>
                  <a:lnTo>
                    <a:pt x="291833" y="1495425"/>
                  </a:lnTo>
                  <a:lnTo>
                    <a:pt x="292950" y="1494967"/>
                  </a:lnTo>
                  <a:lnTo>
                    <a:pt x="294817" y="1493100"/>
                  </a:lnTo>
                  <a:lnTo>
                    <a:pt x="295275" y="1491983"/>
                  </a:lnTo>
                  <a:lnTo>
                    <a:pt x="295275" y="1489354"/>
                  </a:lnTo>
                  <a:close/>
                </a:path>
                <a:path w="3676650" h="1495425">
                  <a:moveTo>
                    <a:pt x="295275" y="994054"/>
                  </a:moveTo>
                  <a:lnTo>
                    <a:pt x="294817" y="992936"/>
                  </a:lnTo>
                  <a:lnTo>
                    <a:pt x="292950" y="991069"/>
                  </a:lnTo>
                  <a:lnTo>
                    <a:pt x="291833" y="990600"/>
                  </a:lnTo>
                  <a:lnTo>
                    <a:pt x="289204" y="990600"/>
                  </a:lnTo>
                  <a:lnTo>
                    <a:pt x="288086" y="991069"/>
                  </a:lnTo>
                  <a:lnTo>
                    <a:pt x="286219" y="992936"/>
                  </a:lnTo>
                  <a:lnTo>
                    <a:pt x="285750" y="994054"/>
                  </a:lnTo>
                  <a:lnTo>
                    <a:pt x="285750" y="996683"/>
                  </a:lnTo>
                  <a:lnTo>
                    <a:pt x="286219" y="997800"/>
                  </a:lnTo>
                  <a:lnTo>
                    <a:pt x="288086" y="999667"/>
                  </a:lnTo>
                  <a:lnTo>
                    <a:pt x="289204" y="1000125"/>
                  </a:lnTo>
                  <a:lnTo>
                    <a:pt x="291833" y="1000125"/>
                  </a:lnTo>
                  <a:lnTo>
                    <a:pt x="292950" y="999667"/>
                  </a:lnTo>
                  <a:lnTo>
                    <a:pt x="294817" y="997800"/>
                  </a:lnTo>
                  <a:lnTo>
                    <a:pt x="295275" y="996683"/>
                  </a:lnTo>
                  <a:lnTo>
                    <a:pt x="295275" y="994054"/>
                  </a:lnTo>
                  <a:close/>
                </a:path>
                <a:path w="3676650" h="1495425">
                  <a:moveTo>
                    <a:pt x="295275" y="498754"/>
                  </a:moveTo>
                  <a:lnTo>
                    <a:pt x="294817" y="497636"/>
                  </a:lnTo>
                  <a:lnTo>
                    <a:pt x="292950" y="495769"/>
                  </a:lnTo>
                  <a:lnTo>
                    <a:pt x="291833" y="495300"/>
                  </a:lnTo>
                  <a:lnTo>
                    <a:pt x="289204" y="495300"/>
                  </a:lnTo>
                  <a:lnTo>
                    <a:pt x="288086" y="495769"/>
                  </a:lnTo>
                  <a:lnTo>
                    <a:pt x="286219" y="497636"/>
                  </a:lnTo>
                  <a:lnTo>
                    <a:pt x="285750" y="498754"/>
                  </a:lnTo>
                  <a:lnTo>
                    <a:pt x="285750" y="501383"/>
                  </a:lnTo>
                  <a:lnTo>
                    <a:pt x="286219" y="502500"/>
                  </a:lnTo>
                  <a:lnTo>
                    <a:pt x="288086" y="504367"/>
                  </a:lnTo>
                  <a:lnTo>
                    <a:pt x="289204" y="504825"/>
                  </a:lnTo>
                  <a:lnTo>
                    <a:pt x="291833" y="504825"/>
                  </a:lnTo>
                  <a:lnTo>
                    <a:pt x="292950" y="504367"/>
                  </a:lnTo>
                  <a:lnTo>
                    <a:pt x="294817" y="502500"/>
                  </a:lnTo>
                  <a:lnTo>
                    <a:pt x="295275" y="501383"/>
                  </a:lnTo>
                  <a:lnTo>
                    <a:pt x="295275" y="498754"/>
                  </a:lnTo>
                  <a:close/>
                </a:path>
                <a:path w="3676650" h="1495425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3676650" h="1495425">
                  <a:moveTo>
                    <a:pt x="342900" y="1489354"/>
                  </a:moveTo>
                  <a:lnTo>
                    <a:pt x="342442" y="1488236"/>
                  </a:lnTo>
                  <a:lnTo>
                    <a:pt x="340575" y="1486369"/>
                  </a:lnTo>
                  <a:lnTo>
                    <a:pt x="339458" y="1485900"/>
                  </a:lnTo>
                  <a:lnTo>
                    <a:pt x="336829" y="1485900"/>
                  </a:lnTo>
                  <a:lnTo>
                    <a:pt x="335711" y="1486369"/>
                  </a:lnTo>
                  <a:lnTo>
                    <a:pt x="333844" y="1488236"/>
                  </a:lnTo>
                  <a:lnTo>
                    <a:pt x="333375" y="1489354"/>
                  </a:lnTo>
                  <a:lnTo>
                    <a:pt x="333375" y="1491983"/>
                  </a:lnTo>
                  <a:lnTo>
                    <a:pt x="333844" y="1493100"/>
                  </a:lnTo>
                  <a:lnTo>
                    <a:pt x="335711" y="1494967"/>
                  </a:lnTo>
                  <a:lnTo>
                    <a:pt x="336829" y="1495425"/>
                  </a:lnTo>
                  <a:lnTo>
                    <a:pt x="339458" y="1495425"/>
                  </a:lnTo>
                  <a:lnTo>
                    <a:pt x="340575" y="1494967"/>
                  </a:lnTo>
                  <a:lnTo>
                    <a:pt x="342442" y="1493100"/>
                  </a:lnTo>
                  <a:lnTo>
                    <a:pt x="342900" y="1491983"/>
                  </a:lnTo>
                  <a:lnTo>
                    <a:pt x="342900" y="1489354"/>
                  </a:lnTo>
                  <a:close/>
                </a:path>
                <a:path w="3676650" h="1495425">
                  <a:moveTo>
                    <a:pt x="342900" y="994054"/>
                  </a:moveTo>
                  <a:lnTo>
                    <a:pt x="342442" y="992936"/>
                  </a:lnTo>
                  <a:lnTo>
                    <a:pt x="340575" y="991069"/>
                  </a:lnTo>
                  <a:lnTo>
                    <a:pt x="339458" y="990600"/>
                  </a:lnTo>
                  <a:lnTo>
                    <a:pt x="336829" y="990600"/>
                  </a:lnTo>
                  <a:lnTo>
                    <a:pt x="335711" y="991069"/>
                  </a:lnTo>
                  <a:lnTo>
                    <a:pt x="333844" y="992936"/>
                  </a:lnTo>
                  <a:lnTo>
                    <a:pt x="333375" y="994054"/>
                  </a:lnTo>
                  <a:lnTo>
                    <a:pt x="333375" y="996683"/>
                  </a:lnTo>
                  <a:lnTo>
                    <a:pt x="333844" y="997800"/>
                  </a:lnTo>
                  <a:lnTo>
                    <a:pt x="335711" y="999667"/>
                  </a:lnTo>
                  <a:lnTo>
                    <a:pt x="336829" y="1000125"/>
                  </a:lnTo>
                  <a:lnTo>
                    <a:pt x="339458" y="1000125"/>
                  </a:lnTo>
                  <a:lnTo>
                    <a:pt x="340575" y="999667"/>
                  </a:lnTo>
                  <a:lnTo>
                    <a:pt x="342442" y="997800"/>
                  </a:lnTo>
                  <a:lnTo>
                    <a:pt x="342900" y="996683"/>
                  </a:lnTo>
                  <a:lnTo>
                    <a:pt x="342900" y="994054"/>
                  </a:lnTo>
                  <a:close/>
                </a:path>
                <a:path w="3676650" h="1495425">
                  <a:moveTo>
                    <a:pt x="342900" y="498754"/>
                  </a:moveTo>
                  <a:lnTo>
                    <a:pt x="342442" y="497636"/>
                  </a:lnTo>
                  <a:lnTo>
                    <a:pt x="340575" y="495769"/>
                  </a:lnTo>
                  <a:lnTo>
                    <a:pt x="339458" y="495300"/>
                  </a:lnTo>
                  <a:lnTo>
                    <a:pt x="336829" y="495300"/>
                  </a:lnTo>
                  <a:lnTo>
                    <a:pt x="335711" y="495769"/>
                  </a:lnTo>
                  <a:lnTo>
                    <a:pt x="333844" y="497636"/>
                  </a:lnTo>
                  <a:lnTo>
                    <a:pt x="333375" y="498754"/>
                  </a:lnTo>
                  <a:lnTo>
                    <a:pt x="333375" y="501383"/>
                  </a:lnTo>
                  <a:lnTo>
                    <a:pt x="333844" y="502500"/>
                  </a:lnTo>
                  <a:lnTo>
                    <a:pt x="335711" y="504367"/>
                  </a:lnTo>
                  <a:lnTo>
                    <a:pt x="336829" y="504825"/>
                  </a:lnTo>
                  <a:lnTo>
                    <a:pt x="339458" y="504825"/>
                  </a:lnTo>
                  <a:lnTo>
                    <a:pt x="340575" y="504367"/>
                  </a:lnTo>
                  <a:lnTo>
                    <a:pt x="342442" y="502500"/>
                  </a:lnTo>
                  <a:lnTo>
                    <a:pt x="342900" y="501383"/>
                  </a:lnTo>
                  <a:lnTo>
                    <a:pt x="342900" y="498754"/>
                  </a:lnTo>
                  <a:close/>
                </a:path>
                <a:path w="3676650" h="1495425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3676650" h="1495425">
                  <a:moveTo>
                    <a:pt x="390525" y="1489354"/>
                  </a:moveTo>
                  <a:lnTo>
                    <a:pt x="390067" y="1488236"/>
                  </a:lnTo>
                  <a:lnTo>
                    <a:pt x="388200" y="1486369"/>
                  </a:lnTo>
                  <a:lnTo>
                    <a:pt x="387083" y="1485900"/>
                  </a:lnTo>
                  <a:lnTo>
                    <a:pt x="384454" y="1485900"/>
                  </a:lnTo>
                  <a:lnTo>
                    <a:pt x="383336" y="1486369"/>
                  </a:lnTo>
                  <a:lnTo>
                    <a:pt x="381469" y="1488236"/>
                  </a:lnTo>
                  <a:lnTo>
                    <a:pt x="381000" y="1489354"/>
                  </a:lnTo>
                  <a:lnTo>
                    <a:pt x="381000" y="1491983"/>
                  </a:lnTo>
                  <a:lnTo>
                    <a:pt x="381469" y="1493100"/>
                  </a:lnTo>
                  <a:lnTo>
                    <a:pt x="383336" y="1494967"/>
                  </a:lnTo>
                  <a:lnTo>
                    <a:pt x="384454" y="1495425"/>
                  </a:lnTo>
                  <a:lnTo>
                    <a:pt x="387083" y="1495425"/>
                  </a:lnTo>
                  <a:lnTo>
                    <a:pt x="388200" y="1494967"/>
                  </a:lnTo>
                  <a:lnTo>
                    <a:pt x="390067" y="1493100"/>
                  </a:lnTo>
                  <a:lnTo>
                    <a:pt x="390525" y="1491983"/>
                  </a:lnTo>
                  <a:lnTo>
                    <a:pt x="390525" y="1489354"/>
                  </a:lnTo>
                  <a:close/>
                </a:path>
                <a:path w="3676650" h="1495425">
                  <a:moveTo>
                    <a:pt x="390525" y="994054"/>
                  </a:moveTo>
                  <a:lnTo>
                    <a:pt x="390067" y="992936"/>
                  </a:lnTo>
                  <a:lnTo>
                    <a:pt x="388200" y="991069"/>
                  </a:lnTo>
                  <a:lnTo>
                    <a:pt x="387083" y="990600"/>
                  </a:lnTo>
                  <a:lnTo>
                    <a:pt x="384454" y="990600"/>
                  </a:lnTo>
                  <a:lnTo>
                    <a:pt x="383336" y="991069"/>
                  </a:lnTo>
                  <a:lnTo>
                    <a:pt x="381469" y="992936"/>
                  </a:lnTo>
                  <a:lnTo>
                    <a:pt x="381000" y="994054"/>
                  </a:lnTo>
                  <a:lnTo>
                    <a:pt x="381000" y="996683"/>
                  </a:lnTo>
                  <a:lnTo>
                    <a:pt x="381469" y="997800"/>
                  </a:lnTo>
                  <a:lnTo>
                    <a:pt x="383336" y="999667"/>
                  </a:lnTo>
                  <a:lnTo>
                    <a:pt x="384454" y="1000125"/>
                  </a:lnTo>
                  <a:lnTo>
                    <a:pt x="387083" y="1000125"/>
                  </a:lnTo>
                  <a:lnTo>
                    <a:pt x="388200" y="999667"/>
                  </a:lnTo>
                  <a:lnTo>
                    <a:pt x="390067" y="997800"/>
                  </a:lnTo>
                  <a:lnTo>
                    <a:pt x="390525" y="996683"/>
                  </a:lnTo>
                  <a:lnTo>
                    <a:pt x="390525" y="994054"/>
                  </a:lnTo>
                  <a:close/>
                </a:path>
                <a:path w="3676650" h="1495425">
                  <a:moveTo>
                    <a:pt x="390525" y="498754"/>
                  </a:moveTo>
                  <a:lnTo>
                    <a:pt x="390067" y="497636"/>
                  </a:lnTo>
                  <a:lnTo>
                    <a:pt x="388200" y="495769"/>
                  </a:lnTo>
                  <a:lnTo>
                    <a:pt x="387083" y="495300"/>
                  </a:lnTo>
                  <a:lnTo>
                    <a:pt x="384454" y="495300"/>
                  </a:lnTo>
                  <a:lnTo>
                    <a:pt x="383336" y="495769"/>
                  </a:lnTo>
                  <a:lnTo>
                    <a:pt x="381469" y="497636"/>
                  </a:lnTo>
                  <a:lnTo>
                    <a:pt x="381000" y="498754"/>
                  </a:lnTo>
                  <a:lnTo>
                    <a:pt x="381000" y="501383"/>
                  </a:lnTo>
                  <a:lnTo>
                    <a:pt x="381469" y="502500"/>
                  </a:lnTo>
                  <a:lnTo>
                    <a:pt x="383336" y="504367"/>
                  </a:lnTo>
                  <a:lnTo>
                    <a:pt x="384454" y="504825"/>
                  </a:lnTo>
                  <a:lnTo>
                    <a:pt x="387083" y="504825"/>
                  </a:lnTo>
                  <a:lnTo>
                    <a:pt x="388200" y="504367"/>
                  </a:lnTo>
                  <a:lnTo>
                    <a:pt x="390067" y="502500"/>
                  </a:lnTo>
                  <a:lnTo>
                    <a:pt x="390525" y="501383"/>
                  </a:lnTo>
                  <a:lnTo>
                    <a:pt x="390525" y="498754"/>
                  </a:lnTo>
                  <a:close/>
                </a:path>
                <a:path w="3676650" h="1495425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3676650" h="1495425">
                  <a:moveTo>
                    <a:pt x="438150" y="1489354"/>
                  </a:moveTo>
                  <a:lnTo>
                    <a:pt x="437692" y="1488236"/>
                  </a:lnTo>
                  <a:lnTo>
                    <a:pt x="435825" y="1486369"/>
                  </a:lnTo>
                  <a:lnTo>
                    <a:pt x="434708" y="1485900"/>
                  </a:lnTo>
                  <a:lnTo>
                    <a:pt x="432079" y="1485900"/>
                  </a:lnTo>
                  <a:lnTo>
                    <a:pt x="430961" y="1486369"/>
                  </a:lnTo>
                  <a:lnTo>
                    <a:pt x="429094" y="1488236"/>
                  </a:lnTo>
                  <a:lnTo>
                    <a:pt x="428625" y="1489354"/>
                  </a:lnTo>
                  <a:lnTo>
                    <a:pt x="428625" y="1491983"/>
                  </a:lnTo>
                  <a:lnTo>
                    <a:pt x="429094" y="1493100"/>
                  </a:lnTo>
                  <a:lnTo>
                    <a:pt x="430961" y="1494967"/>
                  </a:lnTo>
                  <a:lnTo>
                    <a:pt x="432079" y="1495425"/>
                  </a:lnTo>
                  <a:lnTo>
                    <a:pt x="434708" y="1495425"/>
                  </a:lnTo>
                  <a:lnTo>
                    <a:pt x="435825" y="1494967"/>
                  </a:lnTo>
                  <a:lnTo>
                    <a:pt x="437692" y="1493100"/>
                  </a:lnTo>
                  <a:lnTo>
                    <a:pt x="438150" y="1491983"/>
                  </a:lnTo>
                  <a:lnTo>
                    <a:pt x="438150" y="1489354"/>
                  </a:lnTo>
                  <a:close/>
                </a:path>
                <a:path w="3676650" h="1495425">
                  <a:moveTo>
                    <a:pt x="438150" y="994054"/>
                  </a:moveTo>
                  <a:lnTo>
                    <a:pt x="437692" y="992936"/>
                  </a:lnTo>
                  <a:lnTo>
                    <a:pt x="435825" y="991069"/>
                  </a:lnTo>
                  <a:lnTo>
                    <a:pt x="434708" y="990600"/>
                  </a:lnTo>
                  <a:lnTo>
                    <a:pt x="432079" y="990600"/>
                  </a:lnTo>
                  <a:lnTo>
                    <a:pt x="430961" y="991069"/>
                  </a:lnTo>
                  <a:lnTo>
                    <a:pt x="429094" y="992936"/>
                  </a:lnTo>
                  <a:lnTo>
                    <a:pt x="428625" y="994054"/>
                  </a:lnTo>
                  <a:lnTo>
                    <a:pt x="428625" y="996683"/>
                  </a:lnTo>
                  <a:lnTo>
                    <a:pt x="429094" y="997800"/>
                  </a:lnTo>
                  <a:lnTo>
                    <a:pt x="430961" y="999667"/>
                  </a:lnTo>
                  <a:lnTo>
                    <a:pt x="432079" y="1000125"/>
                  </a:lnTo>
                  <a:lnTo>
                    <a:pt x="434708" y="1000125"/>
                  </a:lnTo>
                  <a:lnTo>
                    <a:pt x="435825" y="999667"/>
                  </a:lnTo>
                  <a:lnTo>
                    <a:pt x="437692" y="997800"/>
                  </a:lnTo>
                  <a:lnTo>
                    <a:pt x="438150" y="996683"/>
                  </a:lnTo>
                  <a:lnTo>
                    <a:pt x="438150" y="994054"/>
                  </a:lnTo>
                  <a:close/>
                </a:path>
                <a:path w="3676650" h="1495425">
                  <a:moveTo>
                    <a:pt x="438150" y="498754"/>
                  </a:moveTo>
                  <a:lnTo>
                    <a:pt x="437692" y="497636"/>
                  </a:lnTo>
                  <a:lnTo>
                    <a:pt x="435825" y="495769"/>
                  </a:lnTo>
                  <a:lnTo>
                    <a:pt x="434708" y="495300"/>
                  </a:lnTo>
                  <a:lnTo>
                    <a:pt x="432079" y="495300"/>
                  </a:lnTo>
                  <a:lnTo>
                    <a:pt x="430961" y="495769"/>
                  </a:lnTo>
                  <a:lnTo>
                    <a:pt x="429094" y="497636"/>
                  </a:lnTo>
                  <a:lnTo>
                    <a:pt x="428625" y="498754"/>
                  </a:lnTo>
                  <a:lnTo>
                    <a:pt x="428625" y="501383"/>
                  </a:lnTo>
                  <a:lnTo>
                    <a:pt x="429094" y="502500"/>
                  </a:lnTo>
                  <a:lnTo>
                    <a:pt x="430961" y="504367"/>
                  </a:lnTo>
                  <a:lnTo>
                    <a:pt x="432079" y="504825"/>
                  </a:lnTo>
                  <a:lnTo>
                    <a:pt x="434708" y="504825"/>
                  </a:lnTo>
                  <a:lnTo>
                    <a:pt x="435825" y="504367"/>
                  </a:lnTo>
                  <a:lnTo>
                    <a:pt x="437692" y="502500"/>
                  </a:lnTo>
                  <a:lnTo>
                    <a:pt x="438150" y="501383"/>
                  </a:lnTo>
                  <a:lnTo>
                    <a:pt x="438150" y="498754"/>
                  </a:lnTo>
                  <a:close/>
                </a:path>
                <a:path w="3676650" h="1495425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3676650" h="1495425">
                  <a:moveTo>
                    <a:pt x="485775" y="1489354"/>
                  </a:moveTo>
                  <a:lnTo>
                    <a:pt x="485317" y="1488236"/>
                  </a:lnTo>
                  <a:lnTo>
                    <a:pt x="483450" y="1486369"/>
                  </a:lnTo>
                  <a:lnTo>
                    <a:pt x="482333" y="1485900"/>
                  </a:lnTo>
                  <a:lnTo>
                    <a:pt x="479704" y="1485900"/>
                  </a:lnTo>
                  <a:lnTo>
                    <a:pt x="478586" y="1486369"/>
                  </a:lnTo>
                  <a:lnTo>
                    <a:pt x="476719" y="1488236"/>
                  </a:lnTo>
                  <a:lnTo>
                    <a:pt x="476250" y="1489354"/>
                  </a:lnTo>
                  <a:lnTo>
                    <a:pt x="476250" y="1491983"/>
                  </a:lnTo>
                  <a:lnTo>
                    <a:pt x="476719" y="1493100"/>
                  </a:lnTo>
                  <a:lnTo>
                    <a:pt x="478586" y="1494967"/>
                  </a:lnTo>
                  <a:lnTo>
                    <a:pt x="479704" y="1495425"/>
                  </a:lnTo>
                  <a:lnTo>
                    <a:pt x="482333" y="1495425"/>
                  </a:lnTo>
                  <a:lnTo>
                    <a:pt x="483450" y="1494967"/>
                  </a:lnTo>
                  <a:lnTo>
                    <a:pt x="485317" y="1493100"/>
                  </a:lnTo>
                  <a:lnTo>
                    <a:pt x="485775" y="1491983"/>
                  </a:lnTo>
                  <a:lnTo>
                    <a:pt x="485775" y="1489354"/>
                  </a:lnTo>
                  <a:close/>
                </a:path>
                <a:path w="3676650" h="1495425">
                  <a:moveTo>
                    <a:pt x="485775" y="994054"/>
                  </a:moveTo>
                  <a:lnTo>
                    <a:pt x="485317" y="992936"/>
                  </a:lnTo>
                  <a:lnTo>
                    <a:pt x="483450" y="991069"/>
                  </a:lnTo>
                  <a:lnTo>
                    <a:pt x="482333" y="990600"/>
                  </a:lnTo>
                  <a:lnTo>
                    <a:pt x="479704" y="990600"/>
                  </a:lnTo>
                  <a:lnTo>
                    <a:pt x="478586" y="991069"/>
                  </a:lnTo>
                  <a:lnTo>
                    <a:pt x="476719" y="992936"/>
                  </a:lnTo>
                  <a:lnTo>
                    <a:pt x="476250" y="994054"/>
                  </a:lnTo>
                  <a:lnTo>
                    <a:pt x="476250" y="996683"/>
                  </a:lnTo>
                  <a:lnTo>
                    <a:pt x="476719" y="997800"/>
                  </a:lnTo>
                  <a:lnTo>
                    <a:pt x="478586" y="999667"/>
                  </a:lnTo>
                  <a:lnTo>
                    <a:pt x="479704" y="1000125"/>
                  </a:lnTo>
                  <a:lnTo>
                    <a:pt x="482333" y="1000125"/>
                  </a:lnTo>
                  <a:lnTo>
                    <a:pt x="483450" y="999667"/>
                  </a:lnTo>
                  <a:lnTo>
                    <a:pt x="485317" y="997800"/>
                  </a:lnTo>
                  <a:lnTo>
                    <a:pt x="485775" y="996683"/>
                  </a:lnTo>
                  <a:lnTo>
                    <a:pt x="485775" y="994054"/>
                  </a:lnTo>
                  <a:close/>
                </a:path>
                <a:path w="3676650" h="1495425">
                  <a:moveTo>
                    <a:pt x="485775" y="498754"/>
                  </a:moveTo>
                  <a:lnTo>
                    <a:pt x="485317" y="497636"/>
                  </a:lnTo>
                  <a:lnTo>
                    <a:pt x="483450" y="495769"/>
                  </a:lnTo>
                  <a:lnTo>
                    <a:pt x="482333" y="495300"/>
                  </a:lnTo>
                  <a:lnTo>
                    <a:pt x="479704" y="495300"/>
                  </a:lnTo>
                  <a:lnTo>
                    <a:pt x="478586" y="495769"/>
                  </a:lnTo>
                  <a:lnTo>
                    <a:pt x="476719" y="497636"/>
                  </a:lnTo>
                  <a:lnTo>
                    <a:pt x="476250" y="498754"/>
                  </a:lnTo>
                  <a:lnTo>
                    <a:pt x="476250" y="501383"/>
                  </a:lnTo>
                  <a:lnTo>
                    <a:pt x="476719" y="502500"/>
                  </a:lnTo>
                  <a:lnTo>
                    <a:pt x="478586" y="504367"/>
                  </a:lnTo>
                  <a:lnTo>
                    <a:pt x="479704" y="504825"/>
                  </a:lnTo>
                  <a:lnTo>
                    <a:pt x="482333" y="504825"/>
                  </a:lnTo>
                  <a:lnTo>
                    <a:pt x="483450" y="504367"/>
                  </a:lnTo>
                  <a:lnTo>
                    <a:pt x="485317" y="502500"/>
                  </a:lnTo>
                  <a:lnTo>
                    <a:pt x="485775" y="501383"/>
                  </a:lnTo>
                  <a:lnTo>
                    <a:pt x="485775" y="498754"/>
                  </a:lnTo>
                  <a:close/>
                </a:path>
                <a:path w="3676650" h="1495425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3676650" h="1495425">
                  <a:moveTo>
                    <a:pt x="533400" y="1489354"/>
                  </a:moveTo>
                  <a:lnTo>
                    <a:pt x="532942" y="1488236"/>
                  </a:lnTo>
                  <a:lnTo>
                    <a:pt x="531075" y="1486369"/>
                  </a:lnTo>
                  <a:lnTo>
                    <a:pt x="529958" y="1485900"/>
                  </a:lnTo>
                  <a:lnTo>
                    <a:pt x="527329" y="1485900"/>
                  </a:lnTo>
                  <a:lnTo>
                    <a:pt x="526211" y="1486369"/>
                  </a:lnTo>
                  <a:lnTo>
                    <a:pt x="524344" y="1488236"/>
                  </a:lnTo>
                  <a:lnTo>
                    <a:pt x="523875" y="1489354"/>
                  </a:lnTo>
                  <a:lnTo>
                    <a:pt x="523875" y="1491983"/>
                  </a:lnTo>
                  <a:lnTo>
                    <a:pt x="524344" y="1493100"/>
                  </a:lnTo>
                  <a:lnTo>
                    <a:pt x="526211" y="1494967"/>
                  </a:lnTo>
                  <a:lnTo>
                    <a:pt x="527329" y="1495425"/>
                  </a:lnTo>
                  <a:lnTo>
                    <a:pt x="529958" y="1495425"/>
                  </a:lnTo>
                  <a:lnTo>
                    <a:pt x="531075" y="1494967"/>
                  </a:lnTo>
                  <a:lnTo>
                    <a:pt x="532942" y="1493100"/>
                  </a:lnTo>
                  <a:lnTo>
                    <a:pt x="533400" y="1491983"/>
                  </a:lnTo>
                  <a:lnTo>
                    <a:pt x="533400" y="1489354"/>
                  </a:lnTo>
                  <a:close/>
                </a:path>
                <a:path w="3676650" h="1495425">
                  <a:moveTo>
                    <a:pt x="533400" y="994054"/>
                  </a:moveTo>
                  <a:lnTo>
                    <a:pt x="532942" y="992936"/>
                  </a:lnTo>
                  <a:lnTo>
                    <a:pt x="531075" y="991069"/>
                  </a:lnTo>
                  <a:lnTo>
                    <a:pt x="529958" y="990600"/>
                  </a:lnTo>
                  <a:lnTo>
                    <a:pt x="527329" y="990600"/>
                  </a:lnTo>
                  <a:lnTo>
                    <a:pt x="526211" y="991069"/>
                  </a:lnTo>
                  <a:lnTo>
                    <a:pt x="524344" y="992936"/>
                  </a:lnTo>
                  <a:lnTo>
                    <a:pt x="523875" y="994054"/>
                  </a:lnTo>
                  <a:lnTo>
                    <a:pt x="523875" y="996683"/>
                  </a:lnTo>
                  <a:lnTo>
                    <a:pt x="524344" y="997800"/>
                  </a:lnTo>
                  <a:lnTo>
                    <a:pt x="526211" y="999667"/>
                  </a:lnTo>
                  <a:lnTo>
                    <a:pt x="527329" y="1000125"/>
                  </a:lnTo>
                  <a:lnTo>
                    <a:pt x="529958" y="1000125"/>
                  </a:lnTo>
                  <a:lnTo>
                    <a:pt x="531075" y="999667"/>
                  </a:lnTo>
                  <a:lnTo>
                    <a:pt x="532942" y="997800"/>
                  </a:lnTo>
                  <a:lnTo>
                    <a:pt x="533400" y="996683"/>
                  </a:lnTo>
                  <a:lnTo>
                    <a:pt x="533400" y="994054"/>
                  </a:lnTo>
                  <a:close/>
                </a:path>
                <a:path w="3676650" h="1495425">
                  <a:moveTo>
                    <a:pt x="533400" y="498754"/>
                  </a:moveTo>
                  <a:lnTo>
                    <a:pt x="532942" y="497636"/>
                  </a:lnTo>
                  <a:lnTo>
                    <a:pt x="531075" y="495769"/>
                  </a:lnTo>
                  <a:lnTo>
                    <a:pt x="529958" y="495300"/>
                  </a:lnTo>
                  <a:lnTo>
                    <a:pt x="527329" y="495300"/>
                  </a:lnTo>
                  <a:lnTo>
                    <a:pt x="526211" y="495769"/>
                  </a:lnTo>
                  <a:lnTo>
                    <a:pt x="524344" y="497636"/>
                  </a:lnTo>
                  <a:lnTo>
                    <a:pt x="523875" y="498754"/>
                  </a:lnTo>
                  <a:lnTo>
                    <a:pt x="523875" y="501383"/>
                  </a:lnTo>
                  <a:lnTo>
                    <a:pt x="524344" y="502500"/>
                  </a:lnTo>
                  <a:lnTo>
                    <a:pt x="526211" y="504367"/>
                  </a:lnTo>
                  <a:lnTo>
                    <a:pt x="527329" y="504825"/>
                  </a:lnTo>
                  <a:lnTo>
                    <a:pt x="529958" y="504825"/>
                  </a:lnTo>
                  <a:lnTo>
                    <a:pt x="531075" y="504367"/>
                  </a:lnTo>
                  <a:lnTo>
                    <a:pt x="532942" y="502500"/>
                  </a:lnTo>
                  <a:lnTo>
                    <a:pt x="533400" y="501383"/>
                  </a:lnTo>
                  <a:lnTo>
                    <a:pt x="533400" y="498754"/>
                  </a:lnTo>
                  <a:close/>
                </a:path>
                <a:path w="3676650" h="1495425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3676650" h="1495425">
                  <a:moveTo>
                    <a:pt x="581025" y="1489354"/>
                  </a:moveTo>
                  <a:lnTo>
                    <a:pt x="580567" y="1488236"/>
                  </a:lnTo>
                  <a:lnTo>
                    <a:pt x="578700" y="1486369"/>
                  </a:lnTo>
                  <a:lnTo>
                    <a:pt x="577583" y="1485900"/>
                  </a:lnTo>
                  <a:lnTo>
                    <a:pt x="574954" y="1485900"/>
                  </a:lnTo>
                  <a:lnTo>
                    <a:pt x="573836" y="1486369"/>
                  </a:lnTo>
                  <a:lnTo>
                    <a:pt x="571969" y="1488236"/>
                  </a:lnTo>
                  <a:lnTo>
                    <a:pt x="571500" y="1489354"/>
                  </a:lnTo>
                  <a:lnTo>
                    <a:pt x="571500" y="1491983"/>
                  </a:lnTo>
                  <a:lnTo>
                    <a:pt x="571969" y="1493100"/>
                  </a:lnTo>
                  <a:lnTo>
                    <a:pt x="573836" y="1494967"/>
                  </a:lnTo>
                  <a:lnTo>
                    <a:pt x="574954" y="1495425"/>
                  </a:lnTo>
                  <a:lnTo>
                    <a:pt x="577583" y="1495425"/>
                  </a:lnTo>
                  <a:lnTo>
                    <a:pt x="578700" y="1494967"/>
                  </a:lnTo>
                  <a:lnTo>
                    <a:pt x="580567" y="1493100"/>
                  </a:lnTo>
                  <a:lnTo>
                    <a:pt x="581025" y="1491983"/>
                  </a:lnTo>
                  <a:lnTo>
                    <a:pt x="581025" y="1489354"/>
                  </a:lnTo>
                  <a:close/>
                </a:path>
                <a:path w="3676650" h="1495425">
                  <a:moveTo>
                    <a:pt x="581025" y="994054"/>
                  </a:moveTo>
                  <a:lnTo>
                    <a:pt x="580567" y="992936"/>
                  </a:lnTo>
                  <a:lnTo>
                    <a:pt x="578700" y="991069"/>
                  </a:lnTo>
                  <a:lnTo>
                    <a:pt x="577583" y="990600"/>
                  </a:lnTo>
                  <a:lnTo>
                    <a:pt x="574954" y="990600"/>
                  </a:lnTo>
                  <a:lnTo>
                    <a:pt x="573836" y="991069"/>
                  </a:lnTo>
                  <a:lnTo>
                    <a:pt x="571969" y="992936"/>
                  </a:lnTo>
                  <a:lnTo>
                    <a:pt x="571500" y="994054"/>
                  </a:lnTo>
                  <a:lnTo>
                    <a:pt x="571500" y="996683"/>
                  </a:lnTo>
                  <a:lnTo>
                    <a:pt x="571969" y="997800"/>
                  </a:lnTo>
                  <a:lnTo>
                    <a:pt x="573836" y="999667"/>
                  </a:lnTo>
                  <a:lnTo>
                    <a:pt x="574954" y="1000125"/>
                  </a:lnTo>
                  <a:lnTo>
                    <a:pt x="577583" y="1000125"/>
                  </a:lnTo>
                  <a:lnTo>
                    <a:pt x="578700" y="999667"/>
                  </a:lnTo>
                  <a:lnTo>
                    <a:pt x="580567" y="997800"/>
                  </a:lnTo>
                  <a:lnTo>
                    <a:pt x="581025" y="996683"/>
                  </a:lnTo>
                  <a:lnTo>
                    <a:pt x="581025" y="994054"/>
                  </a:lnTo>
                  <a:close/>
                </a:path>
                <a:path w="3676650" h="1495425">
                  <a:moveTo>
                    <a:pt x="581025" y="498754"/>
                  </a:moveTo>
                  <a:lnTo>
                    <a:pt x="580567" y="497636"/>
                  </a:lnTo>
                  <a:lnTo>
                    <a:pt x="578700" y="495769"/>
                  </a:lnTo>
                  <a:lnTo>
                    <a:pt x="577583" y="495300"/>
                  </a:lnTo>
                  <a:lnTo>
                    <a:pt x="574954" y="495300"/>
                  </a:lnTo>
                  <a:lnTo>
                    <a:pt x="573836" y="495769"/>
                  </a:lnTo>
                  <a:lnTo>
                    <a:pt x="571969" y="497636"/>
                  </a:lnTo>
                  <a:lnTo>
                    <a:pt x="571500" y="498754"/>
                  </a:lnTo>
                  <a:lnTo>
                    <a:pt x="571500" y="501383"/>
                  </a:lnTo>
                  <a:lnTo>
                    <a:pt x="571969" y="502500"/>
                  </a:lnTo>
                  <a:lnTo>
                    <a:pt x="573836" y="504367"/>
                  </a:lnTo>
                  <a:lnTo>
                    <a:pt x="574954" y="504825"/>
                  </a:lnTo>
                  <a:lnTo>
                    <a:pt x="577583" y="504825"/>
                  </a:lnTo>
                  <a:lnTo>
                    <a:pt x="578700" y="504367"/>
                  </a:lnTo>
                  <a:lnTo>
                    <a:pt x="580567" y="502500"/>
                  </a:lnTo>
                  <a:lnTo>
                    <a:pt x="581025" y="501383"/>
                  </a:lnTo>
                  <a:lnTo>
                    <a:pt x="581025" y="498754"/>
                  </a:lnTo>
                  <a:close/>
                </a:path>
                <a:path w="3676650" h="1495425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3676650" h="1495425">
                  <a:moveTo>
                    <a:pt x="628650" y="1489354"/>
                  </a:moveTo>
                  <a:lnTo>
                    <a:pt x="628192" y="1488236"/>
                  </a:lnTo>
                  <a:lnTo>
                    <a:pt x="626325" y="1486369"/>
                  </a:lnTo>
                  <a:lnTo>
                    <a:pt x="625208" y="1485900"/>
                  </a:lnTo>
                  <a:lnTo>
                    <a:pt x="622579" y="1485900"/>
                  </a:lnTo>
                  <a:lnTo>
                    <a:pt x="621461" y="1486369"/>
                  </a:lnTo>
                  <a:lnTo>
                    <a:pt x="619594" y="1488236"/>
                  </a:lnTo>
                  <a:lnTo>
                    <a:pt x="619125" y="1489354"/>
                  </a:lnTo>
                  <a:lnTo>
                    <a:pt x="619125" y="1491983"/>
                  </a:lnTo>
                  <a:lnTo>
                    <a:pt x="619594" y="1493100"/>
                  </a:lnTo>
                  <a:lnTo>
                    <a:pt x="621461" y="1494967"/>
                  </a:lnTo>
                  <a:lnTo>
                    <a:pt x="622579" y="1495425"/>
                  </a:lnTo>
                  <a:lnTo>
                    <a:pt x="625208" y="1495425"/>
                  </a:lnTo>
                  <a:lnTo>
                    <a:pt x="626325" y="1494967"/>
                  </a:lnTo>
                  <a:lnTo>
                    <a:pt x="628192" y="1493100"/>
                  </a:lnTo>
                  <a:lnTo>
                    <a:pt x="628650" y="1491983"/>
                  </a:lnTo>
                  <a:lnTo>
                    <a:pt x="628650" y="1489354"/>
                  </a:lnTo>
                  <a:close/>
                </a:path>
                <a:path w="3676650" h="1495425">
                  <a:moveTo>
                    <a:pt x="628650" y="994054"/>
                  </a:moveTo>
                  <a:lnTo>
                    <a:pt x="628192" y="992936"/>
                  </a:lnTo>
                  <a:lnTo>
                    <a:pt x="626325" y="991069"/>
                  </a:lnTo>
                  <a:lnTo>
                    <a:pt x="625208" y="990600"/>
                  </a:lnTo>
                  <a:lnTo>
                    <a:pt x="622579" y="990600"/>
                  </a:lnTo>
                  <a:lnTo>
                    <a:pt x="621461" y="991069"/>
                  </a:lnTo>
                  <a:lnTo>
                    <a:pt x="619594" y="992936"/>
                  </a:lnTo>
                  <a:lnTo>
                    <a:pt x="619125" y="994054"/>
                  </a:lnTo>
                  <a:lnTo>
                    <a:pt x="619125" y="996683"/>
                  </a:lnTo>
                  <a:lnTo>
                    <a:pt x="619594" y="997800"/>
                  </a:lnTo>
                  <a:lnTo>
                    <a:pt x="621461" y="999667"/>
                  </a:lnTo>
                  <a:lnTo>
                    <a:pt x="622579" y="1000125"/>
                  </a:lnTo>
                  <a:lnTo>
                    <a:pt x="625208" y="1000125"/>
                  </a:lnTo>
                  <a:lnTo>
                    <a:pt x="626325" y="999667"/>
                  </a:lnTo>
                  <a:lnTo>
                    <a:pt x="628192" y="997800"/>
                  </a:lnTo>
                  <a:lnTo>
                    <a:pt x="628650" y="996683"/>
                  </a:lnTo>
                  <a:lnTo>
                    <a:pt x="628650" y="994054"/>
                  </a:lnTo>
                  <a:close/>
                </a:path>
                <a:path w="3676650" h="1495425">
                  <a:moveTo>
                    <a:pt x="628650" y="498754"/>
                  </a:moveTo>
                  <a:lnTo>
                    <a:pt x="628192" y="497636"/>
                  </a:lnTo>
                  <a:lnTo>
                    <a:pt x="626325" y="495769"/>
                  </a:lnTo>
                  <a:lnTo>
                    <a:pt x="625208" y="495300"/>
                  </a:lnTo>
                  <a:lnTo>
                    <a:pt x="622579" y="495300"/>
                  </a:lnTo>
                  <a:lnTo>
                    <a:pt x="621461" y="495769"/>
                  </a:lnTo>
                  <a:lnTo>
                    <a:pt x="619594" y="497636"/>
                  </a:lnTo>
                  <a:lnTo>
                    <a:pt x="619125" y="498754"/>
                  </a:lnTo>
                  <a:lnTo>
                    <a:pt x="619125" y="501383"/>
                  </a:lnTo>
                  <a:lnTo>
                    <a:pt x="619594" y="502500"/>
                  </a:lnTo>
                  <a:lnTo>
                    <a:pt x="621461" y="504367"/>
                  </a:lnTo>
                  <a:lnTo>
                    <a:pt x="622579" y="504825"/>
                  </a:lnTo>
                  <a:lnTo>
                    <a:pt x="625208" y="504825"/>
                  </a:lnTo>
                  <a:lnTo>
                    <a:pt x="626325" y="504367"/>
                  </a:lnTo>
                  <a:lnTo>
                    <a:pt x="628192" y="502500"/>
                  </a:lnTo>
                  <a:lnTo>
                    <a:pt x="628650" y="501383"/>
                  </a:lnTo>
                  <a:lnTo>
                    <a:pt x="628650" y="498754"/>
                  </a:lnTo>
                  <a:close/>
                </a:path>
                <a:path w="3676650" h="1495425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3676650" h="1495425">
                  <a:moveTo>
                    <a:pt x="676275" y="1489354"/>
                  </a:moveTo>
                  <a:lnTo>
                    <a:pt x="675817" y="1488236"/>
                  </a:lnTo>
                  <a:lnTo>
                    <a:pt x="673950" y="1486369"/>
                  </a:lnTo>
                  <a:lnTo>
                    <a:pt x="672833" y="1485900"/>
                  </a:lnTo>
                  <a:lnTo>
                    <a:pt x="670204" y="1485900"/>
                  </a:lnTo>
                  <a:lnTo>
                    <a:pt x="669086" y="1486369"/>
                  </a:lnTo>
                  <a:lnTo>
                    <a:pt x="667219" y="1488236"/>
                  </a:lnTo>
                  <a:lnTo>
                    <a:pt x="666750" y="1489354"/>
                  </a:lnTo>
                  <a:lnTo>
                    <a:pt x="666750" y="1491983"/>
                  </a:lnTo>
                  <a:lnTo>
                    <a:pt x="667219" y="1493100"/>
                  </a:lnTo>
                  <a:lnTo>
                    <a:pt x="669086" y="1494967"/>
                  </a:lnTo>
                  <a:lnTo>
                    <a:pt x="670204" y="1495425"/>
                  </a:lnTo>
                  <a:lnTo>
                    <a:pt x="672833" y="1495425"/>
                  </a:lnTo>
                  <a:lnTo>
                    <a:pt x="673950" y="1494967"/>
                  </a:lnTo>
                  <a:lnTo>
                    <a:pt x="675817" y="1493100"/>
                  </a:lnTo>
                  <a:lnTo>
                    <a:pt x="676275" y="1491983"/>
                  </a:lnTo>
                  <a:lnTo>
                    <a:pt x="676275" y="1489354"/>
                  </a:lnTo>
                  <a:close/>
                </a:path>
                <a:path w="3676650" h="1495425">
                  <a:moveTo>
                    <a:pt x="676275" y="994054"/>
                  </a:moveTo>
                  <a:lnTo>
                    <a:pt x="675817" y="992936"/>
                  </a:lnTo>
                  <a:lnTo>
                    <a:pt x="673950" y="991069"/>
                  </a:lnTo>
                  <a:lnTo>
                    <a:pt x="672833" y="990600"/>
                  </a:lnTo>
                  <a:lnTo>
                    <a:pt x="670204" y="990600"/>
                  </a:lnTo>
                  <a:lnTo>
                    <a:pt x="669086" y="991069"/>
                  </a:lnTo>
                  <a:lnTo>
                    <a:pt x="667219" y="992936"/>
                  </a:lnTo>
                  <a:lnTo>
                    <a:pt x="666750" y="994054"/>
                  </a:lnTo>
                  <a:lnTo>
                    <a:pt x="666750" y="996683"/>
                  </a:lnTo>
                  <a:lnTo>
                    <a:pt x="667219" y="997800"/>
                  </a:lnTo>
                  <a:lnTo>
                    <a:pt x="669086" y="999667"/>
                  </a:lnTo>
                  <a:lnTo>
                    <a:pt x="670204" y="1000125"/>
                  </a:lnTo>
                  <a:lnTo>
                    <a:pt x="672833" y="1000125"/>
                  </a:lnTo>
                  <a:lnTo>
                    <a:pt x="673950" y="999667"/>
                  </a:lnTo>
                  <a:lnTo>
                    <a:pt x="675817" y="997800"/>
                  </a:lnTo>
                  <a:lnTo>
                    <a:pt x="676275" y="996683"/>
                  </a:lnTo>
                  <a:lnTo>
                    <a:pt x="676275" y="994054"/>
                  </a:lnTo>
                  <a:close/>
                </a:path>
                <a:path w="3676650" h="1495425">
                  <a:moveTo>
                    <a:pt x="676275" y="498754"/>
                  </a:moveTo>
                  <a:lnTo>
                    <a:pt x="675817" y="497636"/>
                  </a:lnTo>
                  <a:lnTo>
                    <a:pt x="673950" y="495769"/>
                  </a:lnTo>
                  <a:lnTo>
                    <a:pt x="672833" y="495300"/>
                  </a:lnTo>
                  <a:lnTo>
                    <a:pt x="670204" y="495300"/>
                  </a:lnTo>
                  <a:lnTo>
                    <a:pt x="669086" y="495769"/>
                  </a:lnTo>
                  <a:lnTo>
                    <a:pt x="667219" y="497636"/>
                  </a:lnTo>
                  <a:lnTo>
                    <a:pt x="666750" y="498754"/>
                  </a:lnTo>
                  <a:lnTo>
                    <a:pt x="666750" y="501383"/>
                  </a:lnTo>
                  <a:lnTo>
                    <a:pt x="667219" y="502500"/>
                  </a:lnTo>
                  <a:lnTo>
                    <a:pt x="669086" y="504367"/>
                  </a:lnTo>
                  <a:lnTo>
                    <a:pt x="670204" y="504825"/>
                  </a:lnTo>
                  <a:lnTo>
                    <a:pt x="672833" y="504825"/>
                  </a:lnTo>
                  <a:lnTo>
                    <a:pt x="673950" y="504367"/>
                  </a:lnTo>
                  <a:lnTo>
                    <a:pt x="675817" y="502500"/>
                  </a:lnTo>
                  <a:lnTo>
                    <a:pt x="676275" y="501383"/>
                  </a:lnTo>
                  <a:lnTo>
                    <a:pt x="676275" y="498754"/>
                  </a:lnTo>
                  <a:close/>
                </a:path>
                <a:path w="3676650" h="1495425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3676650" h="1495425">
                  <a:moveTo>
                    <a:pt x="723900" y="1489354"/>
                  </a:moveTo>
                  <a:lnTo>
                    <a:pt x="723442" y="1488236"/>
                  </a:lnTo>
                  <a:lnTo>
                    <a:pt x="721575" y="1486369"/>
                  </a:lnTo>
                  <a:lnTo>
                    <a:pt x="720458" y="1485900"/>
                  </a:lnTo>
                  <a:lnTo>
                    <a:pt x="717829" y="1485900"/>
                  </a:lnTo>
                  <a:lnTo>
                    <a:pt x="716711" y="1486369"/>
                  </a:lnTo>
                  <a:lnTo>
                    <a:pt x="714844" y="1488236"/>
                  </a:lnTo>
                  <a:lnTo>
                    <a:pt x="714375" y="1489354"/>
                  </a:lnTo>
                  <a:lnTo>
                    <a:pt x="714375" y="1491983"/>
                  </a:lnTo>
                  <a:lnTo>
                    <a:pt x="714844" y="1493100"/>
                  </a:lnTo>
                  <a:lnTo>
                    <a:pt x="716711" y="1494967"/>
                  </a:lnTo>
                  <a:lnTo>
                    <a:pt x="717829" y="1495425"/>
                  </a:lnTo>
                  <a:lnTo>
                    <a:pt x="720458" y="1495425"/>
                  </a:lnTo>
                  <a:lnTo>
                    <a:pt x="721575" y="1494967"/>
                  </a:lnTo>
                  <a:lnTo>
                    <a:pt x="723442" y="1493100"/>
                  </a:lnTo>
                  <a:lnTo>
                    <a:pt x="723900" y="1491983"/>
                  </a:lnTo>
                  <a:lnTo>
                    <a:pt x="723900" y="1489354"/>
                  </a:lnTo>
                  <a:close/>
                </a:path>
                <a:path w="3676650" h="1495425">
                  <a:moveTo>
                    <a:pt x="723900" y="994054"/>
                  </a:moveTo>
                  <a:lnTo>
                    <a:pt x="723442" y="992936"/>
                  </a:lnTo>
                  <a:lnTo>
                    <a:pt x="721575" y="991069"/>
                  </a:lnTo>
                  <a:lnTo>
                    <a:pt x="720458" y="990600"/>
                  </a:lnTo>
                  <a:lnTo>
                    <a:pt x="717829" y="990600"/>
                  </a:lnTo>
                  <a:lnTo>
                    <a:pt x="716711" y="991069"/>
                  </a:lnTo>
                  <a:lnTo>
                    <a:pt x="714844" y="992936"/>
                  </a:lnTo>
                  <a:lnTo>
                    <a:pt x="714375" y="994054"/>
                  </a:lnTo>
                  <a:lnTo>
                    <a:pt x="714375" y="996683"/>
                  </a:lnTo>
                  <a:lnTo>
                    <a:pt x="714844" y="997800"/>
                  </a:lnTo>
                  <a:lnTo>
                    <a:pt x="716711" y="999667"/>
                  </a:lnTo>
                  <a:lnTo>
                    <a:pt x="717829" y="1000125"/>
                  </a:lnTo>
                  <a:lnTo>
                    <a:pt x="720458" y="1000125"/>
                  </a:lnTo>
                  <a:lnTo>
                    <a:pt x="721575" y="999667"/>
                  </a:lnTo>
                  <a:lnTo>
                    <a:pt x="723442" y="997800"/>
                  </a:lnTo>
                  <a:lnTo>
                    <a:pt x="723900" y="996683"/>
                  </a:lnTo>
                  <a:lnTo>
                    <a:pt x="723900" y="994054"/>
                  </a:lnTo>
                  <a:close/>
                </a:path>
                <a:path w="3676650" h="1495425">
                  <a:moveTo>
                    <a:pt x="723900" y="498754"/>
                  </a:moveTo>
                  <a:lnTo>
                    <a:pt x="723442" y="497636"/>
                  </a:lnTo>
                  <a:lnTo>
                    <a:pt x="721575" y="495769"/>
                  </a:lnTo>
                  <a:lnTo>
                    <a:pt x="720458" y="495300"/>
                  </a:lnTo>
                  <a:lnTo>
                    <a:pt x="717829" y="495300"/>
                  </a:lnTo>
                  <a:lnTo>
                    <a:pt x="716711" y="495769"/>
                  </a:lnTo>
                  <a:lnTo>
                    <a:pt x="714844" y="497636"/>
                  </a:lnTo>
                  <a:lnTo>
                    <a:pt x="714375" y="498754"/>
                  </a:lnTo>
                  <a:lnTo>
                    <a:pt x="714375" y="501383"/>
                  </a:lnTo>
                  <a:lnTo>
                    <a:pt x="714844" y="502500"/>
                  </a:lnTo>
                  <a:lnTo>
                    <a:pt x="716711" y="504367"/>
                  </a:lnTo>
                  <a:lnTo>
                    <a:pt x="717829" y="504825"/>
                  </a:lnTo>
                  <a:lnTo>
                    <a:pt x="720458" y="504825"/>
                  </a:lnTo>
                  <a:lnTo>
                    <a:pt x="721575" y="504367"/>
                  </a:lnTo>
                  <a:lnTo>
                    <a:pt x="723442" y="502500"/>
                  </a:lnTo>
                  <a:lnTo>
                    <a:pt x="723900" y="501383"/>
                  </a:lnTo>
                  <a:lnTo>
                    <a:pt x="723900" y="498754"/>
                  </a:lnTo>
                  <a:close/>
                </a:path>
                <a:path w="3676650" h="1495425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3676650" h="1495425">
                  <a:moveTo>
                    <a:pt x="771525" y="1489354"/>
                  </a:moveTo>
                  <a:lnTo>
                    <a:pt x="771067" y="1488236"/>
                  </a:lnTo>
                  <a:lnTo>
                    <a:pt x="769200" y="1486369"/>
                  </a:lnTo>
                  <a:lnTo>
                    <a:pt x="768083" y="1485900"/>
                  </a:lnTo>
                  <a:lnTo>
                    <a:pt x="765454" y="1485900"/>
                  </a:lnTo>
                  <a:lnTo>
                    <a:pt x="764336" y="1486369"/>
                  </a:lnTo>
                  <a:lnTo>
                    <a:pt x="762469" y="1488236"/>
                  </a:lnTo>
                  <a:lnTo>
                    <a:pt x="762000" y="1489354"/>
                  </a:lnTo>
                  <a:lnTo>
                    <a:pt x="762000" y="1491983"/>
                  </a:lnTo>
                  <a:lnTo>
                    <a:pt x="762469" y="1493100"/>
                  </a:lnTo>
                  <a:lnTo>
                    <a:pt x="764336" y="1494967"/>
                  </a:lnTo>
                  <a:lnTo>
                    <a:pt x="765454" y="1495425"/>
                  </a:lnTo>
                  <a:lnTo>
                    <a:pt x="768083" y="1495425"/>
                  </a:lnTo>
                  <a:lnTo>
                    <a:pt x="769200" y="1494967"/>
                  </a:lnTo>
                  <a:lnTo>
                    <a:pt x="771067" y="1493100"/>
                  </a:lnTo>
                  <a:lnTo>
                    <a:pt x="771525" y="1491983"/>
                  </a:lnTo>
                  <a:lnTo>
                    <a:pt x="771525" y="1489354"/>
                  </a:lnTo>
                  <a:close/>
                </a:path>
                <a:path w="3676650" h="1495425">
                  <a:moveTo>
                    <a:pt x="771525" y="994054"/>
                  </a:moveTo>
                  <a:lnTo>
                    <a:pt x="771067" y="992936"/>
                  </a:lnTo>
                  <a:lnTo>
                    <a:pt x="769200" y="991069"/>
                  </a:lnTo>
                  <a:lnTo>
                    <a:pt x="768083" y="990600"/>
                  </a:lnTo>
                  <a:lnTo>
                    <a:pt x="765454" y="990600"/>
                  </a:lnTo>
                  <a:lnTo>
                    <a:pt x="764336" y="991069"/>
                  </a:lnTo>
                  <a:lnTo>
                    <a:pt x="762469" y="992936"/>
                  </a:lnTo>
                  <a:lnTo>
                    <a:pt x="762000" y="994054"/>
                  </a:lnTo>
                  <a:lnTo>
                    <a:pt x="762000" y="996683"/>
                  </a:lnTo>
                  <a:lnTo>
                    <a:pt x="762469" y="997800"/>
                  </a:lnTo>
                  <a:lnTo>
                    <a:pt x="764336" y="999667"/>
                  </a:lnTo>
                  <a:lnTo>
                    <a:pt x="765454" y="1000125"/>
                  </a:lnTo>
                  <a:lnTo>
                    <a:pt x="768083" y="1000125"/>
                  </a:lnTo>
                  <a:lnTo>
                    <a:pt x="769200" y="999667"/>
                  </a:lnTo>
                  <a:lnTo>
                    <a:pt x="771067" y="997800"/>
                  </a:lnTo>
                  <a:lnTo>
                    <a:pt x="771525" y="996683"/>
                  </a:lnTo>
                  <a:lnTo>
                    <a:pt x="771525" y="994054"/>
                  </a:lnTo>
                  <a:close/>
                </a:path>
                <a:path w="3676650" h="1495425">
                  <a:moveTo>
                    <a:pt x="771525" y="498754"/>
                  </a:moveTo>
                  <a:lnTo>
                    <a:pt x="771067" y="497636"/>
                  </a:lnTo>
                  <a:lnTo>
                    <a:pt x="769200" y="495769"/>
                  </a:lnTo>
                  <a:lnTo>
                    <a:pt x="768083" y="495300"/>
                  </a:lnTo>
                  <a:lnTo>
                    <a:pt x="765454" y="495300"/>
                  </a:lnTo>
                  <a:lnTo>
                    <a:pt x="764336" y="495769"/>
                  </a:lnTo>
                  <a:lnTo>
                    <a:pt x="762469" y="497636"/>
                  </a:lnTo>
                  <a:lnTo>
                    <a:pt x="762000" y="498754"/>
                  </a:lnTo>
                  <a:lnTo>
                    <a:pt x="762000" y="501383"/>
                  </a:lnTo>
                  <a:lnTo>
                    <a:pt x="762469" y="502500"/>
                  </a:lnTo>
                  <a:lnTo>
                    <a:pt x="764336" y="504367"/>
                  </a:lnTo>
                  <a:lnTo>
                    <a:pt x="765454" y="504825"/>
                  </a:lnTo>
                  <a:lnTo>
                    <a:pt x="768083" y="504825"/>
                  </a:lnTo>
                  <a:lnTo>
                    <a:pt x="769200" y="504367"/>
                  </a:lnTo>
                  <a:lnTo>
                    <a:pt x="771067" y="502500"/>
                  </a:lnTo>
                  <a:lnTo>
                    <a:pt x="771525" y="501383"/>
                  </a:lnTo>
                  <a:lnTo>
                    <a:pt x="771525" y="498754"/>
                  </a:lnTo>
                  <a:close/>
                </a:path>
                <a:path w="3676650" h="1495425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3676650" h="1495425">
                  <a:moveTo>
                    <a:pt x="819150" y="1489354"/>
                  </a:moveTo>
                  <a:lnTo>
                    <a:pt x="818692" y="1488236"/>
                  </a:lnTo>
                  <a:lnTo>
                    <a:pt x="816825" y="1486369"/>
                  </a:lnTo>
                  <a:lnTo>
                    <a:pt x="815708" y="1485900"/>
                  </a:lnTo>
                  <a:lnTo>
                    <a:pt x="813079" y="1485900"/>
                  </a:lnTo>
                  <a:lnTo>
                    <a:pt x="811961" y="1486369"/>
                  </a:lnTo>
                  <a:lnTo>
                    <a:pt x="810094" y="1488236"/>
                  </a:lnTo>
                  <a:lnTo>
                    <a:pt x="809625" y="1489354"/>
                  </a:lnTo>
                  <a:lnTo>
                    <a:pt x="809625" y="1491983"/>
                  </a:lnTo>
                  <a:lnTo>
                    <a:pt x="810094" y="1493100"/>
                  </a:lnTo>
                  <a:lnTo>
                    <a:pt x="811961" y="1494967"/>
                  </a:lnTo>
                  <a:lnTo>
                    <a:pt x="813079" y="1495425"/>
                  </a:lnTo>
                  <a:lnTo>
                    <a:pt x="815708" y="1495425"/>
                  </a:lnTo>
                  <a:lnTo>
                    <a:pt x="816825" y="1494967"/>
                  </a:lnTo>
                  <a:lnTo>
                    <a:pt x="818692" y="1493100"/>
                  </a:lnTo>
                  <a:lnTo>
                    <a:pt x="819150" y="1491983"/>
                  </a:lnTo>
                  <a:lnTo>
                    <a:pt x="819150" y="1489354"/>
                  </a:lnTo>
                  <a:close/>
                </a:path>
                <a:path w="3676650" h="1495425">
                  <a:moveTo>
                    <a:pt x="819150" y="994054"/>
                  </a:moveTo>
                  <a:lnTo>
                    <a:pt x="818692" y="992936"/>
                  </a:lnTo>
                  <a:lnTo>
                    <a:pt x="816825" y="991069"/>
                  </a:lnTo>
                  <a:lnTo>
                    <a:pt x="815708" y="990600"/>
                  </a:lnTo>
                  <a:lnTo>
                    <a:pt x="813079" y="990600"/>
                  </a:lnTo>
                  <a:lnTo>
                    <a:pt x="811961" y="991069"/>
                  </a:lnTo>
                  <a:lnTo>
                    <a:pt x="810094" y="992936"/>
                  </a:lnTo>
                  <a:lnTo>
                    <a:pt x="809625" y="994054"/>
                  </a:lnTo>
                  <a:lnTo>
                    <a:pt x="809625" y="996683"/>
                  </a:lnTo>
                  <a:lnTo>
                    <a:pt x="810094" y="997800"/>
                  </a:lnTo>
                  <a:lnTo>
                    <a:pt x="811961" y="999667"/>
                  </a:lnTo>
                  <a:lnTo>
                    <a:pt x="813079" y="1000125"/>
                  </a:lnTo>
                  <a:lnTo>
                    <a:pt x="815708" y="1000125"/>
                  </a:lnTo>
                  <a:lnTo>
                    <a:pt x="816825" y="999667"/>
                  </a:lnTo>
                  <a:lnTo>
                    <a:pt x="818692" y="997800"/>
                  </a:lnTo>
                  <a:lnTo>
                    <a:pt x="819150" y="996683"/>
                  </a:lnTo>
                  <a:lnTo>
                    <a:pt x="819150" y="994054"/>
                  </a:lnTo>
                  <a:close/>
                </a:path>
                <a:path w="3676650" h="1495425">
                  <a:moveTo>
                    <a:pt x="819150" y="498754"/>
                  </a:moveTo>
                  <a:lnTo>
                    <a:pt x="818692" y="497636"/>
                  </a:lnTo>
                  <a:lnTo>
                    <a:pt x="816825" y="495769"/>
                  </a:lnTo>
                  <a:lnTo>
                    <a:pt x="815708" y="495300"/>
                  </a:lnTo>
                  <a:lnTo>
                    <a:pt x="813079" y="495300"/>
                  </a:lnTo>
                  <a:lnTo>
                    <a:pt x="811961" y="495769"/>
                  </a:lnTo>
                  <a:lnTo>
                    <a:pt x="810094" y="497636"/>
                  </a:lnTo>
                  <a:lnTo>
                    <a:pt x="809625" y="498754"/>
                  </a:lnTo>
                  <a:lnTo>
                    <a:pt x="809625" y="501383"/>
                  </a:lnTo>
                  <a:lnTo>
                    <a:pt x="810094" y="502500"/>
                  </a:lnTo>
                  <a:lnTo>
                    <a:pt x="811961" y="504367"/>
                  </a:lnTo>
                  <a:lnTo>
                    <a:pt x="813079" y="504825"/>
                  </a:lnTo>
                  <a:lnTo>
                    <a:pt x="815708" y="504825"/>
                  </a:lnTo>
                  <a:lnTo>
                    <a:pt x="816825" y="504367"/>
                  </a:lnTo>
                  <a:lnTo>
                    <a:pt x="818692" y="502500"/>
                  </a:lnTo>
                  <a:lnTo>
                    <a:pt x="819150" y="501383"/>
                  </a:lnTo>
                  <a:lnTo>
                    <a:pt x="819150" y="498754"/>
                  </a:lnTo>
                  <a:close/>
                </a:path>
                <a:path w="3676650" h="1495425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3676650" h="1495425">
                  <a:moveTo>
                    <a:pt x="866775" y="1489354"/>
                  </a:moveTo>
                  <a:lnTo>
                    <a:pt x="866317" y="1488236"/>
                  </a:lnTo>
                  <a:lnTo>
                    <a:pt x="864450" y="1486369"/>
                  </a:lnTo>
                  <a:lnTo>
                    <a:pt x="863333" y="1485900"/>
                  </a:lnTo>
                  <a:lnTo>
                    <a:pt x="860704" y="1485900"/>
                  </a:lnTo>
                  <a:lnTo>
                    <a:pt x="859586" y="1486369"/>
                  </a:lnTo>
                  <a:lnTo>
                    <a:pt x="857719" y="1488236"/>
                  </a:lnTo>
                  <a:lnTo>
                    <a:pt x="857250" y="1489354"/>
                  </a:lnTo>
                  <a:lnTo>
                    <a:pt x="857250" y="1491983"/>
                  </a:lnTo>
                  <a:lnTo>
                    <a:pt x="857719" y="1493100"/>
                  </a:lnTo>
                  <a:lnTo>
                    <a:pt x="859586" y="1494967"/>
                  </a:lnTo>
                  <a:lnTo>
                    <a:pt x="860704" y="1495425"/>
                  </a:lnTo>
                  <a:lnTo>
                    <a:pt x="863333" y="1495425"/>
                  </a:lnTo>
                  <a:lnTo>
                    <a:pt x="864450" y="1494967"/>
                  </a:lnTo>
                  <a:lnTo>
                    <a:pt x="866317" y="1493100"/>
                  </a:lnTo>
                  <a:lnTo>
                    <a:pt x="866775" y="1491983"/>
                  </a:lnTo>
                  <a:lnTo>
                    <a:pt x="866775" y="1489354"/>
                  </a:lnTo>
                  <a:close/>
                </a:path>
                <a:path w="3676650" h="1495425">
                  <a:moveTo>
                    <a:pt x="866775" y="994054"/>
                  </a:moveTo>
                  <a:lnTo>
                    <a:pt x="866317" y="992936"/>
                  </a:lnTo>
                  <a:lnTo>
                    <a:pt x="864450" y="991069"/>
                  </a:lnTo>
                  <a:lnTo>
                    <a:pt x="863333" y="990600"/>
                  </a:lnTo>
                  <a:lnTo>
                    <a:pt x="860704" y="990600"/>
                  </a:lnTo>
                  <a:lnTo>
                    <a:pt x="859586" y="991069"/>
                  </a:lnTo>
                  <a:lnTo>
                    <a:pt x="857719" y="992936"/>
                  </a:lnTo>
                  <a:lnTo>
                    <a:pt x="857250" y="994054"/>
                  </a:lnTo>
                  <a:lnTo>
                    <a:pt x="857250" y="996683"/>
                  </a:lnTo>
                  <a:lnTo>
                    <a:pt x="857719" y="997800"/>
                  </a:lnTo>
                  <a:lnTo>
                    <a:pt x="859586" y="999667"/>
                  </a:lnTo>
                  <a:lnTo>
                    <a:pt x="860704" y="1000125"/>
                  </a:lnTo>
                  <a:lnTo>
                    <a:pt x="863333" y="1000125"/>
                  </a:lnTo>
                  <a:lnTo>
                    <a:pt x="864450" y="999667"/>
                  </a:lnTo>
                  <a:lnTo>
                    <a:pt x="866317" y="997800"/>
                  </a:lnTo>
                  <a:lnTo>
                    <a:pt x="866775" y="996683"/>
                  </a:lnTo>
                  <a:lnTo>
                    <a:pt x="866775" y="994054"/>
                  </a:lnTo>
                  <a:close/>
                </a:path>
                <a:path w="3676650" h="1495425">
                  <a:moveTo>
                    <a:pt x="866775" y="498754"/>
                  </a:moveTo>
                  <a:lnTo>
                    <a:pt x="866317" y="497636"/>
                  </a:lnTo>
                  <a:lnTo>
                    <a:pt x="864450" y="495769"/>
                  </a:lnTo>
                  <a:lnTo>
                    <a:pt x="863333" y="495300"/>
                  </a:lnTo>
                  <a:lnTo>
                    <a:pt x="860704" y="495300"/>
                  </a:lnTo>
                  <a:lnTo>
                    <a:pt x="859586" y="495769"/>
                  </a:lnTo>
                  <a:lnTo>
                    <a:pt x="857719" y="497636"/>
                  </a:lnTo>
                  <a:lnTo>
                    <a:pt x="857250" y="498754"/>
                  </a:lnTo>
                  <a:lnTo>
                    <a:pt x="857250" y="501383"/>
                  </a:lnTo>
                  <a:lnTo>
                    <a:pt x="857719" y="502500"/>
                  </a:lnTo>
                  <a:lnTo>
                    <a:pt x="859586" y="504367"/>
                  </a:lnTo>
                  <a:lnTo>
                    <a:pt x="860704" y="504825"/>
                  </a:lnTo>
                  <a:lnTo>
                    <a:pt x="863333" y="504825"/>
                  </a:lnTo>
                  <a:lnTo>
                    <a:pt x="864450" y="504367"/>
                  </a:lnTo>
                  <a:lnTo>
                    <a:pt x="866317" y="502500"/>
                  </a:lnTo>
                  <a:lnTo>
                    <a:pt x="866775" y="501383"/>
                  </a:lnTo>
                  <a:lnTo>
                    <a:pt x="866775" y="498754"/>
                  </a:lnTo>
                  <a:close/>
                </a:path>
                <a:path w="3676650" h="1495425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3676650" h="1495425">
                  <a:moveTo>
                    <a:pt x="914400" y="1489354"/>
                  </a:moveTo>
                  <a:lnTo>
                    <a:pt x="913942" y="1488236"/>
                  </a:lnTo>
                  <a:lnTo>
                    <a:pt x="912075" y="1486369"/>
                  </a:lnTo>
                  <a:lnTo>
                    <a:pt x="910958" y="1485900"/>
                  </a:lnTo>
                  <a:lnTo>
                    <a:pt x="908329" y="1485900"/>
                  </a:lnTo>
                  <a:lnTo>
                    <a:pt x="907211" y="1486369"/>
                  </a:lnTo>
                  <a:lnTo>
                    <a:pt x="905344" y="1488236"/>
                  </a:lnTo>
                  <a:lnTo>
                    <a:pt x="904875" y="1489354"/>
                  </a:lnTo>
                  <a:lnTo>
                    <a:pt x="904875" y="1491983"/>
                  </a:lnTo>
                  <a:lnTo>
                    <a:pt x="905344" y="1493100"/>
                  </a:lnTo>
                  <a:lnTo>
                    <a:pt x="907211" y="1494967"/>
                  </a:lnTo>
                  <a:lnTo>
                    <a:pt x="908329" y="1495425"/>
                  </a:lnTo>
                  <a:lnTo>
                    <a:pt x="910958" y="1495425"/>
                  </a:lnTo>
                  <a:lnTo>
                    <a:pt x="912075" y="1494967"/>
                  </a:lnTo>
                  <a:lnTo>
                    <a:pt x="913942" y="1493100"/>
                  </a:lnTo>
                  <a:lnTo>
                    <a:pt x="914400" y="1491983"/>
                  </a:lnTo>
                  <a:lnTo>
                    <a:pt x="914400" y="1489354"/>
                  </a:lnTo>
                  <a:close/>
                </a:path>
                <a:path w="3676650" h="1495425">
                  <a:moveTo>
                    <a:pt x="914400" y="994054"/>
                  </a:moveTo>
                  <a:lnTo>
                    <a:pt x="913942" y="992936"/>
                  </a:lnTo>
                  <a:lnTo>
                    <a:pt x="912075" y="991069"/>
                  </a:lnTo>
                  <a:lnTo>
                    <a:pt x="910958" y="990600"/>
                  </a:lnTo>
                  <a:lnTo>
                    <a:pt x="908329" y="990600"/>
                  </a:lnTo>
                  <a:lnTo>
                    <a:pt x="907211" y="991069"/>
                  </a:lnTo>
                  <a:lnTo>
                    <a:pt x="905344" y="992936"/>
                  </a:lnTo>
                  <a:lnTo>
                    <a:pt x="904875" y="994054"/>
                  </a:lnTo>
                  <a:lnTo>
                    <a:pt x="904875" y="996683"/>
                  </a:lnTo>
                  <a:lnTo>
                    <a:pt x="905344" y="997800"/>
                  </a:lnTo>
                  <a:lnTo>
                    <a:pt x="907211" y="999667"/>
                  </a:lnTo>
                  <a:lnTo>
                    <a:pt x="908329" y="1000125"/>
                  </a:lnTo>
                  <a:lnTo>
                    <a:pt x="910958" y="1000125"/>
                  </a:lnTo>
                  <a:lnTo>
                    <a:pt x="912075" y="999667"/>
                  </a:lnTo>
                  <a:lnTo>
                    <a:pt x="913942" y="997800"/>
                  </a:lnTo>
                  <a:lnTo>
                    <a:pt x="914400" y="996683"/>
                  </a:lnTo>
                  <a:lnTo>
                    <a:pt x="914400" y="994054"/>
                  </a:lnTo>
                  <a:close/>
                </a:path>
                <a:path w="3676650" h="1495425">
                  <a:moveTo>
                    <a:pt x="914400" y="498754"/>
                  </a:moveTo>
                  <a:lnTo>
                    <a:pt x="913942" y="497636"/>
                  </a:lnTo>
                  <a:lnTo>
                    <a:pt x="912075" y="495769"/>
                  </a:lnTo>
                  <a:lnTo>
                    <a:pt x="910958" y="495300"/>
                  </a:lnTo>
                  <a:lnTo>
                    <a:pt x="908329" y="495300"/>
                  </a:lnTo>
                  <a:lnTo>
                    <a:pt x="907211" y="495769"/>
                  </a:lnTo>
                  <a:lnTo>
                    <a:pt x="905344" y="497636"/>
                  </a:lnTo>
                  <a:lnTo>
                    <a:pt x="904875" y="498754"/>
                  </a:lnTo>
                  <a:lnTo>
                    <a:pt x="904875" y="501383"/>
                  </a:lnTo>
                  <a:lnTo>
                    <a:pt x="905344" y="502500"/>
                  </a:lnTo>
                  <a:lnTo>
                    <a:pt x="907211" y="504367"/>
                  </a:lnTo>
                  <a:lnTo>
                    <a:pt x="908329" y="504825"/>
                  </a:lnTo>
                  <a:lnTo>
                    <a:pt x="910958" y="504825"/>
                  </a:lnTo>
                  <a:lnTo>
                    <a:pt x="912075" y="504367"/>
                  </a:lnTo>
                  <a:lnTo>
                    <a:pt x="913942" y="502500"/>
                  </a:lnTo>
                  <a:lnTo>
                    <a:pt x="914400" y="501383"/>
                  </a:lnTo>
                  <a:lnTo>
                    <a:pt x="914400" y="498754"/>
                  </a:lnTo>
                  <a:close/>
                </a:path>
                <a:path w="3676650" h="1495425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3676650" h="1495425">
                  <a:moveTo>
                    <a:pt x="962025" y="1489354"/>
                  </a:moveTo>
                  <a:lnTo>
                    <a:pt x="961567" y="1488236"/>
                  </a:lnTo>
                  <a:lnTo>
                    <a:pt x="959700" y="1486369"/>
                  </a:lnTo>
                  <a:lnTo>
                    <a:pt x="958583" y="1485900"/>
                  </a:lnTo>
                  <a:lnTo>
                    <a:pt x="955954" y="1485900"/>
                  </a:lnTo>
                  <a:lnTo>
                    <a:pt x="954836" y="1486369"/>
                  </a:lnTo>
                  <a:lnTo>
                    <a:pt x="952969" y="1488236"/>
                  </a:lnTo>
                  <a:lnTo>
                    <a:pt x="952500" y="1489354"/>
                  </a:lnTo>
                  <a:lnTo>
                    <a:pt x="952500" y="1491983"/>
                  </a:lnTo>
                  <a:lnTo>
                    <a:pt x="952969" y="1493100"/>
                  </a:lnTo>
                  <a:lnTo>
                    <a:pt x="954836" y="1494967"/>
                  </a:lnTo>
                  <a:lnTo>
                    <a:pt x="955954" y="1495425"/>
                  </a:lnTo>
                  <a:lnTo>
                    <a:pt x="958583" y="1495425"/>
                  </a:lnTo>
                  <a:lnTo>
                    <a:pt x="959700" y="1494967"/>
                  </a:lnTo>
                  <a:lnTo>
                    <a:pt x="961567" y="1493100"/>
                  </a:lnTo>
                  <a:lnTo>
                    <a:pt x="962025" y="1491983"/>
                  </a:lnTo>
                  <a:lnTo>
                    <a:pt x="962025" y="1489354"/>
                  </a:lnTo>
                  <a:close/>
                </a:path>
                <a:path w="3676650" h="1495425">
                  <a:moveTo>
                    <a:pt x="962025" y="994054"/>
                  </a:moveTo>
                  <a:lnTo>
                    <a:pt x="961567" y="992936"/>
                  </a:lnTo>
                  <a:lnTo>
                    <a:pt x="959700" y="991069"/>
                  </a:lnTo>
                  <a:lnTo>
                    <a:pt x="958583" y="990600"/>
                  </a:lnTo>
                  <a:lnTo>
                    <a:pt x="955954" y="990600"/>
                  </a:lnTo>
                  <a:lnTo>
                    <a:pt x="954836" y="991069"/>
                  </a:lnTo>
                  <a:lnTo>
                    <a:pt x="952969" y="992936"/>
                  </a:lnTo>
                  <a:lnTo>
                    <a:pt x="952500" y="994054"/>
                  </a:lnTo>
                  <a:lnTo>
                    <a:pt x="952500" y="996683"/>
                  </a:lnTo>
                  <a:lnTo>
                    <a:pt x="952969" y="997800"/>
                  </a:lnTo>
                  <a:lnTo>
                    <a:pt x="954836" y="999667"/>
                  </a:lnTo>
                  <a:lnTo>
                    <a:pt x="955954" y="1000125"/>
                  </a:lnTo>
                  <a:lnTo>
                    <a:pt x="958583" y="1000125"/>
                  </a:lnTo>
                  <a:lnTo>
                    <a:pt x="959700" y="999667"/>
                  </a:lnTo>
                  <a:lnTo>
                    <a:pt x="961567" y="997800"/>
                  </a:lnTo>
                  <a:lnTo>
                    <a:pt x="962025" y="996683"/>
                  </a:lnTo>
                  <a:lnTo>
                    <a:pt x="962025" y="994054"/>
                  </a:lnTo>
                  <a:close/>
                </a:path>
                <a:path w="3676650" h="1495425">
                  <a:moveTo>
                    <a:pt x="962025" y="498754"/>
                  </a:moveTo>
                  <a:lnTo>
                    <a:pt x="961567" y="497636"/>
                  </a:lnTo>
                  <a:lnTo>
                    <a:pt x="959700" y="495769"/>
                  </a:lnTo>
                  <a:lnTo>
                    <a:pt x="958583" y="495300"/>
                  </a:lnTo>
                  <a:lnTo>
                    <a:pt x="955954" y="495300"/>
                  </a:lnTo>
                  <a:lnTo>
                    <a:pt x="954836" y="495769"/>
                  </a:lnTo>
                  <a:lnTo>
                    <a:pt x="952969" y="497636"/>
                  </a:lnTo>
                  <a:lnTo>
                    <a:pt x="952500" y="498754"/>
                  </a:lnTo>
                  <a:lnTo>
                    <a:pt x="952500" y="501383"/>
                  </a:lnTo>
                  <a:lnTo>
                    <a:pt x="952969" y="502500"/>
                  </a:lnTo>
                  <a:lnTo>
                    <a:pt x="954836" y="504367"/>
                  </a:lnTo>
                  <a:lnTo>
                    <a:pt x="955954" y="504825"/>
                  </a:lnTo>
                  <a:lnTo>
                    <a:pt x="958583" y="504825"/>
                  </a:lnTo>
                  <a:lnTo>
                    <a:pt x="959700" y="504367"/>
                  </a:lnTo>
                  <a:lnTo>
                    <a:pt x="961567" y="502500"/>
                  </a:lnTo>
                  <a:lnTo>
                    <a:pt x="962025" y="501383"/>
                  </a:lnTo>
                  <a:lnTo>
                    <a:pt x="962025" y="498754"/>
                  </a:lnTo>
                  <a:close/>
                </a:path>
                <a:path w="3676650" h="1495425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3676650" h="1495425">
                  <a:moveTo>
                    <a:pt x="1009650" y="1489354"/>
                  </a:moveTo>
                  <a:lnTo>
                    <a:pt x="1009192" y="1488236"/>
                  </a:lnTo>
                  <a:lnTo>
                    <a:pt x="1007325" y="1486369"/>
                  </a:lnTo>
                  <a:lnTo>
                    <a:pt x="1006208" y="1485900"/>
                  </a:lnTo>
                  <a:lnTo>
                    <a:pt x="1003579" y="1485900"/>
                  </a:lnTo>
                  <a:lnTo>
                    <a:pt x="1002461" y="1486369"/>
                  </a:lnTo>
                  <a:lnTo>
                    <a:pt x="1000594" y="1488236"/>
                  </a:lnTo>
                  <a:lnTo>
                    <a:pt x="1000125" y="1489354"/>
                  </a:lnTo>
                  <a:lnTo>
                    <a:pt x="1000125" y="1491983"/>
                  </a:lnTo>
                  <a:lnTo>
                    <a:pt x="1000594" y="1493100"/>
                  </a:lnTo>
                  <a:lnTo>
                    <a:pt x="1002461" y="1494967"/>
                  </a:lnTo>
                  <a:lnTo>
                    <a:pt x="1003579" y="1495425"/>
                  </a:lnTo>
                  <a:lnTo>
                    <a:pt x="1006208" y="1495425"/>
                  </a:lnTo>
                  <a:lnTo>
                    <a:pt x="1007325" y="1494967"/>
                  </a:lnTo>
                  <a:lnTo>
                    <a:pt x="1009192" y="1493100"/>
                  </a:lnTo>
                  <a:lnTo>
                    <a:pt x="1009650" y="1491983"/>
                  </a:lnTo>
                  <a:lnTo>
                    <a:pt x="1009650" y="1489354"/>
                  </a:lnTo>
                  <a:close/>
                </a:path>
                <a:path w="3676650" h="1495425">
                  <a:moveTo>
                    <a:pt x="1009650" y="994054"/>
                  </a:moveTo>
                  <a:lnTo>
                    <a:pt x="1009192" y="992936"/>
                  </a:lnTo>
                  <a:lnTo>
                    <a:pt x="1007325" y="991069"/>
                  </a:lnTo>
                  <a:lnTo>
                    <a:pt x="1006208" y="990600"/>
                  </a:lnTo>
                  <a:lnTo>
                    <a:pt x="1003579" y="990600"/>
                  </a:lnTo>
                  <a:lnTo>
                    <a:pt x="1002461" y="991069"/>
                  </a:lnTo>
                  <a:lnTo>
                    <a:pt x="1000594" y="992936"/>
                  </a:lnTo>
                  <a:lnTo>
                    <a:pt x="1000125" y="994054"/>
                  </a:lnTo>
                  <a:lnTo>
                    <a:pt x="1000125" y="996683"/>
                  </a:lnTo>
                  <a:lnTo>
                    <a:pt x="1000594" y="997800"/>
                  </a:lnTo>
                  <a:lnTo>
                    <a:pt x="1002461" y="999667"/>
                  </a:lnTo>
                  <a:lnTo>
                    <a:pt x="1003579" y="1000125"/>
                  </a:lnTo>
                  <a:lnTo>
                    <a:pt x="1006208" y="1000125"/>
                  </a:lnTo>
                  <a:lnTo>
                    <a:pt x="1007325" y="999667"/>
                  </a:lnTo>
                  <a:lnTo>
                    <a:pt x="1009192" y="997800"/>
                  </a:lnTo>
                  <a:lnTo>
                    <a:pt x="1009650" y="996683"/>
                  </a:lnTo>
                  <a:lnTo>
                    <a:pt x="1009650" y="994054"/>
                  </a:lnTo>
                  <a:close/>
                </a:path>
                <a:path w="3676650" h="1495425">
                  <a:moveTo>
                    <a:pt x="1009650" y="498754"/>
                  </a:moveTo>
                  <a:lnTo>
                    <a:pt x="1009192" y="497636"/>
                  </a:lnTo>
                  <a:lnTo>
                    <a:pt x="1007325" y="495769"/>
                  </a:lnTo>
                  <a:lnTo>
                    <a:pt x="1006208" y="495300"/>
                  </a:lnTo>
                  <a:lnTo>
                    <a:pt x="1003579" y="495300"/>
                  </a:lnTo>
                  <a:lnTo>
                    <a:pt x="1002461" y="495769"/>
                  </a:lnTo>
                  <a:lnTo>
                    <a:pt x="1000594" y="497636"/>
                  </a:lnTo>
                  <a:lnTo>
                    <a:pt x="1000125" y="498754"/>
                  </a:lnTo>
                  <a:lnTo>
                    <a:pt x="1000125" y="501383"/>
                  </a:lnTo>
                  <a:lnTo>
                    <a:pt x="1000594" y="502500"/>
                  </a:lnTo>
                  <a:lnTo>
                    <a:pt x="1002461" y="504367"/>
                  </a:lnTo>
                  <a:lnTo>
                    <a:pt x="1003579" y="504825"/>
                  </a:lnTo>
                  <a:lnTo>
                    <a:pt x="1006208" y="504825"/>
                  </a:lnTo>
                  <a:lnTo>
                    <a:pt x="1007325" y="504367"/>
                  </a:lnTo>
                  <a:lnTo>
                    <a:pt x="1009192" y="502500"/>
                  </a:lnTo>
                  <a:lnTo>
                    <a:pt x="1009650" y="501383"/>
                  </a:lnTo>
                  <a:lnTo>
                    <a:pt x="1009650" y="498754"/>
                  </a:lnTo>
                  <a:close/>
                </a:path>
                <a:path w="3676650" h="1495425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3676650" h="1495425">
                  <a:moveTo>
                    <a:pt x="1057275" y="1489354"/>
                  </a:moveTo>
                  <a:lnTo>
                    <a:pt x="1056817" y="1488236"/>
                  </a:lnTo>
                  <a:lnTo>
                    <a:pt x="1054950" y="1486369"/>
                  </a:lnTo>
                  <a:lnTo>
                    <a:pt x="1053833" y="1485900"/>
                  </a:lnTo>
                  <a:lnTo>
                    <a:pt x="1051204" y="1485900"/>
                  </a:lnTo>
                  <a:lnTo>
                    <a:pt x="1050086" y="1486369"/>
                  </a:lnTo>
                  <a:lnTo>
                    <a:pt x="1048219" y="1488236"/>
                  </a:lnTo>
                  <a:lnTo>
                    <a:pt x="1047750" y="1489354"/>
                  </a:lnTo>
                  <a:lnTo>
                    <a:pt x="1047750" y="1491983"/>
                  </a:lnTo>
                  <a:lnTo>
                    <a:pt x="1048219" y="1493100"/>
                  </a:lnTo>
                  <a:lnTo>
                    <a:pt x="1050086" y="1494967"/>
                  </a:lnTo>
                  <a:lnTo>
                    <a:pt x="1051204" y="1495425"/>
                  </a:lnTo>
                  <a:lnTo>
                    <a:pt x="1053833" y="1495425"/>
                  </a:lnTo>
                  <a:lnTo>
                    <a:pt x="1054950" y="1494967"/>
                  </a:lnTo>
                  <a:lnTo>
                    <a:pt x="1056817" y="1493100"/>
                  </a:lnTo>
                  <a:lnTo>
                    <a:pt x="1057275" y="1491983"/>
                  </a:lnTo>
                  <a:lnTo>
                    <a:pt x="1057275" y="1489354"/>
                  </a:lnTo>
                  <a:close/>
                </a:path>
                <a:path w="3676650" h="1495425">
                  <a:moveTo>
                    <a:pt x="1057275" y="994054"/>
                  </a:moveTo>
                  <a:lnTo>
                    <a:pt x="1056817" y="992936"/>
                  </a:lnTo>
                  <a:lnTo>
                    <a:pt x="1054950" y="991069"/>
                  </a:lnTo>
                  <a:lnTo>
                    <a:pt x="1053833" y="990600"/>
                  </a:lnTo>
                  <a:lnTo>
                    <a:pt x="1051204" y="990600"/>
                  </a:lnTo>
                  <a:lnTo>
                    <a:pt x="1050086" y="991069"/>
                  </a:lnTo>
                  <a:lnTo>
                    <a:pt x="1048219" y="992936"/>
                  </a:lnTo>
                  <a:lnTo>
                    <a:pt x="1047750" y="994054"/>
                  </a:lnTo>
                  <a:lnTo>
                    <a:pt x="1047750" y="996683"/>
                  </a:lnTo>
                  <a:lnTo>
                    <a:pt x="1048219" y="997800"/>
                  </a:lnTo>
                  <a:lnTo>
                    <a:pt x="1050086" y="999667"/>
                  </a:lnTo>
                  <a:lnTo>
                    <a:pt x="1051204" y="1000125"/>
                  </a:lnTo>
                  <a:lnTo>
                    <a:pt x="1053833" y="1000125"/>
                  </a:lnTo>
                  <a:lnTo>
                    <a:pt x="1054950" y="999667"/>
                  </a:lnTo>
                  <a:lnTo>
                    <a:pt x="1056817" y="997800"/>
                  </a:lnTo>
                  <a:lnTo>
                    <a:pt x="1057275" y="996683"/>
                  </a:lnTo>
                  <a:lnTo>
                    <a:pt x="1057275" y="994054"/>
                  </a:lnTo>
                  <a:close/>
                </a:path>
                <a:path w="3676650" h="1495425">
                  <a:moveTo>
                    <a:pt x="1057275" y="498754"/>
                  </a:moveTo>
                  <a:lnTo>
                    <a:pt x="1056817" y="497636"/>
                  </a:lnTo>
                  <a:lnTo>
                    <a:pt x="1054950" y="495769"/>
                  </a:lnTo>
                  <a:lnTo>
                    <a:pt x="1053833" y="495300"/>
                  </a:lnTo>
                  <a:lnTo>
                    <a:pt x="1051204" y="495300"/>
                  </a:lnTo>
                  <a:lnTo>
                    <a:pt x="1050086" y="495769"/>
                  </a:lnTo>
                  <a:lnTo>
                    <a:pt x="1048219" y="497636"/>
                  </a:lnTo>
                  <a:lnTo>
                    <a:pt x="1047750" y="498754"/>
                  </a:lnTo>
                  <a:lnTo>
                    <a:pt x="1047750" y="501383"/>
                  </a:lnTo>
                  <a:lnTo>
                    <a:pt x="1048219" y="502500"/>
                  </a:lnTo>
                  <a:lnTo>
                    <a:pt x="1050086" y="504367"/>
                  </a:lnTo>
                  <a:lnTo>
                    <a:pt x="1051204" y="504825"/>
                  </a:lnTo>
                  <a:lnTo>
                    <a:pt x="1053833" y="504825"/>
                  </a:lnTo>
                  <a:lnTo>
                    <a:pt x="1054950" y="504367"/>
                  </a:lnTo>
                  <a:lnTo>
                    <a:pt x="1056817" y="502500"/>
                  </a:lnTo>
                  <a:lnTo>
                    <a:pt x="1057275" y="501383"/>
                  </a:lnTo>
                  <a:lnTo>
                    <a:pt x="1057275" y="498754"/>
                  </a:lnTo>
                  <a:close/>
                </a:path>
                <a:path w="3676650" h="1495425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3676650" h="1495425">
                  <a:moveTo>
                    <a:pt x="1104900" y="1489354"/>
                  </a:moveTo>
                  <a:lnTo>
                    <a:pt x="1104442" y="1488236"/>
                  </a:lnTo>
                  <a:lnTo>
                    <a:pt x="1102575" y="1486369"/>
                  </a:lnTo>
                  <a:lnTo>
                    <a:pt x="1101458" y="1485900"/>
                  </a:lnTo>
                  <a:lnTo>
                    <a:pt x="1098829" y="1485900"/>
                  </a:lnTo>
                  <a:lnTo>
                    <a:pt x="1097711" y="1486369"/>
                  </a:lnTo>
                  <a:lnTo>
                    <a:pt x="1095844" y="1488236"/>
                  </a:lnTo>
                  <a:lnTo>
                    <a:pt x="1095375" y="1489354"/>
                  </a:lnTo>
                  <a:lnTo>
                    <a:pt x="1095375" y="1491983"/>
                  </a:lnTo>
                  <a:lnTo>
                    <a:pt x="1095844" y="1493100"/>
                  </a:lnTo>
                  <a:lnTo>
                    <a:pt x="1097711" y="1494967"/>
                  </a:lnTo>
                  <a:lnTo>
                    <a:pt x="1098829" y="1495425"/>
                  </a:lnTo>
                  <a:lnTo>
                    <a:pt x="1101458" y="1495425"/>
                  </a:lnTo>
                  <a:lnTo>
                    <a:pt x="1102575" y="1494967"/>
                  </a:lnTo>
                  <a:lnTo>
                    <a:pt x="1104442" y="1493100"/>
                  </a:lnTo>
                  <a:lnTo>
                    <a:pt x="1104900" y="1491983"/>
                  </a:lnTo>
                  <a:lnTo>
                    <a:pt x="1104900" y="1489354"/>
                  </a:lnTo>
                  <a:close/>
                </a:path>
                <a:path w="3676650" h="1495425">
                  <a:moveTo>
                    <a:pt x="1104900" y="994054"/>
                  </a:moveTo>
                  <a:lnTo>
                    <a:pt x="1104442" y="992936"/>
                  </a:lnTo>
                  <a:lnTo>
                    <a:pt x="1102575" y="991069"/>
                  </a:lnTo>
                  <a:lnTo>
                    <a:pt x="1101458" y="990600"/>
                  </a:lnTo>
                  <a:lnTo>
                    <a:pt x="1098829" y="990600"/>
                  </a:lnTo>
                  <a:lnTo>
                    <a:pt x="1097711" y="991069"/>
                  </a:lnTo>
                  <a:lnTo>
                    <a:pt x="1095844" y="992936"/>
                  </a:lnTo>
                  <a:lnTo>
                    <a:pt x="1095375" y="994054"/>
                  </a:lnTo>
                  <a:lnTo>
                    <a:pt x="1095375" y="996683"/>
                  </a:lnTo>
                  <a:lnTo>
                    <a:pt x="1095844" y="997800"/>
                  </a:lnTo>
                  <a:lnTo>
                    <a:pt x="1097711" y="999667"/>
                  </a:lnTo>
                  <a:lnTo>
                    <a:pt x="1098829" y="1000125"/>
                  </a:lnTo>
                  <a:lnTo>
                    <a:pt x="1101458" y="1000125"/>
                  </a:lnTo>
                  <a:lnTo>
                    <a:pt x="1102575" y="999667"/>
                  </a:lnTo>
                  <a:lnTo>
                    <a:pt x="1104442" y="997800"/>
                  </a:lnTo>
                  <a:lnTo>
                    <a:pt x="1104900" y="996683"/>
                  </a:lnTo>
                  <a:lnTo>
                    <a:pt x="1104900" y="994054"/>
                  </a:lnTo>
                  <a:close/>
                </a:path>
                <a:path w="3676650" h="1495425">
                  <a:moveTo>
                    <a:pt x="1104900" y="498754"/>
                  </a:moveTo>
                  <a:lnTo>
                    <a:pt x="1104442" y="497636"/>
                  </a:lnTo>
                  <a:lnTo>
                    <a:pt x="1102575" y="495769"/>
                  </a:lnTo>
                  <a:lnTo>
                    <a:pt x="1101458" y="495300"/>
                  </a:lnTo>
                  <a:lnTo>
                    <a:pt x="1098829" y="495300"/>
                  </a:lnTo>
                  <a:lnTo>
                    <a:pt x="1097711" y="495769"/>
                  </a:lnTo>
                  <a:lnTo>
                    <a:pt x="1095844" y="497636"/>
                  </a:lnTo>
                  <a:lnTo>
                    <a:pt x="1095375" y="498754"/>
                  </a:lnTo>
                  <a:lnTo>
                    <a:pt x="1095375" y="501383"/>
                  </a:lnTo>
                  <a:lnTo>
                    <a:pt x="1095844" y="502500"/>
                  </a:lnTo>
                  <a:lnTo>
                    <a:pt x="1097711" y="504367"/>
                  </a:lnTo>
                  <a:lnTo>
                    <a:pt x="1098829" y="504825"/>
                  </a:lnTo>
                  <a:lnTo>
                    <a:pt x="1101458" y="504825"/>
                  </a:lnTo>
                  <a:lnTo>
                    <a:pt x="1102575" y="504367"/>
                  </a:lnTo>
                  <a:lnTo>
                    <a:pt x="1104442" y="502500"/>
                  </a:lnTo>
                  <a:lnTo>
                    <a:pt x="1104900" y="501383"/>
                  </a:lnTo>
                  <a:lnTo>
                    <a:pt x="1104900" y="498754"/>
                  </a:lnTo>
                  <a:close/>
                </a:path>
                <a:path w="3676650" h="1495425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3676650" h="1495425">
                  <a:moveTo>
                    <a:pt x="1152525" y="1489354"/>
                  </a:moveTo>
                  <a:lnTo>
                    <a:pt x="1152067" y="1488236"/>
                  </a:lnTo>
                  <a:lnTo>
                    <a:pt x="1150200" y="1486369"/>
                  </a:lnTo>
                  <a:lnTo>
                    <a:pt x="1149083" y="1485900"/>
                  </a:lnTo>
                  <a:lnTo>
                    <a:pt x="1146454" y="1485900"/>
                  </a:lnTo>
                  <a:lnTo>
                    <a:pt x="1145336" y="1486369"/>
                  </a:lnTo>
                  <a:lnTo>
                    <a:pt x="1143469" y="1488236"/>
                  </a:lnTo>
                  <a:lnTo>
                    <a:pt x="1143000" y="1489354"/>
                  </a:lnTo>
                  <a:lnTo>
                    <a:pt x="1143000" y="1491983"/>
                  </a:lnTo>
                  <a:lnTo>
                    <a:pt x="1143469" y="1493100"/>
                  </a:lnTo>
                  <a:lnTo>
                    <a:pt x="1145336" y="1494967"/>
                  </a:lnTo>
                  <a:lnTo>
                    <a:pt x="1146454" y="1495425"/>
                  </a:lnTo>
                  <a:lnTo>
                    <a:pt x="1149083" y="1495425"/>
                  </a:lnTo>
                  <a:lnTo>
                    <a:pt x="1150200" y="1494967"/>
                  </a:lnTo>
                  <a:lnTo>
                    <a:pt x="1152067" y="1493100"/>
                  </a:lnTo>
                  <a:lnTo>
                    <a:pt x="1152525" y="1491983"/>
                  </a:lnTo>
                  <a:lnTo>
                    <a:pt x="1152525" y="1489354"/>
                  </a:lnTo>
                  <a:close/>
                </a:path>
                <a:path w="3676650" h="1495425">
                  <a:moveTo>
                    <a:pt x="1152525" y="994054"/>
                  </a:moveTo>
                  <a:lnTo>
                    <a:pt x="1152067" y="992936"/>
                  </a:lnTo>
                  <a:lnTo>
                    <a:pt x="1150200" y="991069"/>
                  </a:lnTo>
                  <a:lnTo>
                    <a:pt x="1149083" y="990600"/>
                  </a:lnTo>
                  <a:lnTo>
                    <a:pt x="1146454" y="990600"/>
                  </a:lnTo>
                  <a:lnTo>
                    <a:pt x="1145336" y="991069"/>
                  </a:lnTo>
                  <a:lnTo>
                    <a:pt x="1143469" y="992936"/>
                  </a:lnTo>
                  <a:lnTo>
                    <a:pt x="1143000" y="994054"/>
                  </a:lnTo>
                  <a:lnTo>
                    <a:pt x="1143000" y="996683"/>
                  </a:lnTo>
                  <a:lnTo>
                    <a:pt x="1143469" y="997800"/>
                  </a:lnTo>
                  <a:lnTo>
                    <a:pt x="1145336" y="999667"/>
                  </a:lnTo>
                  <a:lnTo>
                    <a:pt x="1146454" y="1000125"/>
                  </a:lnTo>
                  <a:lnTo>
                    <a:pt x="1149083" y="1000125"/>
                  </a:lnTo>
                  <a:lnTo>
                    <a:pt x="1150200" y="999667"/>
                  </a:lnTo>
                  <a:lnTo>
                    <a:pt x="1152067" y="997800"/>
                  </a:lnTo>
                  <a:lnTo>
                    <a:pt x="1152525" y="996683"/>
                  </a:lnTo>
                  <a:lnTo>
                    <a:pt x="1152525" y="994054"/>
                  </a:lnTo>
                  <a:close/>
                </a:path>
                <a:path w="3676650" h="1495425">
                  <a:moveTo>
                    <a:pt x="1152525" y="498754"/>
                  </a:moveTo>
                  <a:lnTo>
                    <a:pt x="1152067" y="497636"/>
                  </a:lnTo>
                  <a:lnTo>
                    <a:pt x="1150200" y="495769"/>
                  </a:lnTo>
                  <a:lnTo>
                    <a:pt x="1149083" y="495300"/>
                  </a:lnTo>
                  <a:lnTo>
                    <a:pt x="1146454" y="495300"/>
                  </a:lnTo>
                  <a:lnTo>
                    <a:pt x="1145336" y="495769"/>
                  </a:lnTo>
                  <a:lnTo>
                    <a:pt x="1143469" y="497636"/>
                  </a:lnTo>
                  <a:lnTo>
                    <a:pt x="1143000" y="498754"/>
                  </a:lnTo>
                  <a:lnTo>
                    <a:pt x="1143000" y="501383"/>
                  </a:lnTo>
                  <a:lnTo>
                    <a:pt x="1143469" y="502500"/>
                  </a:lnTo>
                  <a:lnTo>
                    <a:pt x="1145336" y="504367"/>
                  </a:lnTo>
                  <a:lnTo>
                    <a:pt x="1146454" y="504825"/>
                  </a:lnTo>
                  <a:lnTo>
                    <a:pt x="1149083" y="504825"/>
                  </a:lnTo>
                  <a:lnTo>
                    <a:pt x="1150200" y="504367"/>
                  </a:lnTo>
                  <a:lnTo>
                    <a:pt x="1152067" y="502500"/>
                  </a:lnTo>
                  <a:lnTo>
                    <a:pt x="1152525" y="501383"/>
                  </a:lnTo>
                  <a:lnTo>
                    <a:pt x="1152525" y="498754"/>
                  </a:lnTo>
                  <a:close/>
                </a:path>
                <a:path w="3676650" h="1495425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3676650" h="1495425">
                  <a:moveTo>
                    <a:pt x="1200150" y="1489354"/>
                  </a:moveTo>
                  <a:lnTo>
                    <a:pt x="1199692" y="1488236"/>
                  </a:lnTo>
                  <a:lnTo>
                    <a:pt x="1197825" y="1486369"/>
                  </a:lnTo>
                  <a:lnTo>
                    <a:pt x="1196708" y="1485900"/>
                  </a:lnTo>
                  <a:lnTo>
                    <a:pt x="1194079" y="1485900"/>
                  </a:lnTo>
                  <a:lnTo>
                    <a:pt x="1192961" y="1486369"/>
                  </a:lnTo>
                  <a:lnTo>
                    <a:pt x="1191094" y="1488236"/>
                  </a:lnTo>
                  <a:lnTo>
                    <a:pt x="1190625" y="1489354"/>
                  </a:lnTo>
                  <a:lnTo>
                    <a:pt x="1190625" y="1491983"/>
                  </a:lnTo>
                  <a:lnTo>
                    <a:pt x="1191094" y="1493100"/>
                  </a:lnTo>
                  <a:lnTo>
                    <a:pt x="1192961" y="1494967"/>
                  </a:lnTo>
                  <a:lnTo>
                    <a:pt x="1194079" y="1495425"/>
                  </a:lnTo>
                  <a:lnTo>
                    <a:pt x="1196708" y="1495425"/>
                  </a:lnTo>
                  <a:lnTo>
                    <a:pt x="1197825" y="1494967"/>
                  </a:lnTo>
                  <a:lnTo>
                    <a:pt x="1199692" y="1493100"/>
                  </a:lnTo>
                  <a:lnTo>
                    <a:pt x="1200150" y="1491983"/>
                  </a:lnTo>
                  <a:lnTo>
                    <a:pt x="1200150" y="1489354"/>
                  </a:lnTo>
                  <a:close/>
                </a:path>
                <a:path w="3676650" h="1495425">
                  <a:moveTo>
                    <a:pt x="1200150" y="994054"/>
                  </a:moveTo>
                  <a:lnTo>
                    <a:pt x="1199692" y="992936"/>
                  </a:lnTo>
                  <a:lnTo>
                    <a:pt x="1197825" y="991069"/>
                  </a:lnTo>
                  <a:lnTo>
                    <a:pt x="1196708" y="990600"/>
                  </a:lnTo>
                  <a:lnTo>
                    <a:pt x="1194079" y="990600"/>
                  </a:lnTo>
                  <a:lnTo>
                    <a:pt x="1192961" y="991069"/>
                  </a:lnTo>
                  <a:lnTo>
                    <a:pt x="1191094" y="992936"/>
                  </a:lnTo>
                  <a:lnTo>
                    <a:pt x="1190625" y="994054"/>
                  </a:lnTo>
                  <a:lnTo>
                    <a:pt x="1190625" y="996683"/>
                  </a:lnTo>
                  <a:lnTo>
                    <a:pt x="1191094" y="997800"/>
                  </a:lnTo>
                  <a:lnTo>
                    <a:pt x="1192961" y="999667"/>
                  </a:lnTo>
                  <a:lnTo>
                    <a:pt x="1194079" y="1000125"/>
                  </a:lnTo>
                  <a:lnTo>
                    <a:pt x="1196708" y="1000125"/>
                  </a:lnTo>
                  <a:lnTo>
                    <a:pt x="1197825" y="999667"/>
                  </a:lnTo>
                  <a:lnTo>
                    <a:pt x="1199692" y="997800"/>
                  </a:lnTo>
                  <a:lnTo>
                    <a:pt x="1200150" y="996683"/>
                  </a:lnTo>
                  <a:lnTo>
                    <a:pt x="1200150" y="994054"/>
                  </a:lnTo>
                  <a:close/>
                </a:path>
                <a:path w="3676650" h="1495425">
                  <a:moveTo>
                    <a:pt x="1200150" y="498754"/>
                  </a:moveTo>
                  <a:lnTo>
                    <a:pt x="1199692" y="497636"/>
                  </a:lnTo>
                  <a:lnTo>
                    <a:pt x="1197825" y="495769"/>
                  </a:lnTo>
                  <a:lnTo>
                    <a:pt x="1196708" y="495300"/>
                  </a:lnTo>
                  <a:lnTo>
                    <a:pt x="1194079" y="495300"/>
                  </a:lnTo>
                  <a:lnTo>
                    <a:pt x="1192961" y="495769"/>
                  </a:lnTo>
                  <a:lnTo>
                    <a:pt x="1191094" y="497636"/>
                  </a:lnTo>
                  <a:lnTo>
                    <a:pt x="1190625" y="498754"/>
                  </a:lnTo>
                  <a:lnTo>
                    <a:pt x="1190625" y="501383"/>
                  </a:lnTo>
                  <a:lnTo>
                    <a:pt x="1191094" y="502500"/>
                  </a:lnTo>
                  <a:lnTo>
                    <a:pt x="1192961" y="504367"/>
                  </a:lnTo>
                  <a:lnTo>
                    <a:pt x="1194079" y="504825"/>
                  </a:lnTo>
                  <a:lnTo>
                    <a:pt x="1196708" y="504825"/>
                  </a:lnTo>
                  <a:lnTo>
                    <a:pt x="1197825" y="504367"/>
                  </a:lnTo>
                  <a:lnTo>
                    <a:pt x="1199692" y="502500"/>
                  </a:lnTo>
                  <a:lnTo>
                    <a:pt x="1200150" y="501383"/>
                  </a:lnTo>
                  <a:lnTo>
                    <a:pt x="1200150" y="498754"/>
                  </a:lnTo>
                  <a:close/>
                </a:path>
                <a:path w="3676650" h="1495425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3676650" h="1495425">
                  <a:moveTo>
                    <a:pt x="1247775" y="1489354"/>
                  </a:moveTo>
                  <a:lnTo>
                    <a:pt x="1247317" y="1488236"/>
                  </a:lnTo>
                  <a:lnTo>
                    <a:pt x="1245450" y="1486369"/>
                  </a:lnTo>
                  <a:lnTo>
                    <a:pt x="1244333" y="1485900"/>
                  </a:lnTo>
                  <a:lnTo>
                    <a:pt x="1241704" y="1485900"/>
                  </a:lnTo>
                  <a:lnTo>
                    <a:pt x="1240586" y="1486369"/>
                  </a:lnTo>
                  <a:lnTo>
                    <a:pt x="1238719" y="1488236"/>
                  </a:lnTo>
                  <a:lnTo>
                    <a:pt x="1238250" y="1489354"/>
                  </a:lnTo>
                  <a:lnTo>
                    <a:pt x="1238250" y="1491983"/>
                  </a:lnTo>
                  <a:lnTo>
                    <a:pt x="1238719" y="1493100"/>
                  </a:lnTo>
                  <a:lnTo>
                    <a:pt x="1240586" y="1494967"/>
                  </a:lnTo>
                  <a:lnTo>
                    <a:pt x="1241704" y="1495425"/>
                  </a:lnTo>
                  <a:lnTo>
                    <a:pt x="1244333" y="1495425"/>
                  </a:lnTo>
                  <a:lnTo>
                    <a:pt x="1245450" y="1494967"/>
                  </a:lnTo>
                  <a:lnTo>
                    <a:pt x="1247317" y="1493100"/>
                  </a:lnTo>
                  <a:lnTo>
                    <a:pt x="1247775" y="1491983"/>
                  </a:lnTo>
                  <a:lnTo>
                    <a:pt x="1247775" y="1489354"/>
                  </a:lnTo>
                  <a:close/>
                </a:path>
                <a:path w="3676650" h="1495425">
                  <a:moveTo>
                    <a:pt x="1247775" y="994054"/>
                  </a:moveTo>
                  <a:lnTo>
                    <a:pt x="1247317" y="992936"/>
                  </a:lnTo>
                  <a:lnTo>
                    <a:pt x="1245450" y="991069"/>
                  </a:lnTo>
                  <a:lnTo>
                    <a:pt x="1244333" y="990600"/>
                  </a:lnTo>
                  <a:lnTo>
                    <a:pt x="1241704" y="990600"/>
                  </a:lnTo>
                  <a:lnTo>
                    <a:pt x="1240586" y="991069"/>
                  </a:lnTo>
                  <a:lnTo>
                    <a:pt x="1238719" y="992936"/>
                  </a:lnTo>
                  <a:lnTo>
                    <a:pt x="1238250" y="994054"/>
                  </a:lnTo>
                  <a:lnTo>
                    <a:pt x="1238250" y="996683"/>
                  </a:lnTo>
                  <a:lnTo>
                    <a:pt x="1238719" y="997800"/>
                  </a:lnTo>
                  <a:lnTo>
                    <a:pt x="1240586" y="999667"/>
                  </a:lnTo>
                  <a:lnTo>
                    <a:pt x="1241704" y="1000125"/>
                  </a:lnTo>
                  <a:lnTo>
                    <a:pt x="1244333" y="1000125"/>
                  </a:lnTo>
                  <a:lnTo>
                    <a:pt x="1245450" y="999667"/>
                  </a:lnTo>
                  <a:lnTo>
                    <a:pt x="1247317" y="997800"/>
                  </a:lnTo>
                  <a:lnTo>
                    <a:pt x="1247775" y="996683"/>
                  </a:lnTo>
                  <a:lnTo>
                    <a:pt x="1247775" y="994054"/>
                  </a:lnTo>
                  <a:close/>
                </a:path>
                <a:path w="3676650" h="1495425">
                  <a:moveTo>
                    <a:pt x="1247775" y="498754"/>
                  </a:moveTo>
                  <a:lnTo>
                    <a:pt x="1247317" y="497636"/>
                  </a:lnTo>
                  <a:lnTo>
                    <a:pt x="1245450" y="495769"/>
                  </a:lnTo>
                  <a:lnTo>
                    <a:pt x="1244333" y="495300"/>
                  </a:lnTo>
                  <a:lnTo>
                    <a:pt x="1241704" y="495300"/>
                  </a:lnTo>
                  <a:lnTo>
                    <a:pt x="1240586" y="495769"/>
                  </a:lnTo>
                  <a:lnTo>
                    <a:pt x="1238719" y="497636"/>
                  </a:lnTo>
                  <a:lnTo>
                    <a:pt x="1238250" y="498754"/>
                  </a:lnTo>
                  <a:lnTo>
                    <a:pt x="1238250" y="501383"/>
                  </a:lnTo>
                  <a:lnTo>
                    <a:pt x="1238719" y="502500"/>
                  </a:lnTo>
                  <a:lnTo>
                    <a:pt x="1240586" y="504367"/>
                  </a:lnTo>
                  <a:lnTo>
                    <a:pt x="1241704" y="504825"/>
                  </a:lnTo>
                  <a:lnTo>
                    <a:pt x="1244333" y="504825"/>
                  </a:lnTo>
                  <a:lnTo>
                    <a:pt x="1245450" y="504367"/>
                  </a:lnTo>
                  <a:lnTo>
                    <a:pt x="1247317" y="502500"/>
                  </a:lnTo>
                  <a:lnTo>
                    <a:pt x="1247775" y="501383"/>
                  </a:lnTo>
                  <a:lnTo>
                    <a:pt x="1247775" y="498754"/>
                  </a:lnTo>
                  <a:close/>
                </a:path>
                <a:path w="3676650" h="1495425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3676650" h="1495425">
                  <a:moveTo>
                    <a:pt x="1295400" y="1489354"/>
                  </a:moveTo>
                  <a:lnTo>
                    <a:pt x="1294942" y="1488236"/>
                  </a:lnTo>
                  <a:lnTo>
                    <a:pt x="1293075" y="1486369"/>
                  </a:lnTo>
                  <a:lnTo>
                    <a:pt x="1291958" y="1485900"/>
                  </a:lnTo>
                  <a:lnTo>
                    <a:pt x="1289329" y="1485900"/>
                  </a:lnTo>
                  <a:lnTo>
                    <a:pt x="1288211" y="1486369"/>
                  </a:lnTo>
                  <a:lnTo>
                    <a:pt x="1286344" y="1488236"/>
                  </a:lnTo>
                  <a:lnTo>
                    <a:pt x="1285875" y="1489354"/>
                  </a:lnTo>
                  <a:lnTo>
                    <a:pt x="1285875" y="1491983"/>
                  </a:lnTo>
                  <a:lnTo>
                    <a:pt x="1286344" y="1493100"/>
                  </a:lnTo>
                  <a:lnTo>
                    <a:pt x="1288211" y="1494967"/>
                  </a:lnTo>
                  <a:lnTo>
                    <a:pt x="1289329" y="1495425"/>
                  </a:lnTo>
                  <a:lnTo>
                    <a:pt x="1291958" y="1495425"/>
                  </a:lnTo>
                  <a:lnTo>
                    <a:pt x="1293075" y="1494967"/>
                  </a:lnTo>
                  <a:lnTo>
                    <a:pt x="1294942" y="1493100"/>
                  </a:lnTo>
                  <a:lnTo>
                    <a:pt x="1295400" y="1491983"/>
                  </a:lnTo>
                  <a:lnTo>
                    <a:pt x="1295400" y="1489354"/>
                  </a:lnTo>
                  <a:close/>
                </a:path>
                <a:path w="3676650" h="1495425">
                  <a:moveTo>
                    <a:pt x="1295400" y="994054"/>
                  </a:moveTo>
                  <a:lnTo>
                    <a:pt x="1294942" y="992936"/>
                  </a:lnTo>
                  <a:lnTo>
                    <a:pt x="1293075" y="991069"/>
                  </a:lnTo>
                  <a:lnTo>
                    <a:pt x="1291958" y="990600"/>
                  </a:lnTo>
                  <a:lnTo>
                    <a:pt x="1289329" y="990600"/>
                  </a:lnTo>
                  <a:lnTo>
                    <a:pt x="1288211" y="991069"/>
                  </a:lnTo>
                  <a:lnTo>
                    <a:pt x="1286344" y="992936"/>
                  </a:lnTo>
                  <a:lnTo>
                    <a:pt x="1285875" y="994054"/>
                  </a:lnTo>
                  <a:lnTo>
                    <a:pt x="1285875" y="996683"/>
                  </a:lnTo>
                  <a:lnTo>
                    <a:pt x="1286344" y="997800"/>
                  </a:lnTo>
                  <a:lnTo>
                    <a:pt x="1288211" y="999667"/>
                  </a:lnTo>
                  <a:lnTo>
                    <a:pt x="1289329" y="1000125"/>
                  </a:lnTo>
                  <a:lnTo>
                    <a:pt x="1291958" y="1000125"/>
                  </a:lnTo>
                  <a:lnTo>
                    <a:pt x="1293075" y="999667"/>
                  </a:lnTo>
                  <a:lnTo>
                    <a:pt x="1294942" y="997800"/>
                  </a:lnTo>
                  <a:lnTo>
                    <a:pt x="1295400" y="996683"/>
                  </a:lnTo>
                  <a:lnTo>
                    <a:pt x="1295400" y="994054"/>
                  </a:lnTo>
                  <a:close/>
                </a:path>
                <a:path w="3676650" h="1495425">
                  <a:moveTo>
                    <a:pt x="1295400" y="498754"/>
                  </a:moveTo>
                  <a:lnTo>
                    <a:pt x="1294942" y="497636"/>
                  </a:lnTo>
                  <a:lnTo>
                    <a:pt x="1293075" y="495769"/>
                  </a:lnTo>
                  <a:lnTo>
                    <a:pt x="1291958" y="495300"/>
                  </a:lnTo>
                  <a:lnTo>
                    <a:pt x="1289329" y="495300"/>
                  </a:lnTo>
                  <a:lnTo>
                    <a:pt x="1288211" y="495769"/>
                  </a:lnTo>
                  <a:lnTo>
                    <a:pt x="1286344" y="497636"/>
                  </a:lnTo>
                  <a:lnTo>
                    <a:pt x="1285875" y="498754"/>
                  </a:lnTo>
                  <a:lnTo>
                    <a:pt x="1285875" y="501383"/>
                  </a:lnTo>
                  <a:lnTo>
                    <a:pt x="1286344" y="502500"/>
                  </a:lnTo>
                  <a:lnTo>
                    <a:pt x="1288211" y="504367"/>
                  </a:lnTo>
                  <a:lnTo>
                    <a:pt x="1289329" y="504825"/>
                  </a:lnTo>
                  <a:lnTo>
                    <a:pt x="1291958" y="504825"/>
                  </a:lnTo>
                  <a:lnTo>
                    <a:pt x="1293075" y="504367"/>
                  </a:lnTo>
                  <a:lnTo>
                    <a:pt x="1294942" y="502500"/>
                  </a:lnTo>
                  <a:lnTo>
                    <a:pt x="1295400" y="501383"/>
                  </a:lnTo>
                  <a:lnTo>
                    <a:pt x="1295400" y="498754"/>
                  </a:lnTo>
                  <a:close/>
                </a:path>
                <a:path w="3676650" h="1495425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3676650" h="1495425">
                  <a:moveTo>
                    <a:pt x="1343025" y="1489354"/>
                  </a:moveTo>
                  <a:lnTo>
                    <a:pt x="1342567" y="1488236"/>
                  </a:lnTo>
                  <a:lnTo>
                    <a:pt x="1340700" y="1486369"/>
                  </a:lnTo>
                  <a:lnTo>
                    <a:pt x="1339583" y="1485900"/>
                  </a:lnTo>
                  <a:lnTo>
                    <a:pt x="1336954" y="1485900"/>
                  </a:lnTo>
                  <a:lnTo>
                    <a:pt x="1335836" y="1486369"/>
                  </a:lnTo>
                  <a:lnTo>
                    <a:pt x="1333969" y="1488236"/>
                  </a:lnTo>
                  <a:lnTo>
                    <a:pt x="1333500" y="1489354"/>
                  </a:lnTo>
                  <a:lnTo>
                    <a:pt x="1333500" y="1491983"/>
                  </a:lnTo>
                  <a:lnTo>
                    <a:pt x="1333969" y="1493100"/>
                  </a:lnTo>
                  <a:lnTo>
                    <a:pt x="1335836" y="1494967"/>
                  </a:lnTo>
                  <a:lnTo>
                    <a:pt x="1336954" y="1495425"/>
                  </a:lnTo>
                  <a:lnTo>
                    <a:pt x="1339583" y="1495425"/>
                  </a:lnTo>
                  <a:lnTo>
                    <a:pt x="1340700" y="1494967"/>
                  </a:lnTo>
                  <a:lnTo>
                    <a:pt x="1342567" y="1493100"/>
                  </a:lnTo>
                  <a:lnTo>
                    <a:pt x="1343025" y="1491983"/>
                  </a:lnTo>
                  <a:lnTo>
                    <a:pt x="1343025" y="1489354"/>
                  </a:lnTo>
                  <a:close/>
                </a:path>
                <a:path w="3676650" h="1495425">
                  <a:moveTo>
                    <a:pt x="1343025" y="994054"/>
                  </a:moveTo>
                  <a:lnTo>
                    <a:pt x="1342567" y="992936"/>
                  </a:lnTo>
                  <a:lnTo>
                    <a:pt x="1340700" y="991069"/>
                  </a:lnTo>
                  <a:lnTo>
                    <a:pt x="1339583" y="990600"/>
                  </a:lnTo>
                  <a:lnTo>
                    <a:pt x="1336954" y="990600"/>
                  </a:lnTo>
                  <a:lnTo>
                    <a:pt x="1335836" y="991069"/>
                  </a:lnTo>
                  <a:lnTo>
                    <a:pt x="1333969" y="992936"/>
                  </a:lnTo>
                  <a:lnTo>
                    <a:pt x="1333500" y="994054"/>
                  </a:lnTo>
                  <a:lnTo>
                    <a:pt x="1333500" y="996683"/>
                  </a:lnTo>
                  <a:lnTo>
                    <a:pt x="1333969" y="997800"/>
                  </a:lnTo>
                  <a:lnTo>
                    <a:pt x="1335836" y="999667"/>
                  </a:lnTo>
                  <a:lnTo>
                    <a:pt x="1336954" y="1000125"/>
                  </a:lnTo>
                  <a:lnTo>
                    <a:pt x="1339583" y="1000125"/>
                  </a:lnTo>
                  <a:lnTo>
                    <a:pt x="1340700" y="999667"/>
                  </a:lnTo>
                  <a:lnTo>
                    <a:pt x="1342567" y="997800"/>
                  </a:lnTo>
                  <a:lnTo>
                    <a:pt x="1343025" y="996683"/>
                  </a:lnTo>
                  <a:lnTo>
                    <a:pt x="1343025" y="994054"/>
                  </a:lnTo>
                  <a:close/>
                </a:path>
                <a:path w="3676650" h="1495425">
                  <a:moveTo>
                    <a:pt x="1343025" y="498754"/>
                  </a:moveTo>
                  <a:lnTo>
                    <a:pt x="1342567" y="497636"/>
                  </a:lnTo>
                  <a:lnTo>
                    <a:pt x="1340700" y="495769"/>
                  </a:lnTo>
                  <a:lnTo>
                    <a:pt x="1339583" y="495300"/>
                  </a:lnTo>
                  <a:lnTo>
                    <a:pt x="1336954" y="495300"/>
                  </a:lnTo>
                  <a:lnTo>
                    <a:pt x="1335836" y="495769"/>
                  </a:lnTo>
                  <a:lnTo>
                    <a:pt x="1333969" y="497636"/>
                  </a:lnTo>
                  <a:lnTo>
                    <a:pt x="1333500" y="498754"/>
                  </a:lnTo>
                  <a:lnTo>
                    <a:pt x="1333500" y="501383"/>
                  </a:lnTo>
                  <a:lnTo>
                    <a:pt x="1333969" y="502500"/>
                  </a:lnTo>
                  <a:lnTo>
                    <a:pt x="1335836" y="504367"/>
                  </a:lnTo>
                  <a:lnTo>
                    <a:pt x="1336954" y="504825"/>
                  </a:lnTo>
                  <a:lnTo>
                    <a:pt x="1339583" y="504825"/>
                  </a:lnTo>
                  <a:lnTo>
                    <a:pt x="1340700" y="504367"/>
                  </a:lnTo>
                  <a:lnTo>
                    <a:pt x="1342567" y="502500"/>
                  </a:lnTo>
                  <a:lnTo>
                    <a:pt x="1343025" y="501383"/>
                  </a:lnTo>
                  <a:lnTo>
                    <a:pt x="1343025" y="498754"/>
                  </a:lnTo>
                  <a:close/>
                </a:path>
                <a:path w="3676650" h="1495425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3676650" h="1495425">
                  <a:moveTo>
                    <a:pt x="1390650" y="1489354"/>
                  </a:moveTo>
                  <a:lnTo>
                    <a:pt x="1390192" y="1488236"/>
                  </a:lnTo>
                  <a:lnTo>
                    <a:pt x="1388325" y="1486369"/>
                  </a:lnTo>
                  <a:lnTo>
                    <a:pt x="1387208" y="1485900"/>
                  </a:lnTo>
                  <a:lnTo>
                    <a:pt x="1384579" y="1485900"/>
                  </a:lnTo>
                  <a:lnTo>
                    <a:pt x="1383461" y="1486369"/>
                  </a:lnTo>
                  <a:lnTo>
                    <a:pt x="1381594" y="1488236"/>
                  </a:lnTo>
                  <a:lnTo>
                    <a:pt x="1381125" y="1489354"/>
                  </a:lnTo>
                  <a:lnTo>
                    <a:pt x="1381125" y="1491983"/>
                  </a:lnTo>
                  <a:lnTo>
                    <a:pt x="1381594" y="1493100"/>
                  </a:lnTo>
                  <a:lnTo>
                    <a:pt x="1383461" y="1494967"/>
                  </a:lnTo>
                  <a:lnTo>
                    <a:pt x="1384579" y="1495425"/>
                  </a:lnTo>
                  <a:lnTo>
                    <a:pt x="1387208" y="1495425"/>
                  </a:lnTo>
                  <a:lnTo>
                    <a:pt x="1388325" y="1494967"/>
                  </a:lnTo>
                  <a:lnTo>
                    <a:pt x="1390192" y="1493100"/>
                  </a:lnTo>
                  <a:lnTo>
                    <a:pt x="1390650" y="1491983"/>
                  </a:lnTo>
                  <a:lnTo>
                    <a:pt x="1390650" y="1489354"/>
                  </a:lnTo>
                  <a:close/>
                </a:path>
                <a:path w="3676650" h="1495425">
                  <a:moveTo>
                    <a:pt x="1390650" y="994054"/>
                  </a:moveTo>
                  <a:lnTo>
                    <a:pt x="1390192" y="992936"/>
                  </a:lnTo>
                  <a:lnTo>
                    <a:pt x="1388325" y="991069"/>
                  </a:lnTo>
                  <a:lnTo>
                    <a:pt x="1387208" y="990600"/>
                  </a:lnTo>
                  <a:lnTo>
                    <a:pt x="1384579" y="990600"/>
                  </a:lnTo>
                  <a:lnTo>
                    <a:pt x="1383461" y="991069"/>
                  </a:lnTo>
                  <a:lnTo>
                    <a:pt x="1381594" y="992936"/>
                  </a:lnTo>
                  <a:lnTo>
                    <a:pt x="1381125" y="994054"/>
                  </a:lnTo>
                  <a:lnTo>
                    <a:pt x="1381125" y="996683"/>
                  </a:lnTo>
                  <a:lnTo>
                    <a:pt x="1381594" y="997800"/>
                  </a:lnTo>
                  <a:lnTo>
                    <a:pt x="1383461" y="999667"/>
                  </a:lnTo>
                  <a:lnTo>
                    <a:pt x="1384579" y="1000125"/>
                  </a:lnTo>
                  <a:lnTo>
                    <a:pt x="1387208" y="1000125"/>
                  </a:lnTo>
                  <a:lnTo>
                    <a:pt x="1388325" y="999667"/>
                  </a:lnTo>
                  <a:lnTo>
                    <a:pt x="1390192" y="997800"/>
                  </a:lnTo>
                  <a:lnTo>
                    <a:pt x="1390650" y="996683"/>
                  </a:lnTo>
                  <a:lnTo>
                    <a:pt x="1390650" y="994054"/>
                  </a:lnTo>
                  <a:close/>
                </a:path>
                <a:path w="3676650" h="1495425">
                  <a:moveTo>
                    <a:pt x="1390650" y="498754"/>
                  </a:moveTo>
                  <a:lnTo>
                    <a:pt x="1390192" y="497636"/>
                  </a:lnTo>
                  <a:lnTo>
                    <a:pt x="1388325" y="495769"/>
                  </a:lnTo>
                  <a:lnTo>
                    <a:pt x="1387208" y="495300"/>
                  </a:lnTo>
                  <a:lnTo>
                    <a:pt x="1384579" y="495300"/>
                  </a:lnTo>
                  <a:lnTo>
                    <a:pt x="1383461" y="495769"/>
                  </a:lnTo>
                  <a:lnTo>
                    <a:pt x="1381594" y="497636"/>
                  </a:lnTo>
                  <a:lnTo>
                    <a:pt x="1381125" y="498754"/>
                  </a:lnTo>
                  <a:lnTo>
                    <a:pt x="1381125" y="501383"/>
                  </a:lnTo>
                  <a:lnTo>
                    <a:pt x="1381594" y="502500"/>
                  </a:lnTo>
                  <a:lnTo>
                    <a:pt x="1383461" y="504367"/>
                  </a:lnTo>
                  <a:lnTo>
                    <a:pt x="1384579" y="504825"/>
                  </a:lnTo>
                  <a:lnTo>
                    <a:pt x="1387208" y="504825"/>
                  </a:lnTo>
                  <a:lnTo>
                    <a:pt x="1388325" y="504367"/>
                  </a:lnTo>
                  <a:lnTo>
                    <a:pt x="1390192" y="502500"/>
                  </a:lnTo>
                  <a:lnTo>
                    <a:pt x="1390650" y="501383"/>
                  </a:lnTo>
                  <a:lnTo>
                    <a:pt x="1390650" y="498754"/>
                  </a:lnTo>
                  <a:close/>
                </a:path>
                <a:path w="3676650" h="1495425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3676650" h="1495425">
                  <a:moveTo>
                    <a:pt x="1438275" y="1489354"/>
                  </a:moveTo>
                  <a:lnTo>
                    <a:pt x="1437817" y="1488236"/>
                  </a:lnTo>
                  <a:lnTo>
                    <a:pt x="1435950" y="1486369"/>
                  </a:lnTo>
                  <a:lnTo>
                    <a:pt x="1434833" y="1485900"/>
                  </a:lnTo>
                  <a:lnTo>
                    <a:pt x="1432204" y="1485900"/>
                  </a:lnTo>
                  <a:lnTo>
                    <a:pt x="1431086" y="1486369"/>
                  </a:lnTo>
                  <a:lnTo>
                    <a:pt x="1429219" y="1488236"/>
                  </a:lnTo>
                  <a:lnTo>
                    <a:pt x="1428750" y="1489354"/>
                  </a:lnTo>
                  <a:lnTo>
                    <a:pt x="1428750" y="1491983"/>
                  </a:lnTo>
                  <a:lnTo>
                    <a:pt x="1429219" y="1493100"/>
                  </a:lnTo>
                  <a:lnTo>
                    <a:pt x="1431086" y="1494967"/>
                  </a:lnTo>
                  <a:lnTo>
                    <a:pt x="1432204" y="1495425"/>
                  </a:lnTo>
                  <a:lnTo>
                    <a:pt x="1434833" y="1495425"/>
                  </a:lnTo>
                  <a:lnTo>
                    <a:pt x="1435950" y="1494967"/>
                  </a:lnTo>
                  <a:lnTo>
                    <a:pt x="1437817" y="1493100"/>
                  </a:lnTo>
                  <a:lnTo>
                    <a:pt x="1438275" y="1491983"/>
                  </a:lnTo>
                  <a:lnTo>
                    <a:pt x="1438275" y="1489354"/>
                  </a:lnTo>
                  <a:close/>
                </a:path>
                <a:path w="3676650" h="1495425">
                  <a:moveTo>
                    <a:pt x="1438275" y="994054"/>
                  </a:moveTo>
                  <a:lnTo>
                    <a:pt x="1437817" y="992936"/>
                  </a:lnTo>
                  <a:lnTo>
                    <a:pt x="1435950" y="991069"/>
                  </a:lnTo>
                  <a:lnTo>
                    <a:pt x="1434833" y="990600"/>
                  </a:lnTo>
                  <a:lnTo>
                    <a:pt x="1432204" y="990600"/>
                  </a:lnTo>
                  <a:lnTo>
                    <a:pt x="1431086" y="991069"/>
                  </a:lnTo>
                  <a:lnTo>
                    <a:pt x="1429219" y="992936"/>
                  </a:lnTo>
                  <a:lnTo>
                    <a:pt x="1428750" y="994054"/>
                  </a:lnTo>
                  <a:lnTo>
                    <a:pt x="1428750" y="996683"/>
                  </a:lnTo>
                  <a:lnTo>
                    <a:pt x="1429219" y="997800"/>
                  </a:lnTo>
                  <a:lnTo>
                    <a:pt x="1431086" y="999667"/>
                  </a:lnTo>
                  <a:lnTo>
                    <a:pt x="1432204" y="1000125"/>
                  </a:lnTo>
                  <a:lnTo>
                    <a:pt x="1434833" y="1000125"/>
                  </a:lnTo>
                  <a:lnTo>
                    <a:pt x="1435950" y="999667"/>
                  </a:lnTo>
                  <a:lnTo>
                    <a:pt x="1437817" y="997800"/>
                  </a:lnTo>
                  <a:lnTo>
                    <a:pt x="1438275" y="996683"/>
                  </a:lnTo>
                  <a:lnTo>
                    <a:pt x="1438275" y="994054"/>
                  </a:lnTo>
                  <a:close/>
                </a:path>
                <a:path w="3676650" h="1495425">
                  <a:moveTo>
                    <a:pt x="1438275" y="498754"/>
                  </a:moveTo>
                  <a:lnTo>
                    <a:pt x="1437817" y="497636"/>
                  </a:lnTo>
                  <a:lnTo>
                    <a:pt x="1435950" y="495769"/>
                  </a:lnTo>
                  <a:lnTo>
                    <a:pt x="1434833" y="495300"/>
                  </a:lnTo>
                  <a:lnTo>
                    <a:pt x="1432204" y="495300"/>
                  </a:lnTo>
                  <a:lnTo>
                    <a:pt x="1431086" y="495769"/>
                  </a:lnTo>
                  <a:lnTo>
                    <a:pt x="1429219" y="497636"/>
                  </a:lnTo>
                  <a:lnTo>
                    <a:pt x="1428750" y="498754"/>
                  </a:lnTo>
                  <a:lnTo>
                    <a:pt x="1428750" y="501383"/>
                  </a:lnTo>
                  <a:lnTo>
                    <a:pt x="1429219" y="502500"/>
                  </a:lnTo>
                  <a:lnTo>
                    <a:pt x="1431086" y="504367"/>
                  </a:lnTo>
                  <a:lnTo>
                    <a:pt x="1432204" y="504825"/>
                  </a:lnTo>
                  <a:lnTo>
                    <a:pt x="1434833" y="504825"/>
                  </a:lnTo>
                  <a:lnTo>
                    <a:pt x="1435950" y="504367"/>
                  </a:lnTo>
                  <a:lnTo>
                    <a:pt x="1437817" y="502500"/>
                  </a:lnTo>
                  <a:lnTo>
                    <a:pt x="1438275" y="501383"/>
                  </a:lnTo>
                  <a:lnTo>
                    <a:pt x="1438275" y="498754"/>
                  </a:lnTo>
                  <a:close/>
                </a:path>
                <a:path w="3676650" h="1495425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3676650" h="1495425">
                  <a:moveTo>
                    <a:pt x="1485900" y="1489354"/>
                  </a:moveTo>
                  <a:lnTo>
                    <a:pt x="1485442" y="1488236"/>
                  </a:lnTo>
                  <a:lnTo>
                    <a:pt x="1483575" y="1486369"/>
                  </a:lnTo>
                  <a:lnTo>
                    <a:pt x="1482458" y="1485900"/>
                  </a:lnTo>
                  <a:lnTo>
                    <a:pt x="1479829" y="1485900"/>
                  </a:lnTo>
                  <a:lnTo>
                    <a:pt x="1478711" y="1486369"/>
                  </a:lnTo>
                  <a:lnTo>
                    <a:pt x="1476844" y="1488236"/>
                  </a:lnTo>
                  <a:lnTo>
                    <a:pt x="1476375" y="1489354"/>
                  </a:lnTo>
                  <a:lnTo>
                    <a:pt x="1476375" y="1491983"/>
                  </a:lnTo>
                  <a:lnTo>
                    <a:pt x="1476844" y="1493100"/>
                  </a:lnTo>
                  <a:lnTo>
                    <a:pt x="1478711" y="1494967"/>
                  </a:lnTo>
                  <a:lnTo>
                    <a:pt x="1479829" y="1495425"/>
                  </a:lnTo>
                  <a:lnTo>
                    <a:pt x="1482458" y="1495425"/>
                  </a:lnTo>
                  <a:lnTo>
                    <a:pt x="1483575" y="1494967"/>
                  </a:lnTo>
                  <a:lnTo>
                    <a:pt x="1485442" y="1493100"/>
                  </a:lnTo>
                  <a:lnTo>
                    <a:pt x="1485900" y="1491983"/>
                  </a:lnTo>
                  <a:lnTo>
                    <a:pt x="1485900" y="1489354"/>
                  </a:lnTo>
                  <a:close/>
                </a:path>
                <a:path w="3676650" h="1495425">
                  <a:moveTo>
                    <a:pt x="1485900" y="994054"/>
                  </a:moveTo>
                  <a:lnTo>
                    <a:pt x="1485442" y="992936"/>
                  </a:lnTo>
                  <a:lnTo>
                    <a:pt x="1483575" y="991069"/>
                  </a:lnTo>
                  <a:lnTo>
                    <a:pt x="1482458" y="990600"/>
                  </a:lnTo>
                  <a:lnTo>
                    <a:pt x="1479829" y="990600"/>
                  </a:lnTo>
                  <a:lnTo>
                    <a:pt x="1478711" y="991069"/>
                  </a:lnTo>
                  <a:lnTo>
                    <a:pt x="1476844" y="992936"/>
                  </a:lnTo>
                  <a:lnTo>
                    <a:pt x="1476375" y="994054"/>
                  </a:lnTo>
                  <a:lnTo>
                    <a:pt x="1476375" y="996683"/>
                  </a:lnTo>
                  <a:lnTo>
                    <a:pt x="1476844" y="997800"/>
                  </a:lnTo>
                  <a:lnTo>
                    <a:pt x="1478711" y="999667"/>
                  </a:lnTo>
                  <a:lnTo>
                    <a:pt x="1479829" y="1000125"/>
                  </a:lnTo>
                  <a:lnTo>
                    <a:pt x="1482458" y="1000125"/>
                  </a:lnTo>
                  <a:lnTo>
                    <a:pt x="1483575" y="999667"/>
                  </a:lnTo>
                  <a:lnTo>
                    <a:pt x="1485442" y="997800"/>
                  </a:lnTo>
                  <a:lnTo>
                    <a:pt x="1485900" y="996683"/>
                  </a:lnTo>
                  <a:lnTo>
                    <a:pt x="1485900" y="994054"/>
                  </a:lnTo>
                  <a:close/>
                </a:path>
                <a:path w="3676650" h="1495425">
                  <a:moveTo>
                    <a:pt x="1485900" y="498754"/>
                  </a:moveTo>
                  <a:lnTo>
                    <a:pt x="1485442" y="497636"/>
                  </a:lnTo>
                  <a:lnTo>
                    <a:pt x="1483575" y="495769"/>
                  </a:lnTo>
                  <a:lnTo>
                    <a:pt x="1482458" y="495300"/>
                  </a:lnTo>
                  <a:lnTo>
                    <a:pt x="1479829" y="495300"/>
                  </a:lnTo>
                  <a:lnTo>
                    <a:pt x="1478711" y="495769"/>
                  </a:lnTo>
                  <a:lnTo>
                    <a:pt x="1476844" y="497636"/>
                  </a:lnTo>
                  <a:lnTo>
                    <a:pt x="1476375" y="498754"/>
                  </a:lnTo>
                  <a:lnTo>
                    <a:pt x="1476375" y="501383"/>
                  </a:lnTo>
                  <a:lnTo>
                    <a:pt x="1476844" y="502500"/>
                  </a:lnTo>
                  <a:lnTo>
                    <a:pt x="1478711" y="504367"/>
                  </a:lnTo>
                  <a:lnTo>
                    <a:pt x="1479829" y="504825"/>
                  </a:lnTo>
                  <a:lnTo>
                    <a:pt x="1482458" y="504825"/>
                  </a:lnTo>
                  <a:lnTo>
                    <a:pt x="1483575" y="504367"/>
                  </a:lnTo>
                  <a:lnTo>
                    <a:pt x="1485442" y="502500"/>
                  </a:lnTo>
                  <a:lnTo>
                    <a:pt x="1485900" y="501383"/>
                  </a:lnTo>
                  <a:lnTo>
                    <a:pt x="1485900" y="498754"/>
                  </a:lnTo>
                  <a:close/>
                </a:path>
                <a:path w="3676650" h="1495425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3676650" h="1495425">
                  <a:moveTo>
                    <a:pt x="1533525" y="1489354"/>
                  </a:moveTo>
                  <a:lnTo>
                    <a:pt x="1533067" y="1488236"/>
                  </a:lnTo>
                  <a:lnTo>
                    <a:pt x="1531200" y="1486369"/>
                  </a:lnTo>
                  <a:lnTo>
                    <a:pt x="1530083" y="1485900"/>
                  </a:lnTo>
                  <a:lnTo>
                    <a:pt x="1527454" y="1485900"/>
                  </a:lnTo>
                  <a:lnTo>
                    <a:pt x="1526336" y="1486369"/>
                  </a:lnTo>
                  <a:lnTo>
                    <a:pt x="1524469" y="1488236"/>
                  </a:lnTo>
                  <a:lnTo>
                    <a:pt x="1524000" y="1489354"/>
                  </a:lnTo>
                  <a:lnTo>
                    <a:pt x="1524000" y="1491983"/>
                  </a:lnTo>
                  <a:lnTo>
                    <a:pt x="1524469" y="1493100"/>
                  </a:lnTo>
                  <a:lnTo>
                    <a:pt x="1526336" y="1494967"/>
                  </a:lnTo>
                  <a:lnTo>
                    <a:pt x="1527454" y="1495425"/>
                  </a:lnTo>
                  <a:lnTo>
                    <a:pt x="1530083" y="1495425"/>
                  </a:lnTo>
                  <a:lnTo>
                    <a:pt x="1531200" y="1494967"/>
                  </a:lnTo>
                  <a:lnTo>
                    <a:pt x="1533067" y="1493100"/>
                  </a:lnTo>
                  <a:lnTo>
                    <a:pt x="1533525" y="1491983"/>
                  </a:lnTo>
                  <a:lnTo>
                    <a:pt x="1533525" y="1489354"/>
                  </a:lnTo>
                  <a:close/>
                </a:path>
                <a:path w="3676650" h="1495425">
                  <a:moveTo>
                    <a:pt x="1533525" y="994054"/>
                  </a:moveTo>
                  <a:lnTo>
                    <a:pt x="1533067" y="992936"/>
                  </a:lnTo>
                  <a:lnTo>
                    <a:pt x="1531200" y="991069"/>
                  </a:lnTo>
                  <a:lnTo>
                    <a:pt x="1530083" y="990600"/>
                  </a:lnTo>
                  <a:lnTo>
                    <a:pt x="1527454" y="990600"/>
                  </a:lnTo>
                  <a:lnTo>
                    <a:pt x="1526336" y="991069"/>
                  </a:lnTo>
                  <a:lnTo>
                    <a:pt x="1524469" y="992936"/>
                  </a:lnTo>
                  <a:lnTo>
                    <a:pt x="1524000" y="994054"/>
                  </a:lnTo>
                  <a:lnTo>
                    <a:pt x="1524000" y="996683"/>
                  </a:lnTo>
                  <a:lnTo>
                    <a:pt x="1524469" y="997800"/>
                  </a:lnTo>
                  <a:lnTo>
                    <a:pt x="1526336" y="999667"/>
                  </a:lnTo>
                  <a:lnTo>
                    <a:pt x="1527454" y="1000125"/>
                  </a:lnTo>
                  <a:lnTo>
                    <a:pt x="1530083" y="1000125"/>
                  </a:lnTo>
                  <a:lnTo>
                    <a:pt x="1531200" y="999667"/>
                  </a:lnTo>
                  <a:lnTo>
                    <a:pt x="1533067" y="997800"/>
                  </a:lnTo>
                  <a:lnTo>
                    <a:pt x="1533525" y="996683"/>
                  </a:lnTo>
                  <a:lnTo>
                    <a:pt x="1533525" y="994054"/>
                  </a:lnTo>
                  <a:close/>
                </a:path>
                <a:path w="3676650" h="1495425">
                  <a:moveTo>
                    <a:pt x="1533525" y="498754"/>
                  </a:moveTo>
                  <a:lnTo>
                    <a:pt x="1533067" y="497636"/>
                  </a:lnTo>
                  <a:lnTo>
                    <a:pt x="1531200" y="495769"/>
                  </a:lnTo>
                  <a:lnTo>
                    <a:pt x="1530083" y="495300"/>
                  </a:lnTo>
                  <a:lnTo>
                    <a:pt x="1527454" y="495300"/>
                  </a:lnTo>
                  <a:lnTo>
                    <a:pt x="1526336" y="495769"/>
                  </a:lnTo>
                  <a:lnTo>
                    <a:pt x="1524469" y="497636"/>
                  </a:lnTo>
                  <a:lnTo>
                    <a:pt x="1524000" y="498754"/>
                  </a:lnTo>
                  <a:lnTo>
                    <a:pt x="1524000" y="501383"/>
                  </a:lnTo>
                  <a:lnTo>
                    <a:pt x="1524469" y="502500"/>
                  </a:lnTo>
                  <a:lnTo>
                    <a:pt x="1526336" y="504367"/>
                  </a:lnTo>
                  <a:lnTo>
                    <a:pt x="1527454" y="504825"/>
                  </a:lnTo>
                  <a:lnTo>
                    <a:pt x="1530083" y="504825"/>
                  </a:lnTo>
                  <a:lnTo>
                    <a:pt x="1531200" y="504367"/>
                  </a:lnTo>
                  <a:lnTo>
                    <a:pt x="1533067" y="502500"/>
                  </a:lnTo>
                  <a:lnTo>
                    <a:pt x="1533525" y="501383"/>
                  </a:lnTo>
                  <a:lnTo>
                    <a:pt x="1533525" y="498754"/>
                  </a:lnTo>
                  <a:close/>
                </a:path>
                <a:path w="3676650" h="1495425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3676650" h="1495425">
                  <a:moveTo>
                    <a:pt x="1581150" y="1489354"/>
                  </a:moveTo>
                  <a:lnTo>
                    <a:pt x="1580692" y="1488236"/>
                  </a:lnTo>
                  <a:lnTo>
                    <a:pt x="1578825" y="1486369"/>
                  </a:lnTo>
                  <a:lnTo>
                    <a:pt x="1577708" y="1485900"/>
                  </a:lnTo>
                  <a:lnTo>
                    <a:pt x="1575079" y="1485900"/>
                  </a:lnTo>
                  <a:lnTo>
                    <a:pt x="1573961" y="1486369"/>
                  </a:lnTo>
                  <a:lnTo>
                    <a:pt x="1572094" y="1488236"/>
                  </a:lnTo>
                  <a:lnTo>
                    <a:pt x="1571625" y="1489354"/>
                  </a:lnTo>
                  <a:lnTo>
                    <a:pt x="1571625" y="1491983"/>
                  </a:lnTo>
                  <a:lnTo>
                    <a:pt x="1572094" y="1493100"/>
                  </a:lnTo>
                  <a:lnTo>
                    <a:pt x="1573961" y="1494967"/>
                  </a:lnTo>
                  <a:lnTo>
                    <a:pt x="1575079" y="1495425"/>
                  </a:lnTo>
                  <a:lnTo>
                    <a:pt x="1577708" y="1495425"/>
                  </a:lnTo>
                  <a:lnTo>
                    <a:pt x="1578825" y="1494967"/>
                  </a:lnTo>
                  <a:lnTo>
                    <a:pt x="1580692" y="1493100"/>
                  </a:lnTo>
                  <a:lnTo>
                    <a:pt x="1581150" y="1491983"/>
                  </a:lnTo>
                  <a:lnTo>
                    <a:pt x="1581150" y="1489354"/>
                  </a:lnTo>
                  <a:close/>
                </a:path>
                <a:path w="3676650" h="1495425">
                  <a:moveTo>
                    <a:pt x="1581150" y="994054"/>
                  </a:moveTo>
                  <a:lnTo>
                    <a:pt x="1580692" y="992936"/>
                  </a:lnTo>
                  <a:lnTo>
                    <a:pt x="1578825" y="991069"/>
                  </a:lnTo>
                  <a:lnTo>
                    <a:pt x="1577708" y="990600"/>
                  </a:lnTo>
                  <a:lnTo>
                    <a:pt x="1575079" y="990600"/>
                  </a:lnTo>
                  <a:lnTo>
                    <a:pt x="1573961" y="991069"/>
                  </a:lnTo>
                  <a:lnTo>
                    <a:pt x="1572094" y="992936"/>
                  </a:lnTo>
                  <a:lnTo>
                    <a:pt x="1571625" y="994054"/>
                  </a:lnTo>
                  <a:lnTo>
                    <a:pt x="1571625" y="996683"/>
                  </a:lnTo>
                  <a:lnTo>
                    <a:pt x="1572094" y="997800"/>
                  </a:lnTo>
                  <a:lnTo>
                    <a:pt x="1573961" y="999667"/>
                  </a:lnTo>
                  <a:lnTo>
                    <a:pt x="1575079" y="1000125"/>
                  </a:lnTo>
                  <a:lnTo>
                    <a:pt x="1577708" y="1000125"/>
                  </a:lnTo>
                  <a:lnTo>
                    <a:pt x="1578825" y="999667"/>
                  </a:lnTo>
                  <a:lnTo>
                    <a:pt x="1580692" y="997800"/>
                  </a:lnTo>
                  <a:lnTo>
                    <a:pt x="1581150" y="996683"/>
                  </a:lnTo>
                  <a:lnTo>
                    <a:pt x="1581150" y="994054"/>
                  </a:lnTo>
                  <a:close/>
                </a:path>
                <a:path w="3676650" h="1495425">
                  <a:moveTo>
                    <a:pt x="1581150" y="498754"/>
                  </a:moveTo>
                  <a:lnTo>
                    <a:pt x="1580692" y="497636"/>
                  </a:lnTo>
                  <a:lnTo>
                    <a:pt x="1578825" y="495769"/>
                  </a:lnTo>
                  <a:lnTo>
                    <a:pt x="1577708" y="495300"/>
                  </a:lnTo>
                  <a:lnTo>
                    <a:pt x="1575079" y="495300"/>
                  </a:lnTo>
                  <a:lnTo>
                    <a:pt x="1573961" y="495769"/>
                  </a:lnTo>
                  <a:lnTo>
                    <a:pt x="1572094" y="497636"/>
                  </a:lnTo>
                  <a:lnTo>
                    <a:pt x="1571625" y="498754"/>
                  </a:lnTo>
                  <a:lnTo>
                    <a:pt x="1571625" y="501383"/>
                  </a:lnTo>
                  <a:lnTo>
                    <a:pt x="1572094" y="502500"/>
                  </a:lnTo>
                  <a:lnTo>
                    <a:pt x="1573961" y="504367"/>
                  </a:lnTo>
                  <a:lnTo>
                    <a:pt x="1575079" y="504825"/>
                  </a:lnTo>
                  <a:lnTo>
                    <a:pt x="1577708" y="504825"/>
                  </a:lnTo>
                  <a:lnTo>
                    <a:pt x="1578825" y="504367"/>
                  </a:lnTo>
                  <a:lnTo>
                    <a:pt x="1580692" y="502500"/>
                  </a:lnTo>
                  <a:lnTo>
                    <a:pt x="1581150" y="501383"/>
                  </a:lnTo>
                  <a:lnTo>
                    <a:pt x="1581150" y="498754"/>
                  </a:lnTo>
                  <a:close/>
                </a:path>
                <a:path w="3676650" h="1495425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3676650" h="1495425">
                  <a:moveTo>
                    <a:pt x="1628775" y="1489354"/>
                  </a:moveTo>
                  <a:lnTo>
                    <a:pt x="1628317" y="1488236"/>
                  </a:lnTo>
                  <a:lnTo>
                    <a:pt x="1626450" y="1486369"/>
                  </a:lnTo>
                  <a:lnTo>
                    <a:pt x="1625333" y="1485900"/>
                  </a:lnTo>
                  <a:lnTo>
                    <a:pt x="1622704" y="1485900"/>
                  </a:lnTo>
                  <a:lnTo>
                    <a:pt x="1621586" y="1486369"/>
                  </a:lnTo>
                  <a:lnTo>
                    <a:pt x="1619719" y="1488236"/>
                  </a:lnTo>
                  <a:lnTo>
                    <a:pt x="1619250" y="1489354"/>
                  </a:lnTo>
                  <a:lnTo>
                    <a:pt x="1619250" y="1491983"/>
                  </a:lnTo>
                  <a:lnTo>
                    <a:pt x="1619719" y="1493100"/>
                  </a:lnTo>
                  <a:lnTo>
                    <a:pt x="1621586" y="1494967"/>
                  </a:lnTo>
                  <a:lnTo>
                    <a:pt x="1622704" y="1495425"/>
                  </a:lnTo>
                  <a:lnTo>
                    <a:pt x="1625333" y="1495425"/>
                  </a:lnTo>
                  <a:lnTo>
                    <a:pt x="1626450" y="1494967"/>
                  </a:lnTo>
                  <a:lnTo>
                    <a:pt x="1628317" y="1493100"/>
                  </a:lnTo>
                  <a:lnTo>
                    <a:pt x="1628775" y="1491983"/>
                  </a:lnTo>
                  <a:lnTo>
                    <a:pt x="1628775" y="1489354"/>
                  </a:lnTo>
                  <a:close/>
                </a:path>
                <a:path w="3676650" h="1495425">
                  <a:moveTo>
                    <a:pt x="1628775" y="994054"/>
                  </a:moveTo>
                  <a:lnTo>
                    <a:pt x="1628317" y="992936"/>
                  </a:lnTo>
                  <a:lnTo>
                    <a:pt x="1626450" y="991069"/>
                  </a:lnTo>
                  <a:lnTo>
                    <a:pt x="1625333" y="990600"/>
                  </a:lnTo>
                  <a:lnTo>
                    <a:pt x="1622704" y="990600"/>
                  </a:lnTo>
                  <a:lnTo>
                    <a:pt x="1621586" y="991069"/>
                  </a:lnTo>
                  <a:lnTo>
                    <a:pt x="1619719" y="992936"/>
                  </a:lnTo>
                  <a:lnTo>
                    <a:pt x="1619250" y="994054"/>
                  </a:lnTo>
                  <a:lnTo>
                    <a:pt x="1619250" y="996683"/>
                  </a:lnTo>
                  <a:lnTo>
                    <a:pt x="1619719" y="997800"/>
                  </a:lnTo>
                  <a:lnTo>
                    <a:pt x="1621586" y="999667"/>
                  </a:lnTo>
                  <a:lnTo>
                    <a:pt x="1622704" y="1000125"/>
                  </a:lnTo>
                  <a:lnTo>
                    <a:pt x="1625333" y="1000125"/>
                  </a:lnTo>
                  <a:lnTo>
                    <a:pt x="1626450" y="999667"/>
                  </a:lnTo>
                  <a:lnTo>
                    <a:pt x="1628317" y="997800"/>
                  </a:lnTo>
                  <a:lnTo>
                    <a:pt x="1628775" y="996683"/>
                  </a:lnTo>
                  <a:lnTo>
                    <a:pt x="1628775" y="994054"/>
                  </a:lnTo>
                  <a:close/>
                </a:path>
                <a:path w="3676650" h="1495425">
                  <a:moveTo>
                    <a:pt x="1628775" y="498754"/>
                  </a:moveTo>
                  <a:lnTo>
                    <a:pt x="1628317" y="497636"/>
                  </a:lnTo>
                  <a:lnTo>
                    <a:pt x="1626450" y="495769"/>
                  </a:lnTo>
                  <a:lnTo>
                    <a:pt x="1625333" y="495300"/>
                  </a:lnTo>
                  <a:lnTo>
                    <a:pt x="1622704" y="495300"/>
                  </a:lnTo>
                  <a:lnTo>
                    <a:pt x="1621586" y="495769"/>
                  </a:lnTo>
                  <a:lnTo>
                    <a:pt x="1619719" y="497636"/>
                  </a:lnTo>
                  <a:lnTo>
                    <a:pt x="1619250" y="498754"/>
                  </a:lnTo>
                  <a:lnTo>
                    <a:pt x="1619250" y="501383"/>
                  </a:lnTo>
                  <a:lnTo>
                    <a:pt x="1619719" y="502500"/>
                  </a:lnTo>
                  <a:lnTo>
                    <a:pt x="1621586" y="504367"/>
                  </a:lnTo>
                  <a:lnTo>
                    <a:pt x="1622704" y="504825"/>
                  </a:lnTo>
                  <a:lnTo>
                    <a:pt x="1625333" y="504825"/>
                  </a:lnTo>
                  <a:lnTo>
                    <a:pt x="1626450" y="504367"/>
                  </a:lnTo>
                  <a:lnTo>
                    <a:pt x="1628317" y="502500"/>
                  </a:lnTo>
                  <a:lnTo>
                    <a:pt x="1628775" y="501383"/>
                  </a:lnTo>
                  <a:lnTo>
                    <a:pt x="1628775" y="498754"/>
                  </a:lnTo>
                  <a:close/>
                </a:path>
                <a:path w="3676650" h="1495425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3676650" h="1495425">
                  <a:moveTo>
                    <a:pt x="1676400" y="1489354"/>
                  </a:moveTo>
                  <a:lnTo>
                    <a:pt x="1675942" y="1488236"/>
                  </a:lnTo>
                  <a:lnTo>
                    <a:pt x="1674075" y="1486369"/>
                  </a:lnTo>
                  <a:lnTo>
                    <a:pt x="1672958" y="1485900"/>
                  </a:lnTo>
                  <a:lnTo>
                    <a:pt x="1670329" y="1485900"/>
                  </a:lnTo>
                  <a:lnTo>
                    <a:pt x="1669211" y="1486369"/>
                  </a:lnTo>
                  <a:lnTo>
                    <a:pt x="1667344" y="1488236"/>
                  </a:lnTo>
                  <a:lnTo>
                    <a:pt x="1666875" y="1489354"/>
                  </a:lnTo>
                  <a:lnTo>
                    <a:pt x="1666875" y="1491983"/>
                  </a:lnTo>
                  <a:lnTo>
                    <a:pt x="1667344" y="1493100"/>
                  </a:lnTo>
                  <a:lnTo>
                    <a:pt x="1669211" y="1494967"/>
                  </a:lnTo>
                  <a:lnTo>
                    <a:pt x="1670329" y="1495425"/>
                  </a:lnTo>
                  <a:lnTo>
                    <a:pt x="1672958" y="1495425"/>
                  </a:lnTo>
                  <a:lnTo>
                    <a:pt x="1674075" y="1494967"/>
                  </a:lnTo>
                  <a:lnTo>
                    <a:pt x="1675942" y="1493100"/>
                  </a:lnTo>
                  <a:lnTo>
                    <a:pt x="1676400" y="1491983"/>
                  </a:lnTo>
                  <a:lnTo>
                    <a:pt x="1676400" y="1489354"/>
                  </a:lnTo>
                  <a:close/>
                </a:path>
                <a:path w="3676650" h="1495425">
                  <a:moveTo>
                    <a:pt x="1676400" y="994054"/>
                  </a:moveTo>
                  <a:lnTo>
                    <a:pt x="1675942" y="992936"/>
                  </a:lnTo>
                  <a:lnTo>
                    <a:pt x="1674075" y="991069"/>
                  </a:lnTo>
                  <a:lnTo>
                    <a:pt x="1672958" y="990600"/>
                  </a:lnTo>
                  <a:lnTo>
                    <a:pt x="1670329" y="990600"/>
                  </a:lnTo>
                  <a:lnTo>
                    <a:pt x="1669211" y="991069"/>
                  </a:lnTo>
                  <a:lnTo>
                    <a:pt x="1667344" y="992936"/>
                  </a:lnTo>
                  <a:lnTo>
                    <a:pt x="1666875" y="994054"/>
                  </a:lnTo>
                  <a:lnTo>
                    <a:pt x="1666875" y="996683"/>
                  </a:lnTo>
                  <a:lnTo>
                    <a:pt x="1667344" y="997800"/>
                  </a:lnTo>
                  <a:lnTo>
                    <a:pt x="1669211" y="999667"/>
                  </a:lnTo>
                  <a:lnTo>
                    <a:pt x="1670329" y="1000125"/>
                  </a:lnTo>
                  <a:lnTo>
                    <a:pt x="1672958" y="1000125"/>
                  </a:lnTo>
                  <a:lnTo>
                    <a:pt x="1674075" y="999667"/>
                  </a:lnTo>
                  <a:lnTo>
                    <a:pt x="1675942" y="997800"/>
                  </a:lnTo>
                  <a:lnTo>
                    <a:pt x="1676400" y="996683"/>
                  </a:lnTo>
                  <a:lnTo>
                    <a:pt x="1676400" y="994054"/>
                  </a:lnTo>
                  <a:close/>
                </a:path>
                <a:path w="3676650" h="1495425">
                  <a:moveTo>
                    <a:pt x="1676400" y="498754"/>
                  </a:moveTo>
                  <a:lnTo>
                    <a:pt x="1675942" y="497636"/>
                  </a:lnTo>
                  <a:lnTo>
                    <a:pt x="1674075" y="495769"/>
                  </a:lnTo>
                  <a:lnTo>
                    <a:pt x="1672958" y="495300"/>
                  </a:lnTo>
                  <a:lnTo>
                    <a:pt x="1670329" y="495300"/>
                  </a:lnTo>
                  <a:lnTo>
                    <a:pt x="1669211" y="495769"/>
                  </a:lnTo>
                  <a:lnTo>
                    <a:pt x="1667344" y="497636"/>
                  </a:lnTo>
                  <a:lnTo>
                    <a:pt x="1666875" y="498754"/>
                  </a:lnTo>
                  <a:lnTo>
                    <a:pt x="1666875" y="501383"/>
                  </a:lnTo>
                  <a:lnTo>
                    <a:pt x="1667344" y="502500"/>
                  </a:lnTo>
                  <a:lnTo>
                    <a:pt x="1669211" y="504367"/>
                  </a:lnTo>
                  <a:lnTo>
                    <a:pt x="1670329" y="504825"/>
                  </a:lnTo>
                  <a:lnTo>
                    <a:pt x="1672958" y="504825"/>
                  </a:lnTo>
                  <a:lnTo>
                    <a:pt x="1674075" y="504367"/>
                  </a:lnTo>
                  <a:lnTo>
                    <a:pt x="1675942" y="502500"/>
                  </a:lnTo>
                  <a:lnTo>
                    <a:pt x="1676400" y="501383"/>
                  </a:lnTo>
                  <a:lnTo>
                    <a:pt x="1676400" y="498754"/>
                  </a:lnTo>
                  <a:close/>
                </a:path>
                <a:path w="3676650" h="1495425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3676650" h="1495425">
                  <a:moveTo>
                    <a:pt x="1724025" y="1489354"/>
                  </a:moveTo>
                  <a:lnTo>
                    <a:pt x="1723567" y="1488236"/>
                  </a:lnTo>
                  <a:lnTo>
                    <a:pt x="1721700" y="1486369"/>
                  </a:lnTo>
                  <a:lnTo>
                    <a:pt x="1720583" y="1485900"/>
                  </a:lnTo>
                  <a:lnTo>
                    <a:pt x="1717954" y="1485900"/>
                  </a:lnTo>
                  <a:lnTo>
                    <a:pt x="1716836" y="1486369"/>
                  </a:lnTo>
                  <a:lnTo>
                    <a:pt x="1714969" y="1488236"/>
                  </a:lnTo>
                  <a:lnTo>
                    <a:pt x="1714500" y="1489354"/>
                  </a:lnTo>
                  <a:lnTo>
                    <a:pt x="1714500" y="1491983"/>
                  </a:lnTo>
                  <a:lnTo>
                    <a:pt x="1714969" y="1493100"/>
                  </a:lnTo>
                  <a:lnTo>
                    <a:pt x="1716836" y="1494967"/>
                  </a:lnTo>
                  <a:lnTo>
                    <a:pt x="1717954" y="1495425"/>
                  </a:lnTo>
                  <a:lnTo>
                    <a:pt x="1720583" y="1495425"/>
                  </a:lnTo>
                  <a:lnTo>
                    <a:pt x="1721700" y="1494967"/>
                  </a:lnTo>
                  <a:lnTo>
                    <a:pt x="1723567" y="1493100"/>
                  </a:lnTo>
                  <a:lnTo>
                    <a:pt x="1724025" y="1491983"/>
                  </a:lnTo>
                  <a:lnTo>
                    <a:pt x="1724025" y="1489354"/>
                  </a:lnTo>
                  <a:close/>
                </a:path>
                <a:path w="3676650" h="1495425">
                  <a:moveTo>
                    <a:pt x="1724025" y="994054"/>
                  </a:moveTo>
                  <a:lnTo>
                    <a:pt x="1723567" y="992936"/>
                  </a:lnTo>
                  <a:lnTo>
                    <a:pt x="1721700" y="991069"/>
                  </a:lnTo>
                  <a:lnTo>
                    <a:pt x="1720583" y="990600"/>
                  </a:lnTo>
                  <a:lnTo>
                    <a:pt x="1717954" y="990600"/>
                  </a:lnTo>
                  <a:lnTo>
                    <a:pt x="1716836" y="991069"/>
                  </a:lnTo>
                  <a:lnTo>
                    <a:pt x="1714969" y="992936"/>
                  </a:lnTo>
                  <a:lnTo>
                    <a:pt x="1714500" y="994054"/>
                  </a:lnTo>
                  <a:lnTo>
                    <a:pt x="1714500" y="996683"/>
                  </a:lnTo>
                  <a:lnTo>
                    <a:pt x="1714969" y="997800"/>
                  </a:lnTo>
                  <a:lnTo>
                    <a:pt x="1716836" y="999667"/>
                  </a:lnTo>
                  <a:lnTo>
                    <a:pt x="1717954" y="1000125"/>
                  </a:lnTo>
                  <a:lnTo>
                    <a:pt x="1720583" y="1000125"/>
                  </a:lnTo>
                  <a:lnTo>
                    <a:pt x="1721700" y="999667"/>
                  </a:lnTo>
                  <a:lnTo>
                    <a:pt x="1723567" y="997800"/>
                  </a:lnTo>
                  <a:lnTo>
                    <a:pt x="1724025" y="996683"/>
                  </a:lnTo>
                  <a:lnTo>
                    <a:pt x="1724025" y="994054"/>
                  </a:lnTo>
                  <a:close/>
                </a:path>
                <a:path w="3676650" h="1495425">
                  <a:moveTo>
                    <a:pt x="1724025" y="498754"/>
                  </a:moveTo>
                  <a:lnTo>
                    <a:pt x="1723567" y="497636"/>
                  </a:lnTo>
                  <a:lnTo>
                    <a:pt x="1721700" y="495769"/>
                  </a:lnTo>
                  <a:lnTo>
                    <a:pt x="1720583" y="495300"/>
                  </a:lnTo>
                  <a:lnTo>
                    <a:pt x="1717954" y="495300"/>
                  </a:lnTo>
                  <a:lnTo>
                    <a:pt x="1716836" y="495769"/>
                  </a:lnTo>
                  <a:lnTo>
                    <a:pt x="1714969" y="497636"/>
                  </a:lnTo>
                  <a:lnTo>
                    <a:pt x="1714500" y="498754"/>
                  </a:lnTo>
                  <a:lnTo>
                    <a:pt x="1714500" y="501383"/>
                  </a:lnTo>
                  <a:lnTo>
                    <a:pt x="1714969" y="502500"/>
                  </a:lnTo>
                  <a:lnTo>
                    <a:pt x="1716836" y="504367"/>
                  </a:lnTo>
                  <a:lnTo>
                    <a:pt x="1717954" y="504825"/>
                  </a:lnTo>
                  <a:lnTo>
                    <a:pt x="1720583" y="504825"/>
                  </a:lnTo>
                  <a:lnTo>
                    <a:pt x="1721700" y="504367"/>
                  </a:lnTo>
                  <a:lnTo>
                    <a:pt x="1723567" y="502500"/>
                  </a:lnTo>
                  <a:lnTo>
                    <a:pt x="1724025" y="501383"/>
                  </a:lnTo>
                  <a:lnTo>
                    <a:pt x="1724025" y="498754"/>
                  </a:lnTo>
                  <a:close/>
                </a:path>
                <a:path w="3676650" h="1495425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3676650" h="1495425">
                  <a:moveTo>
                    <a:pt x="1771650" y="1489354"/>
                  </a:moveTo>
                  <a:lnTo>
                    <a:pt x="1771192" y="1488236"/>
                  </a:lnTo>
                  <a:lnTo>
                    <a:pt x="1769325" y="1486369"/>
                  </a:lnTo>
                  <a:lnTo>
                    <a:pt x="1768208" y="1485900"/>
                  </a:lnTo>
                  <a:lnTo>
                    <a:pt x="1765579" y="1485900"/>
                  </a:lnTo>
                  <a:lnTo>
                    <a:pt x="1764461" y="1486369"/>
                  </a:lnTo>
                  <a:lnTo>
                    <a:pt x="1762594" y="1488236"/>
                  </a:lnTo>
                  <a:lnTo>
                    <a:pt x="1762125" y="1489354"/>
                  </a:lnTo>
                  <a:lnTo>
                    <a:pt x="1762125" y="1491983"/>
                  </a:lnTo>
                  <a:lnTo>
                    <a:pt x="1762594" y="1493100"/>
                  </a:lnTo>
                  <a:lnTo>
                    <a:pt x="1764461" y="1494967"/>
                  </a:lnTo>
                  <a:lnTo>
                    <a:pt x="1765579" y="1495425"/>
                  </a:lnTo>
                  <a:lnTo>
                    <a:pt x="1768208" y="1495425"/>
                  </a:lnTo>
                  <a:lnTo>
                    <a:pt x="1769325" y="1494967"/>
                  </a:lnTo>
                  <a:lnTo>
                    <a:pt x="1771192" y="1493100"/>
                  </a:lnTo>
                  <a:lnTo>
                    <a:pt x="1771650" y="1491983"/>
                  </a:lnTo>
                  <a:lnTo>
                    <a:pt x="1771650" y="1489354"/>
                  </a:lnTo>
                  <a:close/>
                </a:path>
                <a:path w="3676650" h="1495425">
                  <a:moveTo>
                    <a:pt x="1771650" y="994054"/>
                  </a:moveTo>
                  <a:lnTo>
                    <a:pt x="1771192" y="992936"/>
                  </a:lnTo>
                  <a:lnTo>
                    <a:pt x="1769325" y="991069"/>
                  </a:lnTo>
                  <a:lnTo>
                    <a:pt x="1768208" y="990600"/>
                  </a:lnTo>
                  <a:lnTo>
                    <a:pt x="1765579" y="990600"/>
                  </a:lnTo>
                  <a:lnTo>
                    <a:pt x="1764461" y="991069"/>
                  </a:lnTo>
                  <a:lnTo>
                    <a:pt x="1762594" y="992936"/>
                  </a:lnTo>
                  <a:lnTo>
                    <a:pt x="1762125" y="994054"/>
                  </a:lnTo>
                  <a:lnTo>
                    <a:pt x="1762125" y="996683"/>
                  </a:lnTo>
                  <a:lnTo>
                    <a:pt x="1762594" y="997800"/>
                  </a:lnTo>
                  <a:lnTo>
                    <a:pt x="1764461" y="999667"/>
                  </a:lnTo>
                  <a:lnTo>
                    <a:pt x="1765579" y="1000125"/>
                  </a:lnTo>
                  <a:lnTo>
                    <a:pt x="1768208" y="1000125"/>
                  </a:lnTo>
                  <a:lnTo>
                    <a:pt x="1769325" y="999667"/>
                  </a:lnTo>
                  <a:lnTo>
                    <a:pt x="1771192" y="997800"/>
                  </a:lnTo>
                  <a:lnTo>
                    <a:pt x="1771650" y="996683"/>
                  </a:lnTo>
                  <a:lnTo>
                    <a:pt x="1771650" y="994054"/>
                  </a:lnTo>
                  <a:close/>
                </a:path>
                <a:path w="3676650" h="1495425">
                  <a:moveTo>
                    <a:pt x="1771650" y="498754"/>
                  </a:moveTo>
                  <a:lnTo>
                    <a:pt x="1771192" y="497636"/>
                  </a:lnTo>
                  <a:lnTo>
                    <a:pt x="1769325" y="495769"/>
                  </a:lnTo>
                  <a:lnTo>
                    <a:pt x="1768208" y="495300"/>
                  </a:lnTo>
                  <a:lnTo>
                    <a:pt x="1765579" y="495300"/>
                  </a:lnTo>
                  <a:lnTo>
                    <a:pt x="1764461" y="495769"/>
                  </a:lnTo>
                  <a:lnTo>
                    <a:pt x="1762594" y="497636"/>
                  </a:lnTo>
                  <a:lnTo>
                    <a:pt x="1762125" y="498754"/>
                  </a:lnTo>
                  <a:lnTo>
                    <a:pt x="1762125" y="501383"/>
                  </a:lnTo>
                  <a:lnTo>
                    <a:pt x="1762594" y="502500"/>
                  </a:lnTo>
                  <a:lnTo>
                    <a:pt x="1764461" y="504367"/>
                  </a:lnTo>
                  <a:lnTo>
                    <a:pt x="1765579" y="504825"/>
                  </a:lnTo>
                  <a:lnTo>
                    <a:pt x="1768208" y="504825"/>
                  </a:lnTo>
                  <a:lnTo>
                    <a:pt x="1769325" y="504367"/>
                  </a:lnTo>
                  <a:lnTo>
                    <a:pt x="1771192" y="502500"/>
                  </a:lnTo>
                  <a:lnTo>
                    <a:pt x="1771650" y="501383"/>
                  </a:lnTo>
                  <a:lnTo>
                    <a:pt x="1771650" y="498754"/>
                  </a:lnTo>
                  <a:close/>
                </a:path>
                <a:path w="3676650" h="1495425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3676650" h="1495425">
                  <a:moveTo>
                    <a:pt x="1819275" y="1489354"/>
                  </a:moveTo>
                  <a:lnTo>
                    <a:pt x="1818817" y="1488236"/>
                  </a:lnTo>
                  <a:lnTo>
                    <a:pt x="1816950" y="1486369"/>
                  </a:lnTo>
                  <a:lnTo>
                    <a:pt x="1815833" y="1485900"/>
                  </a:lnTo>
                  <a:lnTo>
                    <a:pt x="1813204" y="1485900"/>
                  </a:lnTo>
                  <a:lnTo>
                    <a:pt x="1812086" y="1486369"/>
                  </a:lnTo>
                  <a:lnTo>
                    <a:pt x="1810219" y="1488236"/>
                  </a:lnTo>
                  <a:lnTo>
                    <a:pt x="1809750" y="1489354"/>
                  </a:lnTo>
                  <a:lnTo>
                    <a:pt x="1809750" y="1491983"/>
                  </a:lnTo>
                  <a:lnTo>
                    <a:pt x="1810219" y="1493100"/>
                  </a:lnTo>
                  <a:lnTo>
                    <a:pt x="1812086" y="1494967"/>
                  </a:lnTo>
                  <a:lnTo>
                    <a:pt x="1813204" y="1495425"/>
                  </a:lnTo>
                  <a:lnTo>
                    <a:pt x="1815833" y="1495425"/>
                  </a:lnTo>
                  <a:lnTo>
                    <a:pt x="1816950" y="1494967"/>
                  </a:lnTo>
                  <a:lnTo>
                    <a:pt x="1818817" y="1493100"/>
                  </a:lnTo>
                  <a:lnTo>
                    <a:pt x="1819275" y="1491983"/>
                  </a:lnTo>
                  <a:lnTo>
                    <a:pt x="1819275" y="1489354"/>
                  </a:lnTo>
                  <a:close/>
                </a:path>
                <a:path w="3676650" h="1495425">
                  <a:moveTo>
                    <a:pt x="1819275" y="994054"/>
                  </a:moveTo>
                  <a:lnTo>
                    <a:pt x="1818817" y="992936"/>
                  </a:lnTo>
                  <a:lnTo>
                    <a:pt x="1816950" y="991069"/>
                  </a:lnTo>
                  <a:lnTo>
                    <a:pt x="1815833" y="990600"/>
                  </a:lnTo>
                  <a:lnTo>
                    <a:pt x="1813204" y="990600"/>
                  </a:lnTo>
                  <a:lnTo>
                    <a:pt x="1812086" y="991069"/>
                  </a:lnTo>
                  <a:lnTo>
                    <a:pt x="1810219" y="992936"/>
                  </a:lnTo>
                  <a:lnTo>
                    <a:pt x="1809750" y="994054"/>
                  </a:lnTo>
                  <a:lnTo>
                    <a:pt x="1809750" y="996683"/>
                  </a:lnTo>
                  <a:lnTo>
                    <a:pt x="1810219" y="997800"/>
                  </a:lnTo>
                  <a:lnTo>
                    <a:pt x="1812086" y="999667"/>
                  </a:lnTo>
                  <a:lnTo>
                    <a:pt x="1813204" y="1000125"/>
                  </a:lnTo>
                  <a:lnTo>
                    <a:pt x="1815833" y="1000125"/>
                  </a:lnTo>
                  <a:lnTo>
                    <a:pt x="1816950" y="999667"/>
                  </a:lnTo>
                  <a:lnTo>
                    <a:pt x="1818817" y="997800"/>
                  </a:lnTo>
                  <a:lnTo>
                    <a:pt x="1819275" y="996683"/>
                  </a:lnTo>
                  <a:lnTo>
                    <a:pt x="1819275" y="994054"/>
                  </a:lnTo>
                  <a:close/>
                </a:path>
                <a:path w="3676650" h="1495425">
                  <a:moveTo>
                    <a:pt x="1819275" y="498754"/>
                  </a:moveTo>
                  <a:lnTo>
                    <a:pt x="1818817" y="497636"/>
                  </a:lnTo>
                  <a:lnTo>
                    <a:pt x="1816950" y="495769"/>
                  </a:lnTo>
                  <a:lnTo>
                    <a:pt x="1815833" y="495300"/>
                  </a:lnTo>
                  <a:lnTo>
                    <a:pt x="1813204" y="495300"/>
                  </a:lnTo>
                  <a:lnTo>
                    <a:pt x="1812086" y="495769"/>
                  </a:lnTo>
                  <a:lnTo>
                    <a:pt x="1810219" y="497636"/>
                  </a:lnTo>
                  <a:lnTo>
                    <a:pt x="1809750" y="498754"/>
                  </a:lnTo>
                  <a:lnTo>
                    <a:pt x="1809750" y="501383"/>
                  </a:lnTo>
                  <a:lnTo>
                    <a:pt x="1810219" y="502500"/>
                  </a:lnTo>
                  <a:lnTo>
                    <a:pt x="1812086" y="504367"/>
                  </a:lnTo>
                  <a:lnTo>
                    <a:pt x="1813204" y="504825"/>
                  </a:lnTo>
                  <a:lnTo>
                    <a:pt x="1815833" y="504825"/>
                  </a:lnTo>
                  <a:lnTo>
                    <a:pt x="1816950" y="504367"/>
                  </a:lnTo>
                  <a:lnTo>
                    <a:pt x="1818817" y="502500"/>
                  </a:lnTo>
                  <a:lnTo>
                    <a:pt x="1819275" y="501383"/>
                  </a:lnTo>
                  <a:lnTo>
                    <a:pt x="1819275" y="498754"/>
                  </a:lnTo>
                  <a:close/>
                </a:path>
                <a:path w="3676650" h="1495425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3676650" h="1495425">
                  <a:moveTo>
                    <a:pt x="1866900" y="1489354"/>
                  </a:moveTo>
                  <a:lnTo>
                    <a:pt x="1866442" y="1488236"/>
                  </a:lnTo>
                  <a:lnTo>
                    <a:pt x="1864575" y="1486369"/>
                  </a:lnTo>
                  <a:lnTo>
                    <a:pt x="1863458" y="1485900"/>
                  </a:lnTo>
                  <a:lnTo>
                    <a:pt x="1860829" y="1485900"/>
                  </a:lnTo>
                  <a:lnTo>
                    <a:pt x="1859711" y="1486369"/>
                  </a:lnTo>
                  <a:lnTo>
                    <a:pt x="1857844" y="1488236"/>
                  </a:lnTo>
                  <a:lnTo>
                    <a:pt x="1857375" y="1489354"/>
                  </a:lnTo>
                  <a:lnTo>
                    <a:pt x="1857375" y="1491983"/>
                  </a:lnTo>
                  <a:lnTo>
                    <a:pt x="1857844" y="1493100"/>
                  </a:lnTo>
                  <a:lnTo>
                    <a:pt x="1859711" y="1494967"/>
                  </a:lnTo>
                  <a:lnTo>
                    <a:pt x="1860829" y="1495425"/>
                  </a:lnTo>
                  <a:lnTo>
                    <a:pt x="1863458" y="1495425"/>
                  </a:lnTo>
                  <a:lnTo>
                    <a:pt x="1864575" y="1494967"/>
                  </a:lnTo>
                  <a:lnTo>
                    <a:pt x="1866442" y="1493100"/>
                  </a:lnTo>
                  <a:lnTo>
                    <a:pt x="1866900" y="1491983"/>
                  </a:lnTo>
                  <a:lnTo>
                    <a:pt x="1866900" y="1489354"/>
                  </a:lnTo>
                  <a:close/>
                </a:path>
                <a:path w="3676650" h="1495425">
                  <a:moveTo>
                    <a:pt x="1866900" y="994054"/>
                  </a:moveTo>
                  <a:lnTo>
                    <a:pt x="1866442" y="992936"/>
                  </a:lnTo>
                  <a:lnTo>
                    <a:pt x="1864575" y="991069"/>
                  </a:lnTo>
                  <a:lnTo>
                    <a:pt x="1863458" y="990600"/>
                  </a:lnTo>
                  <a:lnTo>
                    <a:pt x="1860829" y="990600"/>
                  </a:lnTo>
                  <a:lnTo>
                    <a:pt x="1859711" y="991069"/>
                  </a:lnTo>
                  <a:lnTo>
                    <a:pt x="1857844" y="992936"/>
                  </a:lnTo>
                  <a:lnTo>
                    <a:pt x="1857375" y="994054"/>
                  </a:lnTo>
                  <a:lnTo>
                    <a:pt x="1857375" y="996683"/>
                  </a:lnTo>
                  <a:lnTo>
                    <a:pt x="1857844" y="997800"/>
                  </a:lnTo>
                  <a:lnTo>
                    <a:pt x="1859711" y="999667"/>
                  </a:lnTo>
                  <a:lnTo>
                    <a:pt x="1860829" y="1000125"/>
                  </a:lnTo>
                  <a:lnTo>
                    <a:pt x="1863458" y="1000125"/>
                  </a:lnTo>
                  <a:lnTo>
                    <a:pt x="1864575" y="999667"/>
                  </a:lnTo>
                  <a:lnTo>
                    <a:pt x="1866442" y="997800"/>
                  </a:lnTo>
                  <a:lnTo>
                    <a:pt x="1866900" y="996683"/>
                  </a:lnTo>
                  <a:lnTo>
                    <a:pt x="1866900" y="994054"/>
                  </a:lnTo>
                  <a:close/>
                </a:path>
                <a:path w="3676650" h="1495425">
                  <a:moveTo>
                    <a:pt x="1866900" y="498754"/>
                  </a:moveTo>
                  <a:lnTo>
                    <a:pt x="1866442" y="497636"/>
                  </a:lnTo>
                  <a:lnTo>
                    <a:pt x="1864575" y="495769"/>
                  </a:lnTo>
                  <a:lnTo>
                    <a:pt x="1863458" y="495300"/>
                  </a:lnTo>
                  <a:lnTo>
                    <a:pt x="1860829" y="495300"/>
                  </a:lnTo>
                  <a:lnTo>
                    <a:pt x="1859711" y="495769"/>
                  </a:lnTo>
                  <a:lnTo>
                    <a:pt x="1857844" y="497636"/>
                  </a:lnTo>
                  <a:lnTo>
                    <a:pt x="1857375" y="498754"/>
                  </a:lnTo>
                  <a:lnTo>
                    <a:pt x="1857375" y="501383"/>
                  </a:lnTo>
                  <a:lnTo>
                    <a:pt x="1857844" y="502500"/>
                  </a:lnTo>
                  <a:lnTo>
                    <a:pt x="1859711" y="504367"/>
                  </a:lnTo>
                  <a:lnTo>
                    <a:pt x="1860829" y="504825"/>
                  </a:lnTo>
                  <a:lnTo>
                    <a:pt x="1863458" y="504825"/>
                  </a:lnTo>
                  <a:lnTo>
                    <a:pt x="1864575" y="504367"/>
                  </a:lnTo>
                  <a:lnTo>
                    <a:pt x="1866442" y="502500"/>
                  </a:lnTo>
                  <a:lnTo>
                    <a:pt x="1866900" y="501383"/>
                  </a:lnTo>
                  <a:lnTo>
                    <a:pt x="1866900" y="498754"/>
                  </a:lnTo>
                  <a:close/>
                </a:path>
                <a:path w="3676650" h="1495425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3676650" h="1495425">
                  <a:moveTo>
                    <a:pt x="1914525" y="1489354"/>
                  </a:moveTo>
                  <a:lnTo>
                    <a:pt x="1914067" y="1488236"/>
                  </a:lnTo>
                  <a:lnTo>
                    <a:pt x="1912200" y="1486369"/>
                  </a:lnTo>
                  <a:lnTo>
                    <a:pt x="1911083" y="1485900"/>
                  </a:lnTo>
                  <a:lnTo>
                    <a:pt x="1908454" y="1485900"/>
                  </a:lnTo>
                  <a:lnTo>
                    <a:pt x="1907336" y="1486369"/>
                  </a:lnTo>
                  <a:lnTo>
                    <a:pt x="1905469" y="1488236"/>
                  </a:lnTo>
                  <a:lnTo>
                    <a:pt x="1905000" y="1489354"/>
                  </a:lnTo>
                  <a:lnTo>
                    <a:pt x="1905000" y="1491983"/>
                  </a:lnTo>
                  <a:lnTo>
                    <a:pt x="1905469" y="1493100"/>
                  </a:lnTo>
                  <a:lnTo>
                    <a:pt x="1907336" y="1494967"/>
                  </a:lnTo>
                  <a:lnTo>
                    <a:pt x="1908454" y="1495425"/>
                  </a:lnTo>
                  <a:lnTo>
                    <a:pt x="1911083" y="1495425"/>
                  </a:lnTo>
                  <a:lnTo>
                    <a:pt x="1912200" y="1494967"/>
                  </a:lnTo>
                  <a:lnTo>
                    <a:pt x="1914067" y="1493100"/>
                  </a:lnTo>
                  <a:lnTo>
                    <a:pt x="1914525" y="1491983"/>
                  </a:lnTo>
                  <a:lnTo>
                    <a:pt x="1914525" y="1489354"/>
                  </a:lnTo>
                  <a:close/>
                </a:path>
                <a:path w="3676650" h="1495425">
                  <a:moveTo>
                    <a:pt x="1914525" y="994054"/>
                  </a:moveTo>
                  <a:lnTo>
                    <a:pt x="1914067" y="992936"/>
                  </a:lnTo>
                  <a:lnTo>
                    <a:pt x="1912200" y="991069"/>
                  </a:lnTo>
                  <a:lnTo>
                    <a:pt x="1911083" y="990600"/>
                  </a:lnTo>
                  <a:lnTo>
                    <a:pt x="1908454" y="990600"/>
                  </a:lnTo>
                  <a:lnTo>
                    <a:pt x="1907336" y="991069"/>
                  </a:lnTo>
                  <a:lnTo>
                    <a:pt x="1905469" y="992936"/>
                  </a:lnTo>
                  <a:lnTo>
                    <a:pt x="1905000" y="994054"/>
                  </a:lnTo>
                  <a:lnTo>
                    <a:pt x="1905000" y="996683"/>
                  </a:lnTo>
                  <a:lnTo>
                    <a:pt x="1905469" y="997800"/>
                  </a:lnTo>
                  <a:lnTo>
                    <a:pt x="1907336" y="999667"/>
                  </a:lnTo>
                  <a:lnTo>
                    <a:pt x="1908454" y="1000125"/>
                  </a:lnTo>
                  <a:lnTo>
                    <a:pt x="1911083" y="1000125"/>
                  </a:lnTo>
                  <a:lnTo>
                    <a:pt x="1912200" y="999667"/>
                  </a:lnTo>
                  <a:lnTo>
                    <a:pt x="1914067" y="997800"/>
                  </a:lnTo>
                  <a:lnTo>
                    <a:pt x="1914525" y="996683"/>
                  </a:lnTo>
                  <a:lnTo>
                    <a:pt x="1914525" y="994054"/>
                  </a:lnTo>
                  <a:close/>
                </a:path>
                <a:path w="3676650" h="1495425">
                  <a:moveTo>
                    <a:pt x="1914525" y="498754"/>
                  </a:moveTo>
                  <a:lnTo>
                    <a:pt x="1914067" y="497636"/>
                  </a:lnTo>
                  <a:lnTo>
                    <a:pt x="1912200" y="495769"/>
                  </a:lnTo>
                  <a:lnTo>
                    <a:pt x="1911083" y="495300"/>
                  </a:lnTo>
                  <a:lnTo>
                    <a:pt x="1908454" y="495300"/>
                  </a:lnTo>
                  <a:lnTo>
                    <a:pt x="1907336" y="495769"/>
                  </a:lnTo>
                  <a:lnTo>
                    <a:pt x="1905469" y="497636"/>
                  </a:lnTo>
                  <a:lnTo>
                    <a:pt x="1905000" y="498754"/>
                  </a:lnTo>
                  <a:lnTo>
                    <a:pt x="1905000" y="501383"/>
                  </a:lnTo>
                  <a:lnTo>
                    <a:pt x="1905469" y="502500"/>
                  </a:lnTo>
                  <a:lnTo>
                    <a:pt x="1907336" y="504367"/>
                  </a:lnTo>
                  <a:lnTo>
                    <a:pt x="1908454" y="504825"/>
                  </a:lnTo>
                  <a:lnTo>
                    <a:pt x="1911083" y="504825"/>
                  </a:lnTo>
                  <a:lnTo>
                    <a:pt x="1912200" y="504367"/>
                  </a:lnTo>
                  <a:lnTo>
                    <a:pt x="1914067" y="502500"/>
                  </a:lnTo>
                  <a:lnTo>
                    <a:pt x="1914525" y="501383"/>
                  </a:lnTo>
                  <a:lnTo>
                    <a:pt x="1914525" y="498754"/>
                  </a:lnTo>
                  <a:close/>
                </a:path>
                <a:path w="3676650" h="1495425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3676650" h="1495425">
                  <a:moveTo>
                    <a:pt x="1962150" y="1489354"/>
                  </a:moveTo>
                  <a:lnTo>
                    <a:pt x="1961692" y="1488236"/>
                  </a:lnTo>
                  <a:lnTo>
                    <a:pt x="1959825" y="1486369"/>
                  </a:lnTo>
                  <a:lnTo>
                    <a:pt x="1958708" y="1485900"/>
                  </a:lnTo>
                  <a:lnTo>
                    <a:pt x="1956079" y="1485900"/>
                  </a:lnTo>
                  <a:lnTo>
                    <a:pt x="1954961" y="1486369"/>
                  </a:lnTo>
                  <a:lnTo>
                    <a:pt x="1953094" y="1488236"/>
                  </a:lnTo>
                  <a:lnTo>
                    <a:pt x="1952625" y="1489354"/>
                  </a:lnTo>
                  <a:lnTo>
                    <a:pt x="1952625" y="1491983"/>
                  </a:lnTo>
                  <a:lnTo>
                    <a:pt x="1953094" y="1493100"/>
                  </a:lnTo>
                  <a:lnTo>
                    <a:pt x="1954961" y="1494967"/>
                  </a:lnTo>
                  <a:lnTo>
                    <a:pt x="1956079" y="1495425"/>
                  </a:lnTo>
                  <a:lnTo>
                    <a:pt x="1958708" y="1495425"/>
                  </a:lnTo>
                  <a:lnTo>
                    <a:pt x="1959825" y="1494967"/>
                  </a:lnTo>
                  <a:lnTo>
                    <a:pt x="1961692" y="1493100"/>
                  </a:lnTo>
                  <a:lnTo>
                    <a:pt x="1962150" y="1491983"/>
                  </a:lnTo>
                  <a:lnTo>
                    <a:pt x="1962150" y="1489354"/>
                  </a:lnTo>
                  <a:close/>
                </a:path>
                <a:path w="3676650" h="1495425">
                  <a:moveTo>
                    <a:pt x="1962150" y="994054"/>
                  </a:moveTo>
                  <a:lnTo>
                    <a:pt x="1961692" y="992936"/>
                  </a:lnTo>
                  <a:lnTo>
                    <a:pt x="1959825" y="991069"/>
                  </a:lnTo>
                  <a:lnTo>
                    <a:pt x="1958708" y="990600"/>
                  </a:lnTo>
                  <a:lnTo>
                    <a:pt x="1956079" y="990600"/>
                  </a:lnTo>
                  <a:lnTo>
                    <a:pt x="1954961" y="991069"/>
                  </a:lnTo>
                  <a:lnTo>
                    <a:pt x="1953094" y="992936"/>
                  </a:lnTo>
                  <a:lnTo>
                    <a:pt x="1952625" y="994054"/>
                  </a:lnTo>
                  <a:lnTo>
                    <a:pt x="1952625" y="996683"/>
                  </a:lnTo>
                  <a:lnTo>
                    <a:pt x="1953094" y="997800"/>
                  </a:lnTo>
                  <a:lnTo>
                    <a:pt x="1954961" y="999667"/>
                  </a:lnTo>
                  <a:lnTo>
                    <a:pt x="1956079" y="1000125"/>
                  </a:lnTo>
                  <a:lnTo>
                    <a:pt x="1958708" y="1000125"/>
                  </a:lnTo>
                  <a:lnTo>
                    <a:pt x="1959825" y="999667"/>
                  </a:lnTo>
                  <a:lnTo>
                    <a:pt x="1961692" y="997800"/>
                  </a:lnTo>
                  <a:lnTo>
                    <a:pt x="1962150" y="996683"/>
                  </a:lnTo>
                  <a:lnTo>
                    <a:pt x="1962150" y="994054"/>
                  </a:lnTo>
                  <a:close/>
                </a:path>
                <a:path w="3676650" h="1495425">
                  <a:moveTo>
                    <a:pt x="1962150" y="498754"/>
                  </a:moveTo>
                  <a:lnTo>
                    <a:pt x="1961692" y="497636"/>
                  </a:lnTo>
                  <a:lnTo>
                    <a:pt x="1959825" y="495769"/>
                  </a:lnTo>
                  <a:lnTo>
                    <a:pt x="1958708" y="495300"/>
                  </a:lnTo>
                  <a:lnTo>
                    <a:pt x="1956079" y="495300"/>
                  </a:lnTo>
                  <a:lnTo>
                    <a:pt x="1954961" y="495769"/>
                  </a:lnTo>
                  <a:lnTo>
                    <a:pt x="1953094" y="497636"/>
                  </a:lnTo>
                  <a:lnTo>
                    <a:pt x="1952625" y="498754"/>
                  </a:lnTo>
                  <a:lnTo>
                    <a:pt x="1952625" y="501383"/>
                  </a:lnTo>
                  <a:lnTo>
                    <a:pt x="1953094" y="502500"/>
                  </a:lnTo>
                  <a:lnTo>
                    <a:pt x="1954961" y="504367"/>
                  </a:lnTo>
                  <a:lnTo>
                    <a:pt x="1956079" y="504825"/>
                  </a:lnTo>
                  <a:lnTo>
                    <a:pt x="1958708" y="504825"/>
                  </a:lnTo>
                  <a:lnTo>
                    <a:pt x="1959825" y="504367"/>
                  </a:lnTo>
                  <a:lnTo>
                    <a:pt x="1961692" y="502500"/>
                  </a:lnTo>
                  <a:lnTo>
                    <a:pt x="1962150" y="501383"/>
                  </a:lnTo>
                  <a:lnTo>
                    <a:pt x="1962150" y="498754"/>
                  </a:lnTo>
                  <a:close/>
                </a:path>
                <a:path w="3676650" h="1495425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3676650" h="1495425">
                  <a:moveTo>
                    <a:pt x="2009775" y="1489354"/>
                  </a:moveTo>
                  <a:lnTo>
                    <a:pt x="2009317" y="1488236"/>
                  </a:lnTo>
                  <a:lnTo>
                    <a:pt x="2007450" y="1486369"/>
                  </a:lnTo>
                  <a:lnTo>
                    <a:pt x="2006333" y="1485900"/>
                  </a:lnTo>
                  <a:lnTo>
                    <a:pt x="2003704" y="1485900"/>
                  </a:lnTo>
                  <a:lnTo>
                    <a:pt x="2002586" y="1486369"/>
                  </a:lnTo>
                  <a:lnTo>
                    <a:pt x="2000719" y="1488236"/>
                  </a:lnTo>
                  <a:lnTo>
                    <a:pt x="2000250" y="1489354"/>
                  </a:lnTo>
                  <a:lnTo>
                    <a:pt x="2000250" y="1491983"/>
                  </a:lnTo>
                  <a:lnTo>
                    <a:pt x="2000719" y="1493100"/>
                  </a:lnTo>
                  <a:lnTo>
                    <a:pt x="2002586" y="1494967"/>
                  </a:lnTo>
                  <a:lnTo>
                    <a:pt x="2003704" y="1495425"/>
                  </a:lnTo>
                  <a:lnTo>
                    <a:pt x="2006333" y="1495425"/>
                  </a:lnTo>
                  <a:lnTo>
                    <a:pt x="2007450" y="1494967"/>
                  </a:lnTo>
                  <a:lnTo>
                    <a:pt x="2009317" y="1493100"/>
                  </a:lnTo>
                  <a:lnTo>
                    <a:pt x="2009775" y="1491983"/>
                  </a:lnTo>
                  <a:lnTo>
                    <a:pt x="2009775" y="1489354"/>
                  </a:lnTo>
                  <a:close/>
                </a:path>
                <a:path w="3676650" h="1495425">
                  <a:moveTo>
                    <a:pt x="2009775" y="994054"/>
                  </a:moveTo>
                  <a:lnTo>
                    <a:pt x="2009317" y="992936"/>
                  </a:lnTo>
                  <a:lnTo>
                    <a:pt x="2007450" y="991069"/>
                  </a:lnTo>
                  <a:lnTo>
                    <a:pt x="2006333" y="990600"/>
                  </a:lnTo>
                  <a:lnTo>
                    <a:pt x="2003704" y="990600"/>
                  </a:lnTo>
                  <a:lnTo>
                    <a:pt x="2002586" y="991069"/>
                  </a:lnTo>
                  <a:lnTo>
                    <a:pt x="2000719" y="992936"/>
                  </a:lnTo>
                  <a:lnTo>
                    <a:pt x="2000250" y="994054"/>
                  </a:lnTo>
                  <a:lnTo>
                    <a:pt x="2000250" y="996683"/>
                  </a:lnTo>
                  <a:lnTo>
                    <a:pt x="2000719" y="997800"/>
                  </a:lnTo>
                  <a:lnTo>
                    <a:pt x="2002586" y="999667"/>
                  </a:lnTo>
                  <a:lnTo>
                    <a:pt x="2003704" y="1000125"/>
                  </a:lnTo>
                  <a:lnTo>
                    <a:pt x="2006333" y="1000125"/>
                  </a:lnTo>
                  <a:lnTo>
                    <a:pt x="2007450" y="999667"/>
                  </a:lnTo>
                  <a:lnTo>
                    <a:pt x="2009317" y="997800"/>
                  </a:lnTo>
                  <a:lnTo>
                    <a:pt x="2009775" y="996683"/>
                  </a:lnTo>
                  <a:lnTo>
                    <a:pt x="2009775" y="994054"/>
                  </a:lnTo>
                  <a:close/>
                </a:path>
                <a:path w="3676650" h="1495425">
                  <a:moveTo>
                    <a:pt x="2009775" y="498754"/>
                  </a:moveTo>
                  <a:lnTo>
                    <a:pt x="2009317" y="497636"/>
                  </a:lnTo>
                  <a:lnTo>
                    <a:pt x="2007450" y="495769"/>
                  </a:lnTo>
                  <a:lnTo>
                    <a:pt x="2006333" y="495300"/>
                  </a:lnTo>
                  <a:lnTo>
                    <a:pt x="2003704" y="495300"/>
                  </a:lnTo>
                  <a:lnTo>
                    <a:pt x="2002586" y="495769"/>
                  </a:lnTo>
                  <a:lnTo>
                    <a:pt x="2000719" y="497636"/>
                  </a:lnTo>
                  <a:lnTo>
                    <a:pt x="2000250" y="498754"/>
                  </a:lnTo>
                  <a:lnTo>
                    <a:pt x="2000250" y="501383"/>
                  </a:lnTo>
                  <a:lnTo>
                    <a:pt x="2000719" y="502500"/>
                  </a:lnTo>
                  <a:lnTo>
                    <a:pt x="2002586" y="504367"/>
                  </a:lnTo>
                  <a:lnTo>
                    <a:pt x="2003704" y="504825"/>
                  </a:lnTo>
                  <a:lnTo>
                    <a:pt x="2006333" y="504825"/>
                  </a:lnTo>
                  <a:lnTo>
                    <a:pt x="2007450" y="504367"/>
                  </a:lnTo>
                  <a:lnTo>
                    <a:pt x="2009317" y="502500"/>
                  </a:lnTo>
                  <a:lnTo>
                    <a:pt x="2009775" y="501383"/>
                  </a:lnTo>
                  <a:lnTo>
                    <a:pt x="2009775" y="498754"/>
                  </a:lnTo>
                  <a:close/>
                </a:path>
                <a:path w="3676650" h="1495425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3676650" h="1495425">
                  <a:moveTo>
                    <a:pt x="2057400" y="1489354"/>
                  </a:moveTo>
                  <a:lnTo>
                    <a:pt x="2056942" y="1488236"/>
                  </a:lnTo>
                  <a:lnTo>
                    <a:pt x="2055075" y="1486369"/>
                  </a:lnTo>
                  <a:lnTo>
                    <a:pt x="2053958" y="1485900"/>
                  </a:lnTo>
                  <a:lnTo>
                    <a:pt x="2051329" y="1485900"/>
                  </a:lnTo>
                  <a:lnTo>
                    <a:pt x="2050211" y="1486369"/>
                  </a:lnTo>
                  <a:lnTo>
                    <a:pt x="2048344" y="1488236"/>
                  </a:lnTo>
                  <a:lnTo>
                    <a:pt x="2047875" y="1489354"/>
                  </a:lnTo>
                  <a:lnTo>
                    <a:pt x="2047875" y="1491983"/>
                  </a:lnTo>
                  <a:lnTo>
                    <a:pt x="2048344" y="1493100"/>
                  </a:lnTo>
                  <a:lnTo>
                    <a:pt x="2050211" y="1494967"/>
                  </a:lnTo>
                  <a:lnTo>
                    <a:pt x="2051329" y="1495425"/>
                  </a:lnTo>
                  <a:lnTo>
                    <a:pt x="2053958" y="1495425"/>
                  </a:lnTo>
                  <a:lnTo>
                    <a:pt x="2055075" y="1494967"/>
                  </a:lnTo>
                  <a:lnTo>
                    <a:pt x="2056942" y="1493100"/>
                  </a:lnTo>
                  <a:lnTo>
                    <a:pt x="2057400" y="1491983"/>
                  </a:lnTo>
                  <a:lnTo>
                    <a:pt x="2057400" y="1489354"/>
                  </a:lnTo>
                  <a:close/>
                </a:path>
                <a:path w="3676650" h="1495425">
                  <a:moveTo>
                    <a:pt x="2057400" y="994054"/>
                  </a:moveTo>
                  <a:lnTo>
                    <a:pt x="2056942" y="992936"/>
                  </a:lnTo>
                  <a:lnTo>
                    <a:pt x="2055075" y="991069"/>
                  </a:lnTo>
                  <a:lnTo>
                    <a:pt x="2053958" y="990600"/>
                  </a:lnTo>
                  <a:lnTo>
                    <a:pt x="2051329" y="990600"/>
                  </a:lnTo>
                  <a:lnTo>
                    <a:pt x="2050211" y="991069"/>
                  </a:lnTo>
                  <a:lnTo>
                    <a:pt x="2048344" y="992936"/>
                  </a:lnTo>
                  <a:lnTo>
                    <a:pt x="2047875" y="994054"/>
                  </a:lnTo>
                  <a:lnTo>
                    <a:pt x="2047875" y="996683"/>
                  </a:lnTo>
                  <a:lnTo>
                    <a:pt x="2048344" y="997800"/>
                  </a:lnTo>
                  <a:lnTo>
                    <a:pt x="2050211" y="999667"/>
                  </a:lnTo>
                  <a:lnTo>
                    <a:pt x="2051329" y="1000125"/>
                  </a:lnTo>
                  <a:lnTo>
                    <a:pt x="2053958" y="1000125"/>
                  </a:lnTo>
                  <a:lnTo>
                    <a:pt x="2055075" y="999667"/>
                  </a:lnTo>
                  <a:lnTo>
                    <a:pt x="2056942" y="997800"/>
                  </a:lnTo>
                  <a:lnTo>
                    <a:pt x="2057400" y="996683"/>
                  </a:lnTo>
                  <a:lnTo>
                    <a:pt x="2057400" y="994054"/>
                  </a:lnTo>
                  <a:close/>
                </a:path>
                <a:path w="3676650" h="1495425">
                  <a:moveTo>
                    <a:pt x="2057400" y="498754"/>
                  </a:moveTo>
                  <a:lnTo>
                    <a:pt x="2056942" y="497636"/>
                  </a:lnTo>
                  <a:lnTo>
                    <a:pt x="2055075" y="495769"/>
                  </a:lnTo>
                  <a:lnTo>
                    <a:pt x="2053958" y="495300"/>
                  </a:lnTo>
                  <a:lnTo>
                    <a:pt x="2051329" y="495300"/>
                  </a:lnTo>
                  <a:lnTo>
                    <a:pt x="2050211" y="495769"/>
                  </a:lnTo>
                  <a:lnTo>
                    <a:pt x="2048344" y="497636"/>
                  </a:lnTo>
                  <a:lnTo>
                    <a:pt x="2047875" y="498754"/>
                  </a:lnTo>
                  <a:lnTo>
                    <a:pt x="2047875" y="501383"/>
                  </a:lnTo>
                  <a:lnTo>
                    <a:pt x="2048344" y="502500"/>
                  </a:lnTo>
                  <a:lnTo>
                    <a:pt x="2050211" y="504367"/>
                  </a:lnTo>
                  <a:lnTo>
                    <a:pt x="2051329" y="504825"/>
                  </a:lnTo>
                  <a:lnTo>
                    <a:pt x="2053958" y="504825"/>
                  </a:lnTo>
                  <a:lnTo>
                    <a:pt x="2055075" y="504367"/>
                  </a:lnTo>
                  <a:lnTo>
                    <a:pt x="2056942" y="502500"/>
                  </a:lnTo>
                  <a:lnTo>
                    <a:pt x="2057400" y="501383"/>
                  </a:lnTo>
                  <a:lnTo>
                    <a:pt x="2057400" y="498754"/>
                  </a:lnTo>
                  <a:close/>
                </a:path>
                <a:path w="3676650" h="1495425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3676650" h="1495425">
                  <a:moveTo>
                    <a:pt x="2105025" y="1489354"/>
                  </a:moveTo>
                  <a:lnTo>
                    <a:pt x="2104567" y="1488236"/>
                  </a:lnTo>
                  <a:lnTo>
                    <a:pt x="2102700" y="1486369"/>
                  </a:lnTo>
                  <a:lnTo>
                    <a:pt x="2101583" y="1485900"/>
                  </a:lnTo>
                  <a:lnTo>
                    <a:pt x="2098954" y="1485900"/>
                  </a:lnTo>
                  <a:lnTo>
                    <a:pt x="2097836" y="1486369"/>
                  </a:lnTo>
                  <a:lnTo>
                    <a:pt x="2095969" y="1488236"/>
                  </a:lnTo>
                  <a:lnTo>
                    <a:pt x="2095500" y="1489354"/>
                  </a:lnTo>
                  <a:lnTo>
                    <a:pt x="2095500" y="1491983"/>
                  </a:lnTo>
                  <a:lnTo>
                    <a:pt x="2095969" y="1493100"/>
                  </a:lnTo>
                  <a:lnTo>
                    <a:pt x="2097836" y="1494967"/>
                  </a:lnTo>
                  <a:lnTo>
                    <a:pt x="2098954" y="1495425"/>
                  </a:lnTo>
                  <a:lnTo>
                    <a:pt x="2101583" y="1495425"/>
                  </a:lnTo>
                  <a:lnTo>
                    <a:pt x="2102700" y="1494967"/>
                  </a:lnTo>
                  <a:lnTo>
                    <a:pt x="2104567" y="1493100"/>
                  </a:lnTo>
                  <a:lnTo>
                    <a:pt x="2105025" y="1491983"/>
                  </a:lnTo>
                  <a:lnTo>
                    <a:pt x="2105025" y="1489354"/>
                  </a:lnTo>
                  <a:close/>
                </a:path>
                <a:path w="3676650" h="1495425">
                  <a:moveTo>
                    <a:pt x="2105025" y="994054"/>
                  </a:moveTo>
                  <a:lnTo>
                    <a:pt x="2104567" y="992936"/>
                  </a:lnTo>
                  <a:lnTo>
                    <a:pt x="2102700" y="991069"/>
                  </a:lnTo>
                  <a:lnTo>
                    <a:pt x="2101583" y="990600"/>
                  </a:lnTo>
                  <a:lnTo>
                    <a:pt x="2098954" y="990600"/>
                  </a:lnTo>
                  <a:lnTo>
                    <a:pt x="2097836" y="991069"/>
                  </a:lnTo>
                  <a:lnTo>
                    <a:pt x="2095969" y="992936"/>
                  </a:lnTo>
                  <a:lnTo>
                    <a:pt x="2095500" y="994054"/>
                  </a:lnTo>
                  <a:lnTo>
                    <a:pt x="2095500" y="996683"/>
                  </a:lnTo>
                  <a:lnTo>
                    <a:pt x="2095969" y="997800"/>
                  </a:lnTo>
                  <a:lnTo>
                    <a:pt x="2097836" y="999667"/>
                  </a:lnTo>
                  <a:lnTo>
                    <a:pt x="2098954" y="1000125"/>
                  </a:lnTo>
                  <a:lnTo>
                    <a:pt x="2101583" y="1000125"/>
                  </a:lnTo>
                  <a:lnTo>
                    <a:pt x="2102700" y="999667"/>
                  </a:lnTo>
                  <a:lnTo>
                    <a:pt x="2104567" y="997800"/>
                  </a:lnTo>
                  <a:lnTo>
                    <a:pt x="2105025" y="996683"/>
                  </a:lnTo>
                  <a:lnTo>
                    <a:pt x="2105025" y="994054"/>
                  </a:lnTo>
                  <a:close/>
                </a:path>
                <a:path w="3676650" h="1495425">
                  <a:moveTo>
                    <a:pt x="2105025" y="498754"/>
                  </a:moveTo>
                  <a:lnTo>
                    <a:pt x="2104567" y="497636"/>
                  </a:lnTo>
                  <a:lnTo>
                    <a:pt x="2102700" y="495769"/>
                  </a:lnTo>
                  <a:lnTo>
                    <a:pt x="2101583" y="495300"/>
                  </a:lnTo>
                  <a:lnTo>
                    <a:pt x="2098954" y="495300"/>
                  </a:lnTo>
                  <a:lnTo>
                    <a:pt x="2097836" y="495769"/>
                  </a:lnTo>
                  <a:lnTo>
                    <a:pt x="2095969" y="497636"/>
                  </a:lnTo>
                  <a:lnTo>
                    <a:pt x="2095500" y="498754"/>
                  </a:lnTo>
                  <a:lnTo>
                    <a:pt x="2095500" y="501383"/>
                  </a:lnTo>
                  <a:lnTo>
                    <a:pt x="2095969" y="502500"/>
                  </a:lnTo>
                  <a:lnTo>
                    <a:pt x="2097836" y="504367"/>
                  </a:lnTo>
                  <a:lnTo>
                    <a:pt x="2098954" y="504825"/>
                  </a:lnTo>
                  <a:lnTo>
                    <a:pt x="2101583" y="504825"/>
                  </a:lnTo>
                  <a:lnTo>
                    <a:pt x="2102700" y="504367"/>
                  </a:lnTo>
                  <a:lnTo>
                    <a:pt x="2104567" y="502500"/>
                  </a:lnTo>
                  <a:lnTo>
                    <a:pt x="2105025" y="501383"/>
                  </a:lnTo>
                  <a:lnTo>
                    <a:pt x="2105025" y="498754"/>
                  </a:lnTo>
                  <a:close/>
                </a:path>
                <a:path w="3676650" h="1495425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3676650" h="1495425">
                  <a:moveTo>
                    <a:pt x="2152650" y="1489354"/>
                  </a:moveTo>
                  <a:lnTo>
                    <a:pt x="2152192" y="1488236"/>
                  </a:lnTo>
                  <a:lnTo>
                    <a:pt x="2150326" y="1486369"/>
                  </a:lnTo>
                  <a:lnTo>
                    <a:pt x="2149208" y="1485900"/>
                  </a:lnTo>
                  <a:lnTo>
                    <a:pt x="2146579" y="1485900"/>
                  </a:lnTo>
                  <a:lnTo>
                    <a:pt x="2145461" y="1486369"/>
                  </a:lnTo>
                  <a:lnTo>
                    <a:pt x="2143595" y="1488236"/>
                  </a:lnTo>
                  <a:lnTo>
                    <a:pt x="2143125" y="1489354"/>
                  </a:lnTo>
                  <a:lnTo>
                    <a:pt x="2143125" y="1491983"/>
                  </a:lnTo>
                  <a:lnTo>
                    <a:pt x="2143595" y="1493100"/>
                  </a:lnTo>
                  <a:lnTo>
                    <a:pt x="2145461" y="1494967"/>
                  </a:lnTo>
                  <a:lnTo>
                    <a:pt x="2146579" y="1495425"/>
                  </a:lnTo>
                  <a:lnTo>
                    <a:pt x="2149208" y="1495425"/>
                  </a:lnTo>
                  <a:lnTo>
                    <a:pt x="2150326" y="1494967"/>
                  </a:lnTo>
                  <a:lnTo>
                    <a:pt x="2152192" y="1493100"/>
                  </a:lnTo>
                  <a:lnTo>
                    <a:pt x="2152650" y="1491983"/>
                  </a:lnTo>
                  <a:lnTo>
                    <a:pt x="2152650" y="1489354"/>
                  </a:lnTo>
                  <a:close/>
                </a:path>
                <a:path w="3676650" h="1495425">
                  <a:moveTo>
                    <a:pt x="2152650" y="994054"/>
                  </a:moveTo>
                  <a:lnTo>
                    <a:pt x="2152192" y="992936"/>
                  </a:lnTo>
                  <a:lnTo>
                    <a:pt x="2150326" y="991069"/>
                  </a:lnTo>
                  <a:lnTo>
                    <a:pt x="2149208" y="990600"/>
                  </a:lnTo>
                  <a:lnTo>
                    <a:pt x="2146579" y="990600"/>
                  </a:lnTo>
                  <a:lnTo>
                    <a:pt x="2145461" y="991069"/>
                  </a:lnTo>
                  <a:lnTo>
                    <a:pt x="2143595" y="992936"/>
                  </a:lnTo>
                  <a:lnTo>
                    <a:pt x="2143125" y="994054"/>
                  </a:lnTo>
                  <a:lnTo>
                    <a:pt x="2143125" y="996683"/>
                  </a:lnTo>
                  <a:lnTo>
                    <a:pt x="2143595" y="997800"/>
                  </a:lnTo>
                  <a:lnTo>
                    <a:pt x="2145461" y="999667"/>
                  </a:lnTo>
                  <a:lnTo>
                    <a:pt x="2146579" y="1000125"/>
                  </a:lnTo>
                  <a:lnTo>
                    <a:pt x="2149208" y="1000125"/>
                  </a:lnTo>
                  <a:lnTo>
                    <a:pt x="2150326" y="999667"/>
                  </a:lnTo>
                  <a:lnTo>
                    <a:pt x="2152192" y="997800"/>
                  </a:lnTo>
                  <a:lnTo>
                    <a:pt x="2152650" y="996683"/>
                  </a:lnTo>
                  <a:lnTo>
                    <a:pt x="2152650" y="994054"/>
                  </a:lnTo>
                  <a:close/>
                </a:path>
                <a:path w="3676650" h="1495425">
                  <a:moveTo>
                    <a:pt x="2152650" y="498754"/>
                  </a:moveTo>
                  <a:lnTo>
                    <a:pt x="2152192" y="497636"/>
                  </a:lnTo>
                  <a:lnTo>
                    <a:pt x="2150326" y="495769"/>
                  </a:lnTo>
                  <a:lnTo>
                    <a:pt x="2149208" y="495300"/>
                  </a:lnTo>
                  <a:lnTo>
                    <a:pt x="2146579" y="495300"/>
                  </a:lnTo>
                  <a:lnTo>
                    <a:pt x="2145461" y="495769"/>
                  </a:lnTo>
                  <a:lnTo>
                    <a:pt x="2143595" y="497636"/>
                  </a:lnTo>
                  <a:lnTo>
                    <a:pt x="2143125" y="498754"/>
                  </a:lnTo>
                  <a:lnTo>
                    <a:pt x="2143125" y="501383"/>
                  </a:lnTo>
                  <a:lnTo>
                    <a:pt x="2143595" y="502500"/>
                  </a:lnTo>
                  <a:lnTo>
                    <a:pt x="2145461" y="504367"/>
                  </a:lnTo>
                  <a:lnTo>
                    <a:pt x="2146579" y="504825"/>
                  </a:lnTo>
                  <a:lnTo>
                    <a:pt x="2149208" y="504825"/>
                  </a:lnTo>
                  <a:lnTo>
                    <a:pt x="2150326" y="504367"/>
                  </a:lnTo>
                  <a:lnTo>
                    <a:pt x="2152192" y="502500"/>
                  </a:lnTo>
                  <a:lnTo>
                    <a:pt x="2152650" y="501383"/>
                  </a:lnTo>
                  <a:lnTo>
                    <a:pt x="2152650" y="498754"/>
                  </a:lnTo>
                  <a:close/>
                </a:path>
                <a:path w="3676650" h="1495425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3676650" h="1495425">
                  <a:moveTo>
                    <a:pt x="2200275" y="1489354"/>
                  </a:moveTo>
                  <a:lnTo>
                    <a:pt x="2199817" y="1488236"/>
                  </a:lnTo>
                  <a:lnTo>
                    <a:pt x="2197951" y="1486369"/>
                  </a:lnTo>
                  <a:lnTo>
                    <a:pt x="2196833" y="1485900"/>
                  </a:lnTo>
                  <a:lnTo>
                    <a:pt x="2194204" y="1485900"/>
                  </a:lnTo>
                  <a:lnTo>
                    <a:pt x="2193086" y="1486369"/>
                  </a:lnTo>
                  <a:lnTo>
                    <a:pt x="2191220" y="1488236"/>
                  </a:lnTo>
                  <a:lnTo>
                    <a:pt x="2190750" y="1489354"/>
                  </a:lnTo>
                  <a:lnTo>
                    <a:pt x="2190750" y="1491983"/>
                  </a:lnTo>
                  <a:lnTo>
                    <a:pt x="2191220" y="1493100"/>
                  </a:lnTo>
                  <a:lnTo>
                    <a:pt x="2193086" y="1494967"/>
                  </a:lnTo>
                  <a:lnTo>
                    <a:pt x="2194204" y="1495425"/>
                  </a:lnTo>
                  <a:lnTo>
                    <a:pt x="2196833" y="1495425"/>
                  </a:lnTo>
                  <a:lnTo>
                    <a:pt x="2197951" y="1494967"/>
                  </a:lnTo>
                  <a:lnTo>
                    <a:pt x="2199817" y="1493100"/>
                  </a:lnTo>
                  <a:lnTo>
                    <a:pt x="2200275" y="1491983"/>
                  </a:lnTo>
                  <a:lnTo>
                    <a:pt x="2200275" y="1489354"/>
                  </a:lnTo>
                  <a:close/>
                </a:path>
                <a:path w="3676650" h="1495425">
                  <a:moveTo>
                    <a:pt x="2200275" y="994054"/>
                  </a:moveTo>
                  <a:lnTo>
                    <a:pt x="2199817" y="992936"/>
                  </a:lnTo>
                  <a:lnTo>
                    <a:pt x="2197951" y="991069"/>
                  </a:lnTo>
                  <a:lnTo>
                    <a:pt x="2196833" y="990600"/>
                  </a:lnTo>
                  <a:lnTo>
                    <a:pt x="2194204" y="990600"/>
                  </a:lnTo>
                  <a:lnTo>
                    <a:pt x="2193086" y="991069"/>
                  </a:lnTo>
                  <a:lnTo>
                    <a:pt x="2191220" y="992936"/>
                  </a:lnTo>
                  <a:lnTo>
                    <a:pt x="2190750" y="994054"/>
                  </a:lnTo>
                  <a:lnTo>
                    <a:pt x="2190750" y="996683"/>
                  </a:lnTo>
                  <a:lnTo>
                    <a:pt x="2191220" y="997800"/>
                  </a:lnTo>
                  <a:lnTo>
                    <a:pt x="2193086" y="999667"/>
                  </a:lnTo>
                  <a:lnTo>
                    <a:pt x="2194204" y="1000125"/>
                  </a:lnTo>
                  <a:lnTo>
                    <a:pt x="2196833" y="1000125"/>
                  </a:lnTo>
                  <a:lnTo>
                    <a:pt x="2197951" y="999667"/>
                  </a:lnTo>
                  <a:lnTo>
                    <a:pt x="2199817" y="997800"/>
                  </a:lnTo>
                  <a:lnTo>
                    <a:pt x="2200275" y="996683"/>
                  </a:lnTo>
                  <a:lnTo>
                    <a:pt x="2200275" y="994054"/>
                  </a:lnTo>
                  <a:close/>
                </a:path>
                <a:path w="3676650" h="1495425">
                  <a:moveTo>
                    <a:pt x="2200275" y="498754"/>
                  </a:moveTo>
                  <a:lnTo>
                    <a:pt x="2199817" y="497636"/>
                  </a:lnTo>
                  <a:lnTo>
                    <a:pt x="2197951" y="495769"/>
                  </a:lnTo>
                  <a:lnTo>
                    <a:pt x="2196833" y="495300"/>
                  </a:lnTo>
                  <a:lnTo>
                    <a:pt x="2194204" y="495300"/>
                  </a:lnTo>
                  <a:lnTo>
                    <a:pt x="2193086" y="495769"/>
                  </a:lnTo>
                  <a:lnTo>
                    <a:pt x="2191220" y="497636"/>
                  </a:lnTo>
                  <a:lnTo>
                    <a:pt x="2190750" y="498754"/>
                  </a:lnTo>
                  <a:lnTo>
                    <a:pt x="2190750" y="501383"/>
                  </a:lnTo>
                  <a:lnTo>
                    <a:pt x="2191220" y="502500"/>
                  </a:lnTo>
                  <a:lnTo>
                    <a:pt x="2193086" y="504367"/>
                  </a:lnTo>
                  <a:lnTo>
                    <a:pt x="2194204" y="504825"/>
                  </a:lnTo>
                  <a:lnTo>
                    <a:pt x="2196833" y="504825"/>
                  </a:lnTo>
                  <a:lnTo>
                    <a:pt x="2197951" y="504367"/>
                  </a:lnTo>
                  <a:lnTo>
                    <a:pt x="2199817" y="502500"/>
                  </a:lnTo>
                  <a:lnTo>
                    <a:pt x="2200275" y="501383"/>
                  </a:lnTo>
                  <a:lnTo>
                    <a:pt x="2200275" y="498754"/>
                  </a:lnTo>
                  <a:close/>
                </a:path>
                <a:path w="3676650" h="1495425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3676650" h="1495425">
                  <a:moveTo>
                    <a:pt x="2247900" y="1489354"/>
                  </a:moveTo>
                  <a:lnTo>
                    <a:pt x="2247442" y="1488236"/>
                  </a:lnTo>
                  <a:lnTo>
                    <a:pt x="2245576" y="1486369"/>
                  </a:lnTo>
                  <a:lnTo>
                    <a:pt x="2244458" y="1485900"/>
                  </a:lnTo>
                  <a:lnTo>
                    <a:pt x="2241829" y="1485900"/>
                  </a:lnTo>
                  <a:lnTo>
                    <a:pt x="2240711" y="1486369"/>
                  </a:lnTo>
                  <a:lnTo>
                    <a:pt x="2238845" y="1488236"/>
                  </a:lnTo>
                  <a:lnTo>
                    <a:pt x="2238375" y="1489354"/>
                  </a:lnTo>
                  <a:lnTo>
                    <a:pt x="2238375" y="1491983"/>
                  </a:lnTo>
                  <a:lnTo>
                    <a:pt x="2238845" y="1493100"/>
                  </a:lnTo>
                  <a:lnTo>
                    <a:pt x="2240711" y="1494967"/>
                  </a:lnTo>
                  <a:lnTo>
                    <a:pt x="2241829" y="1495425"/>
                  </a:lnTo>
                  <a:lnTo>
                    <a:pt x="2244458" y="1495425"/>
                  </a:lnTo>
                  <a:lnTo>
                    <a:pt x="2245576" y="1494967"/>
                  </a:lnTo>
                  <a:lnTo>
                    <a:pt x="2247442" y="1493100"/>
                  </a:lnTo>
                  <a:lnTo>
                    <a:pt x="2247900" y="1491983"/>
                  </a:lnTo>
                  <a:lnTo>
                    <a:pt x="2247900" y="1489354"/>
                  </a:lnTo>
                  <a:close/>
                </a:path>
                <a:path w="3676650" h="1495425">
                  <a:moveTo>
                    <a:pt x="2247900" y="994054"/>
                  </a:moveTo>
                  <a:lnTo>
                    <a:pt x="2247442" y="992936"/>
                  </a:lnTo>
                  <a:lnTo>
                    <a:pt x="2245576" y="991069"/>
                  </a:lnTo>
                  <a:lnTo>
                    <a:pt x="2244458" y="990600"/>
                  </a:lnTo>
                  <a:lnTo>
                    <a:pt x="2241829" y="990600"/>
                  </a:lnTo>
                  <a:lnTo>
                    <a:pt x="2240711" y="991069"/>
                  </a:lnTo>
                  <a:lnTo>
                    <a:pt x="2238845" y="992936"/>
                  </a:lnTo>
                  <a:lnTo>
                    <a:pt x="2238375" y="994054"/>
                  </a:lnTo>
                  <a:lnTo>
                    <a:pt x="2238375" y="996683"/>
                  </a:lnTo>
                  <a:lnTo>
                    <a:pt x="2238845" y="997800"/>
                  </a:lnTo>
                  <a:lnTo>
                    <a:pt x="2240711" y="999667"/>
                  </a:lnTo>
                  <a:lnTo>
                    <a:pt x="2241829" y="1000125"/>
                  </a:lnTo>
                  <a:lnTo>
                    <a:pt x="2244458" y="1000125"/>
                  </a:lnTo>
                  <a:lnTo>
                    <a:pt x="2245576" y="999667"/>
                  </a:lnTo>
                  <a:lnTo>
                    <a:pt x="2247442" y="997800"/>
                  </a:lnTo>
                  <a:lnTo>
                    <a:pt x="2247900" y="996683"/>
                  </a:lnTo>
                  <a:lnTo>
                    <a:pt x="2247900" y="994054"/>
                  </a:lnTo>
                  <a:close/>
                </a:path>
                <a:path w="3676650" h="1495425">
                  <a:moveTo>
                    <a:pt x="2247900" y="498754"/>
                  </a:moveTo>
                  <a:lnTo>
                    <a:pt x="2247442" y="497636"/>
                  </a:lnTo>
                  <a:lnTo>
                    <a:pt x="2245576" y="495769"/>
                  </a:lnTo>
                  <a:lnTo>
                    <a:pt x="2244458" y="495300"/>
                  </a:lnTo>
                  <a:lnTo>
                    <a:pt x="2241829" y="495300"/>
                  </a:lnTo>
                  <a:lnTo>
                    <a:pt x="2240711" y="495769"/>
                  </a:lnTo>
                  <a:lnTo>
                    <a:pt x="2238845" y="497636"/>
                  </a:lnTo>
                  <a:lnTo>
                    <a:pt x="2238375" y="498754"/>
                  </a:lnTo>
                  <a:lnTo>
                    <a:pt x="2238375" y="501383"/>
                  </a:lnTo>
                  <a:lnTo>
                    <a:pt x="2238845" y="502500"/>
                  </a:lnTo>
                  <a:lnTo>
                    <a:pt x="2240711" y="504367"/>
                  </a:lnTo>
                  <a:lnTo>
                    <a:pt x="2241829" y="504825"/>
                  </a:lnTo>
                  <a:lnTo>
                    <a:pt x="2244458" y="504825"/>
                  </a:lnTo>
                  <a:lnTo>
                    <a:pt x="2245576" y="504367"/>
                  </a:lnTo>
                  <a:lnTo>
                    <a:pt x="2247442" y="502500"/>
                  </a:lnTo>
                  <a:lnTo>
                    <a:pt x="2247900" y="501383"/>
                  </a:lnTo>
                  <a:lnTo>
                    <a:pt x="2247900" y="498754"/>
                  </a:lnTo>
                  <a:close/>
                </a:path>
                <a:path w="3676650" h="1495425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3676650" h="1495425">
                  <a:moveTo>
                    <a:pt x="2295525" y="1489354"/>
                  </a:moveTo>
                  <a:lnTo>
                    <a:pt x="2295067" y="1488236"/>
                  </a:lnTo>
                  <a:lnTo>
                    <a:pt x="2293201" y="1486369"/>
                  </a:lnTo>
                  <a:lnTo>
                    <a:pt x="2292083" y="1485900"/>
                  </a:lnTo>
                  <a:lnTo>
                    <a:pt x="2289454" y="1485900"/>
                  </a:lnTo>
                  <a:lnTo>
                    <a:pt x="2288336" y="1486369"/>
                  </a:lnTo>
                  <a:lnTo>
                    <a:pt x="2286470" y="1488236"/>
                  </a:lnTo>
                  <a:lnTo>
                    <a:pt x="2286000" y="1489354"/>
                  </a:lnTo>
                  <a:lnTo>
                    <a:pt x="2286000" y="1491983"/>
                  </a:lnTo>
                  <a:lnTo>
                    <a:pt x="2286470" y="1493100"/>
                  </a:lnTo>
                  <a:lnTo>
                    <a:pt x="2288336" y="1494967"/>
                  </a:lnTo>
                  <a:lnTo>
                    <a:pt x="2289454" y="1495425"/>
                  </a:lnTo>
                  <a:lnTo>
                    <a:pt x="2292083" y="1495425"/>
                  </a:lnTo>
                  <a:lnTo>
                    <a:pt x="2293201" y="1494967"/>
                  </a:lnTo>
                  <a:lnTo>
                    <a:pt x="2295067" y="1493100"/>
                  </a:lnTo>
                  <a:lnTo>
                    <a:pt x="2295525" y="1491983"/>
                  </a:lnTo>
                  <a:lnTo>
                    <a:pt x="2295525" y="1489354"/>
                  </a:lnTo>
                  <a:close/>
                </a:path>
                <a:path w="3676650" h="1495425">
                  <a:moveTo>
                    <a:pt x="2295525" y="994054"/>
                  </a:moveTo>
                  <a:lnTo>
                    <a:pt x="2295067" y="992936"/>
                  </a:lnTo>
                  <a:lnTo>
                    <a:pt x="2293201" y="991069"/>
                  </a:lnTo>
                  <a:lnTo>
                    <a:pt x="2292083" y="990600"/>
                  </a:lnTo>
                  <a:lnTo>
                    <a:pt x="2289454" y="990600"/>
                  </a:lnTo>
                  <a:lnTo>
                    <a:pt x="2288336" y="991069"/>
                  </a:lnTo>
                  <a:lnTo>
                    <a:pt x="2286470" y="992936"/>
                  </a:lnTo>
                  <a:lnTo>
                    <a:pt x="2286000" y="994054"/>
                  </a:lnTo>
                  <a:lnTo>
                    <a:pt x="2286000" y="996683"/>
                  </a:lnTo>
                  <a:lnTo>
                    <a:pt x="2286470" y="997800"/>
                  </a:lnTo>
                  <a:lnTo>
                    <a:pt x="2288336" y="999667"/>
                  </a:lnTo>
                  <a:lnTo>
                    <a:pt x="2289454" y="1000125"/>
                  </a:lnTo>
                  <a:lnTo>
                    <a:pt x="2292083" y="1000125"/>
                  </a:lnTo>
                  <a:lnTo>
                    <a:pt x="2293201" y="999667"/>
                  </a:lnTo>
                  <a:lnTo>
                    <a:pt x="2295067" y="997800"/>
                  </a:lnTo>
                  <a:lnTo>
                    <a:pt x="2295525" y="996683"/>
                  </a:lnTo>
                  <a:lnTo>
                    <a:pt x="2295525" y="994054"/>
                  </a:lnTo>
                  <a:close/>
                </a:path>
                <a:path w="3676650" h="1495425">
                  <a:moveTo>
                    <a:pt x="2295525" y="498754"/>
                  </a:moveTo>
                  <a:lnTo>
                    <a:pt x="2295067" y="497636"/>
                  </a:lnTo>
                  <a:lnTo>
                    <a:pt x="2293201" y="495769"/>
                  </a:lnTo>
                  <a:lnTo>
                    <a:pt x="2292083" y="495300"/>
                  </a:lnTo>
                  <a:lnTo>
                    <a:pt x="2289454" y="495300"/>
                  </a:lnTo>
                  <a:lnTo>
                    <a:pt x="2288336" y="495769"/>
                  </a:lnTo>
                  <a:lnTo>
                    <a:pt x="2286470" y="497636"/>
                  </a:lnTo>
                  <a:lnTo>
                    <a:pt x="2286000" y="498754"/>
                  </a:lnTo>
                  <a:lnTo>
                    <a:pt x="2286000" y="501383"/>
                  </a:lnTo>
                  <a:lnTo>
                    <a:pt x="2286470" y="502500"/>
                  </a:lnTo>
                  <a:lnTo>
                    <a:pt x="2288336" y="504367"/>
                  </a:lnTo>
                  <a:lnTo>
                    <a:pt x="2289454" y="504825"/>
                  </a:lnTo>
                  <a:lnTo>
                    <a:pt x="2292083" y="504825"/>
                  </a:lnTo>
                  <a:lnTo>
                    <a:pt x="2293201" y="504367"/>
                  </a:lnTo>
                  <a:lnTo>
                    <a:pt x="2295067" y="502500"/>
                  </a:lnTo>
                  <a:lnTo>
                    <a:pt x="2295525" y="501383"/>
                  </a:lnTo>
                  <a:lnTo>
                    <a:pt x="2295525" y="498754"/>
                  </a:lnTo>
                  <a:close/>
                </a:path>
                <a:path w="3676650" h="1495425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3676650" h="1495425">
                  <a:moveTo>
                    <a:pt x="2343150" y="1489354"/>
                  </a:moveTo>
                  <a:lnTo>
                    <a:pt x="2342692" y="1488236"/>
                  </a:lnTo>
                  <a:lnTo>
                    <a:pt x="2340826" y="1486369"/>
                  </a:lnTo>
                  <a:lnTo>
                    <a:pt x="2339708" y="1485900"/>
                  </a:lnTo>
                  <a:lnTo>
                    <a:pt x="2337079" y="1485900"/>
                  </a:lnTo>
                  <a:lnTo>
                    <a:pt x="2335961" y="1486369"/>
                  </a:lnTo>
                  <a:lnTo>
                    <a:pt x="2334095" y="1488236"/>
                  </a:lnTo>
                  <a:lnTo>
                    <a:pt x="2333625" y="1489354"/>
                  </a:lnTo>
                  <a:lnTo>
                    <a:pt x="2333625" y="1491983"/>
                  </a:lnTo>
                  <a:lnTo>
                    <a:pt x="2334095" y="1493100"/>
                  </a:lnTo>
                  <a:lnTo>
                    <a:pt x="2335961" y="1494967"/>
                  </a:lnTo>
                  <a:lnTo>
                    <a:pt x="2337079" y="1495425"/>
                  </a:lnTo>
                  <a:lnTo>
                    <a:pt x="2339708" y="1495425"/>
                  </a:lnTo>
                  <a:lnTo>
                    <a:pt x="2340826" y="1494967"/>
                  </a:lnTo>
                  <a:lnTo>
                    <a:pt x="2342692" y="1493100"/>
                  </a:lnTo>
                  <a:lnTo>
                    <a:pt x="2343150" y="1491983"/>
                  </a:lnTo>
                  <a:lnTo>
                    <a:pt x="2343150" y="1489354"/>
                  </a:lnTo>
                  <a:close/>
                </a:path>
                <a:path w="3676650" h="1495425">
                  <a:moveTo>
                    <a:pt x="2343150" y="994054"/>
                  </a:moveTo>
                  <a:lnTo>
                    <a:pt x="2342692" y="992936"/>
                  </a:lnTo>
                  <a:lnTo>
                    <a:pt x="2340826" y="991069"/>
                  </a:lnTo>
                  <a:lnTo>
                    <a:pt x="2339708" y="990600"/>
                  </a:lnTo>
                  <a:lnTo>
                    <a:pt x="2337079" y="990600"/>
                  </a:lnTo>
                  <a:lnTo>
                    <a:pt x="2335961" y="991069"/>
                  </a:lnTo>
                  <a:lnTo>
                    <a:pt x="2334095" y="992936"/>
                  </a:lnTo>
                  <a:lnTo>
                    <a:pt x="2333625" y="994054"/>
                  </a:lnTo>
                  <a:lnTo>
                    <a:pt x="2333625" y="996683"/>
                  </a:lnTo>
                  <a:lnTo>
                    <a:pt x="2334095" y="997800"/>
                  </a:lnTo>
                  <a:lnTo>
                    <a:pt x="2335961" y="999667"/>
                  </a:lnTo>
                  <a:lnTo>
                    <a:pt x="2337079" y="1000125"/>
                  </a:lnTo>
                  <a:lnTo>
                    <a:pt x="2339708" y="1000125"/>
                  </a:lnTo>
                  <a:lnTo>
                    <a:pt x="2340826" y="999667"/>
                  </a:lnTo>
                  <a:lnTo>
                    <a:pt x="2342692" y="997800"/>
                  </a:lnTo>
                  <a:lnTo>
                    <a:pt x="2343150" y="996683"/>
                  </a:lnTo>
                  <a:lnTo>
                    <a:pt x="2343150" y="994054"/>
                  </a:lnTo>
                  <a:close/>
                </a:path>
                <a:path w="3676650" h="1495425">
                  <a:moveTo>
                    <a:pt x="2343150" y="498754"/>
                  </a:moveTo>
                  <a:lnTo>
                    <a:pt x="2342692" y="497636"/>
                  </a:lnTo>
                  <a:lnTo>
                    <a:pt x="2340826" y="495769"/>
                  </a:lnTo>
                  <a:lnTo>
                    <a:pt x="2339708" y="495300"/>
                  </a:lnTo>
                  <a:lnTo>
                    <a:pt x="2337079" y="495300"/>
                  </a:lnTo>
                  <a:lnTo>
                    <a:pt x="2335961" y="495769"/>
                  </a:lnTo>
                  <a:lnTo>
                    <a:pt x="2334095" y="497636"/>
                  </a:lnTo>
                  <a:lnTo>
                    <a:pt x="2333625" y="498754"/>
                  </a:lnTo>
                  <a:lnTo>
                    <a:pt x="2333625" y="501383"/>
                  </a:lnTo>
                  <a:lnTo>
                    <a:pt x="2334095" y="502500"/>
                  </a:lnTo>
                  <a:lnTo>
                    <a:pt x="2335961" y="504367"/>
                  </a:lnTo>
                  <a:lnTo>
                    <a:pt x="2337079" y="504825"/>
                  </a:lnTo>
                  <a:lnTo>
                    <a:pt x="2339708" y="504825"/>
                  </a:lnTo>
                  <a:lnTo>
                    <a:pt x="2340826" y="504367"/>
                  </a:lnTo>
                  <a:lnTo>
                    <a:pt x="2342692" y="502500"/>
                  </a:lnTo>
                  <a:lnTo>
                    <a:pt x="2343150" y="501383"/>
                  </a:lnTo>
                  <a:lnTo>
                    <a:pt x="2343150" y="498754"/>
                  </a:lnTo>
                  <a:close/>
                </a:path>
                <a:path w="3676650" h="1495425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3676650" h="1495425">
                  <a:moveTo>
                    <a:pt x="2390775" y="1489354"/>
                  </a:moveTo>
                  <a:lnTo>
                    <a:pt x="2390317" y="1488236"/>
                  </a:lnTo>
                  <a:lnTo>
                    <a:pt x="2388451" y="1486369"/>
                  </a:lnTo>
                  <a:lnTo>
                    <a:pt x="2387333" y="1485900"/>
                  </a:lnTo>
                  <a:lnTo>
                    <a:pt x="2384704" y="1485900"/>
                  </a:lnTo>
                  <a:lnTo>
                    <a:pt x="2383574" y="1486369"/>
                  </a:lnTo>
                  <a:lnTo>
                    <a:pt x="2381720" y="1488236"/>
                  </a:lnTo>
                  <a:lnTo>
                    <a:pt x="2381250" y="1489354"/>
                  </a:lnTo>
                  <a:lnTo>
                    <a:pt x="2381250" y="1491983"/>
                  </a:lnTo>
                  <a:lnTo>
                    <a:pt x="2381720" y="1493100"/>
                  </a:lnTo>
                  <a:lnTo>
                    <a:pt x="2383574" y="1494967"/>
                  </a:lnTo>
                  <a:lnTo>
                    <a:pt x="2384704" y="1495425"/>
                  </a:lnTo>
                  <a:lnTo>
                    <a:pt x="2387333" y="1495425"/>
                  </a:lnTo>
                  <a:lnTo>
                    <a:pt x="2388451" y="1494967"/>
                  </a:lnTo>
                  <a:lnTo>
                    <a:pt x="2390317" y="1493100"/>
                  </a:lnTo>
                  <a:lnTo>
                    <a:pt x="2390775" y="1491983"/>
                  </a:lnTo>
                  <a:lnTo>
                    <a:pt x="2390775" y="1489354"/>
                  </a:lnTo>
                  <a:close/>
                </a:path>
                <a:path w="3676650" h="1495425">
                  <a:moveTo>
                    <a:pt x="2390775" y="994054"/>
                  </a:moveTo>
                  <a:lnTo>
                    <a:pt x="2390317" y="992936"/>
                  </a:lnTo>
                  <a:lnTo>
                    <a:pt x="2388451" y="991069"/>
                  </a:lnTo>
                  <a:lnTo>
                    <a:pt x="2387333" y="990600"/>
                  </a:lnTo>
                  <a:lnTo>
                    <a:pt x="2384704" y="990600"/>
                  </a:lnTo>
                  <a:lnTo>
                    <a:pt x="2383574" y="991069"/>
                  </a:lnTo>
                  <a:lnTo>
                    <a:pt x="2381720" y="992936"/>
                  </a:lnTo>
                  <a:lnTo>
                    <a:pt x="2381250" y="994054"/>
                  </a:lnTo>
                  <a:lnTo>
                    <a:pt x="2381250" y="996683"/>
                  </a:lnTo>
                  <a:lnTo>
                    <a:pt x="2381720" y="997800"/>
                  </a:lnTo>
                  <a:lnTo>
                    <a:pt x="2383574" y="999667"/>
                  </a:lnTo>
                  <a:lnTo>
                    <a:pt x="2384704" y="1000125"/>
                  </a:lnTo>
                  <a:lnTo>
                    <a:pt x="2387333" y="1000125"/>
                  </a:lnTo>
                  <a:lnTo>
                    <a:pt x="2388451" y="999667"/>
                  </a:lnTo>
                  <a:lnTo>
                    <a:pt x="2390317" y="997800"/>
                  </a:lnTo>
                  <a:lnTo>
                    <a:pt x="2390775" y="996683"/>
                  </a:lnTo>
                  <a:lnTo>
                    <a:pt x="2390775" y="994054"/>
                  </a:lnTo>
                  <a:close/>
                </a:path>
                <a:path w="3676650" h="1495425">
                  <a:moveTo>
                    <a:pt x="2390775" y="498754"/>
                  </a:moveTo>
                  <a:lnTo>
                    <a:pt x="2390317" y="497636"/>
                  </a:lnTo>
                  <a:lnTo>
                    <a:pt x="2388451" y="495769"/>
                  </a:lnTo>
                  <a:lnTo>
                    <a:pt x="2387333" y="495300"/>
                  </a:lnTo>
                  <a:lnTo>
                    <a:pt x="2384704" y="495300"/>
                  </a:lnTo>
                  <a:lnTo>
                    <a:pt x="2383574" y="495769"/>
                  </a:lnTo>
                  <a:lnTo>
                    <a:pt x="2381720" y="497636"/>
                  </a:lnTo>
                  <a:lnTo>
                    <a:pt x="2381250" y="498754"/>
                  </a:lnTo>
                  <a:lnTo>
                    <a:pt x="2381250" y="501383"/>
                  </a:lnTo>
                  <a:lnTo>
                    <a:pt x="2381720" y="502500"/>
                  </a:lnTo>
                  <a:lnTo>
                    <a:pt x="2383574" y="504367"/>
                  </a:lnTo>
                  <a:lnTo>
                    <a:pt x="2384704" y="504825"/>
                  </a:lnTo>
                  <a:lnTo>
                    <a:pt x="2387333" y="504825"/>
                  </a:lnTo>
                  <a:lnTo>
                    <a:pt x="2388451" y="504367"/>
                  </a:lnTo>
                  <a:lnTo>
                    <a:pt x="2390317" y="502500"/>
                  </a:lnTo>
                  <a:lnTo>
                    <a:pt x="2390775" y="501383"/>
                  </a:lnTo>
                  <a:lnTo>
                    <a:pt x="2390775" y="498754"/>
                  </a:lnTo>
                  <a:close/>
                </a:path>
                <a:path w="3676650" h="1495425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74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74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3676650" h="1495425">
                  <a:moveTo>
                    <a:pt x="2438400" y="1489354"/>
                  </a:moveTo>
                  <a:lnTo>
                    <a:pt x="2437942" y="1488236"/>
                  </a:lnTo>
                  <a:lnTo>
                    <a:pt x="2436076" y="1486369"/>
                  </a:lnTo>
                  <a:lnTo>
                    <a:pt x="2434958" y="1485900"/>
                  </a:lnTo>
                  <a:lnTo>
                    <a:pt x="2432329" y="1485900"/>
                  </a:lnTo>
                  <a:lnTo>
                    <a:pt x="2431211" y="1486369"/>
                  </a:lnTo>
                  <a:lnTo>
                    <a:pt x="2429345" y="1488236"/>
                  </a:lnTo>
                  <a:lnTo>
                    <a:pt x="2428875" y="1489354"/>
                  </a:lnTo>
                  <a:lnTo>
                    <a:pt x="2428875" y="1491983"/>
                  </a:lnTo>
                  <a:lnTo>
                    <a:pt x="2429345" y="1493100"/>
                  </a:lnTo>
                  <a:lnTo>
                    <a:pt x="2431211" y="1494967"/>
                  </a:lnTo>
                  <a:lnTo>
                    <a:pt x="2432329" y="1495425"/>
                  </a:lnTo>
                  <a:lnTo>
                    <a:pt x="2434958" y="1495425"/>
                  </a:lnTo>
                  <a:lnTo>
                    <a:pt x="2436076" y="1494967"/>
                  </a:lnTo>
                  <a:lnTo>
                    <a:pt x="2437942" y="1493100"/>
                  </a:lnTo>
                  <a:lnTo>
                    <a:pt x="2438400" y="1491983"/>
                  </a:lnTo>
                  <a:lnTo>
                    <a:pt x="2438400" y="1489354"/>
                  </a:lnTo>
                  <a:close/>
                </a:path>
                <a:path w="3676650" h="1495425">
                  <a:moveTo>
                    <a:pt x="2438400" y="994054"/>
                  </a:moveTo>
                  <a:lnTo>
                    <a:pt x="2437942" y="992936"/>
                  </a:lnTo>
                  <a:lnTo>
                    <a:pt x="2436076" y="991069"/>
                  </a:lnTo>
                  <a:lnTo>
                    <a:pt x="2434958" y="990600"/>
                  </a:lnTo>
                  <a:lnTo>
                    <a:pt x="2432329" y="990600"/>
                  </a:lnTo>
                  <a:lnTo>
                    <a:pt x="2431211" y="991069"/>
                  </a:lnTo>
                  <a:lnTo>
                    <a:pt x="2429345" y="992936"/>
                  </a:lnTo>
                  <a:lnTo>
                    <a:pt x="2428875" y="994054"/>
                  </a:lnTo>
                  <a:lnTo>
                    <a:pt x="2428875" y="996683"/>
                  </a:lnTo>
                  <a:lnTo>
                    <a:pt x="2429345" y="997800"/>
                  </a:lnTo>
                  <a:lnTo>
                    <a:pt x="2431211" y="999667"/>
                  </a:lnTo>
                  <a:lnTo>
                    <a:pt x="2432329" y="1000125"/>
                  </a:lnTo>
                  <a:lnTo>
                    <a:pt x="2434958" y="1000125"/>
                  </a:lnTo>
                  <a:lnTo>
                    <a:pt x="2436076" y="999667"/>
                  </a:lnTo>
                  <a:lnTo>
                    <a:pt x="2437942" y="997800"/>
                  </a:lnTo>
                  <a:lnTo>
                    <a:pt x="2438400" y="996683"/>
                  </a:lnTo>
                  <a:lnTo>
                    <a:pt x="2438400" y="994054"/>
                  </a:lnTo>
                  <a:close/>
                </a:path>
                <a:path w="3676650" h="1495425">
                  <a:moveTo>
                    <a:pt x="2438400" y="498754"/>
                  </a:moveTo>
                  <a:lnTo>
                    <a:pt x="2437942" y="497636"/>
                  </a:lnTo>
                  <a:lnTo>
                    <a:pt x="2436076" y="495769"/>
                  </a:lnTo>
                  <a:lnTo>
                    <a:pt x="2434958" y="495300"/>
                  </a:lnTo>
                  <a:lnTo>
                    <a:pt x="2432329" y="495300"/>
                  </a:lnTo>
                  <a:lnTo>
                    <a:pt x="2431211" y="495769"/>
                  </a:lnTo>
                  <a:lnTo>
                    <a:pt x="2429345" y="497636"/>
                  </a:lnTo>
                  <a:lnTo>
                    <a:pt x="2428875" y="498754"/>
                  </a:lnTo>
                  <a:lnTo>
                    <a:pt x="2428875" y="501383"/>
                  </a:lnTo>
                  <a:lnTo>
                    <a:pt x="2429345" y="502500"/>
                  </a:lnTo>
                  <a:lnTo>
                    <a:pt x="2431211" y="504367"/>
                  </a:lnTo>
                  <a:lnTo>
                    <a:pt x="2432329" y="504825"/>
                  </a:lnTo>
                  <a:lnTo>
                    <a:pt x="2434958" y="504825"/>
                  </a:lnTo>
                  <a:lnTo>
                    <a:pt x="2436076" y="504367"/>
                  </a:lnTo>
                  <a:lnTo>
                    <a:pt x="2437942" y="502500"/>
                  </a:lnTo>
                  <a:lnTo>
                    <a:pt x="2438400" y="501383"/>
                  </a:lnTo>
                  <a:lnTo>
                    <a:pt x="2438400" y="498754"/>
                  </a:lnTo>
                  <a:close/>
                </a:path>
                <a:path w="3676650" h="1495425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3676650" h="1495425">
                  <a:moveTo>
                    <a:pt x="2486025" y="1489354"/>
                  </a:moveTo>
                  <a:lnTo>
                    <a:pt x="2485567" y="1488236"/>
                  </a:lnTo>
                  <a:lnTo>
                    <a:pt x="2483701" y="1486369"/>
                  </a:lnTo>
                  <a:lnTo>
                    <a:pt x="2482583" y="1485900"/>
                  </a:lnTo>
                  <a:lnTo>
                    <a:pt x="2479954" y="1485900"/>
                  </a:lnTo>
                  <a:lnTo>
                    <a:pt x="2478836" y="1486369"/>
                  </a:lnTo>
                  <a:lnTo>
                    <a:pt x="2476970" y="1488236"/>
                  </a:lnTo>
                  <a:lnTo>
                    <a:pt x="2476500" y="1489354"/>
                  </a:lnTo>
                  <a:lnTo>
                    <a:pt x="2476500" y="1491983"/>
                  </a:lnTo>
                  <a:lnTo>
                    <a:pt x="2476970" y="1493100"/>
                  </a:lnTo>
                  <a:lnTo>
                    <a:pt x="2478836" y="1494967"/>
                  </a:lnTo>
                  <a:lnTo>
                    <a:pt x="2479954" y="1495425"/>
                  </a:lnTo>
                  <a:lnTo>
                    <a:pt x="2482583" y="1495425"/>
                  </a:lnTo>
                  <a:lnTo>
                    <a:pt x="2483701" y="1494967"/>
                  </a:lnTo>
                  <a:lnTo>
                    <a:pt x="2485567" y="1493100"/>
                  </a:lnTo>
                  <a:lnTo>
                    <a:pt x="2486025" y="1491983"/>
                  </a:lnTo>
                  <a:lnTo>
                    <a:pt x="2486025" y="1489354"/>
                  </a:lnTo>
                  <a:close/>
                </a:path>
                <a:path w="3676650" h="1495425">
                  <a:moveTo>
                    <a:pt x="2486025" y="994054"/>
                  </a:moveTo>
                  <a:lnTo>
                    <a:pt x="2485567" y="992936"/>
                  </a:lnTo>
                  <a:lnTo>
                    <a:pt x="2483701" y="991069"/>
                  </a:lnTo>
                  <a:lnTo>
                    <a:pt x="2482583" y="990600"/>
                  </a:lnTo>
                  <a:lnTo>
                    <a:pt x="2479954" y="990600"/>
                  </a:lnTo>
                  <a:lnTo>
                    <a:pt x="2478836" y="991069"/>
                  </a:lnTo>
                  <a:lnTo>
                    <a:pt x="2476970" y="992936"/>
                  </a:lnTo>
                  <a:lnTo>
                    <a:pt x="2476500" y="994054"/>
                  </a:lnTo>
                  <a:lnTo>
                    <a:pt x="2476500" y="996683"/>
                  </a:lnTo>
                  <a:lnTo>
                    <a:pt x="2476970" y="997800"/>
                  </a:lnTo>
                  <a:lnTo>
                    <a:pt x="2478836" y="999667"/>
                  </a:lnTo>
                  <a:lnTo>
                    <a:pt x="2479954" y="1000125"/>
                  </a:lnTo>
                  <a:lnTo>
                    <a:pt x="2482583" y="1000125"/>
                  </a:lnTo>
                  <a:lnTo>
                    <a:pt x="2483701" y="999667"/>
                  </a:lnTo>
                  <a:lnTo>
                    <a:pt x="2485567" y="997800"/>
                  </a:lnTo>
                  <a:lnTo>
                    <a:pt x="2486025" y="996683"/>
                  </a:lnTo>
                  <a:lnTo>
                    <a:pt x="2486025" y="994054"/>
                  </a:lnTo>
                  <a:close/>
                </a:path>
                <a:path w="3676650" h="1495425">
                  <a:moveTo>
                    <a:pt x="2486025" y="498754"/>
                  </a:moveTo>
                  <a:lnTo>
                    <a:pt x="2485567" y="497636"/>
                  </a:lnTo>
                  <a:lnTo>
                    <a:pt x="2483701" y="495769"/>
                  </a:lnTo>
                  <a:lnTo>
                    <a:pt x="2482583" y="495300"/>
                  </a:lnTo>
                  <a:lnTo>
                    <a:pt x="2479954" y="495300"/>
                  </a:lnTo>
                  <a:lnTo>
                    <a:pt x="2478836" y="495769"/>
                  </a:lnTo>
                  <a:lnTo>
                    <a:pt x="2476970" y="497636"/>
                  </a:lnTo>
                  <a:lnTo>
                    <a:pt x="2476500" y="498754"/>
                  </a:lnTo>
                  <a:lnTo>
                    <a:pt x="2476500" y="501383"/>
                  </a:lnTo>
                  <a:lnTo>
                    <a:pt x="2476970" y="502500"/>
                  </a:lnTo>
                  <a:lnTo>
                    <a:pt x="2478836" y="504367"/>
                  </a:lnTo>
                  <a:lnTo>
                    <a:pt x="2479954" y="504825"/>
                  </a:lnTo>
                  <a:lnTo>
                    <a:pt x="2482583" y="504825"/>
                  </a:lnTo>
                  <a:lnTo>
                    <a:pt x="2483701" y="504367"/>
                  </a:lnTo>
                  <a:lnTo>
                    <a:pt x="2485567" y="502500"/>
                  </a:lnTo>
                  <a:lnTo>
                    <a:pt x="2486025" y="501383"/>
                  </a:lnTo>
                  <a:lnTo>
                    <a:pt x="2486025" y="498754"/>
                  </a:lnTo>
                  <a:close/>
                </a:path>
                <a:path w="3676650" h="1495425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3676650" h="1495425">
                  <a:moveTo>
                    <a:pt x="2533650" y="1489354"/>
                  </a:moveTo>
                  <a:lnTo>
                    <a:pt x="2533192" y="1488236"/>
                  </a:lnTo>
                  <a:lnTo>
                    <a:pt x="2531326" y="1486369"/>
                  </a:lnTo>
                  <a:lnTo>
                    <a:pt x="2530208" y="1485900"/>
                  </a:lnTo>
                  <a:lnTo>
                    <a:pt x="2527579" y="1485900"/>
                  </a:lnTo>
                  <a:lnTo>
                    <a:pt x="2526461" y="1486369"/>
                  </a:lnTo>
                  <a:lnTo>
                    <a:pt x="2524595" y="1488236"/>
                  </a:lnTo>
                  <a:lnTo>
                    <a:pt x="2524125" y="1489354"/>
                  </a:lnTo>
                  <a:lnTo>
                    <a:pt x="2524125" y="1491983"/>
                  </a:lnTo>
                  <a:lnTo>
                    <a:pt x="2524595" y="1493100"/>
                  </a:lnTo>
                  <a:lnTo>
                    <a:pt x="2526461" y="1494967"/>
                  </a:lnTo>
                  <a:lnTo>
                    <a:pt x="2527579" y="1495425"/>
                  </a:lnTo>
                  <a:lnTo>
                    <a:pt x="2530208" y="1495425"/>
                  </a:lnTo>
                  <a:lnTo>
                    <a:pt x="2531326" y="1494967"/>
                  </a:lnTo>
                  <a:lnTo>
                    <a:pt x="2533192" y="1493100"/>
                  </a:lnTo>
                  <a:lnTo>
                    <a:pt x="2533650" y="1491983"/>
                  </a:lnTo>
                  <a:lnTo>
                    <a:pt x="2533650" y="1489354"/>
                  </a:lnTo>
                  <a:close/>
                </a:path>
                <a:path w="3676650" h="1495425">
                  <a:moveTo>
                    <a:pt x="2533650" y="994054"/>
                  </a:moveTo>
                  <a:lnTo>
                    <a:pt x="2533192" y="992936"/>
                  </a:lnTo>
                  <a:lnTo>
                    <a:pt x="2531326" y="991069"/>
                  </a:lnTo>
                  <a:lnTo>
                    <a:pt x="2530208" y="990600"/>
                  </a:lnTo>
                  <a:lnTo>
                    <a:pt x="2527579" y="990600"/>
                  </a:lnTo>
                  <a:lnTo>
                    <a:pt x="2526461" y="991069"/>
                  </a:lnTo>
                  <a:lnTo>
                    <a:pt x="2524595" y="992936"/>
                  </a:lnTo>
                  <a:lnTo>
                    <a:pt x="2524125" y="994054"/>
                  </a:lnTo>
                  <a:lnTo>
                    <a:pt x="2524125" y="996683"/>
                  </a:lnTo>
                  <a:lnTo>
                    <a:pt x="2524595" y="997800"/>
                  </a:lnTo>
                  <a:lnTo>
                    <a:pt x="2526461" y="999667"/>
                  </a:lnTo>
                  <a:lnTo>
                    <a:pt x="2527579" y="1000125"/>
                  </a:lnTo>
                  <a:lnTo>
                    <a:pt x="2530208" y="1000125"/>
                  </a:lnTo>
                  <a:lnTo>
                    <a:pt x="2531326" y="999667"/>
                  </a:lnTo>
                  <a:lnTo>
                    <a:pt x="2533192" y="997800"/>
                  </a:lnTo>
                  <a:lnTo>
                    <a:pt x="2533650" y="996683"/>
                  </a:lnTo>
                  <a:lnTo>
                    <a:pt x="2533650" y="994054"/>
                  </a:lnTo>
                  <a:close/>
                </a:path>
                <a:path w="3676650" h="1495425">
                  <a:moveTo>
                    <a:pt x="2533650" y="498754"/>
                  </a:moveTo>
                  <a:lnTo>
                    <a:pt x="2533192" y="497636"/>
                  </a:lnTo>
                  <a:lnTo>
                    <a:pt x="2531326" y="495769"/>
                  </a:lnTo>
                  <a:lnTo>
                    <a:pt x="2530208" y="495300"/>
                  </a:lnTo>
                  <a:lnTo>
                    <a:pt x="2527579" y="495300"/>
                  </a:lnTo>
                  <a:lnTo>
                    <a:pt x="2526461" y="495769"/>
                  </a:lnTo>
                  <a:lnTo>
                    <a:pt x="2524595" y="497636"/>
                  </a:lnTo>
                  <a:lnTo>
                    <a:pt x="2524125" y="498754"/>
                  </a:lnTo>
                  <a:lnTo>
                    <a:pt x="2524125" y="501383"/>
                  </a:lnTo>
                  <a:lnTo>
                    <a:pt x="2524595" y="502500"/>
                  </a:lnTo>
                  <a:lnTo>
                    <a:pt x="2526461" y="504367"/>
                  </a:lnTo>
                  <a:lnTo>
                    <a:pt x="2527579" y="504825"/>
                  </a:lnTo>
                  <a:lnTo>
                    <a:pt x="2530208" y="504825"/>
                  </a:lnTo>
                  <a:lnTo>
                    <a:pt x="2531326" y="504367"/>
                  </a:lnTo>
                  <a:lnTo>
                    <a:pt x="2533192" y="502500"/>
                  </a:lnTo>
                  <a:lnTo>
                    <a:pt x="2533650" y="501383"/>
                  </a:lnTo>
                  <a:lnTo>
                    <a:pt x="2533650" y="498754"/>
                  </a:lnTo>
                  <a:close/>
                </a:path>
                <a:path w="3676650" h="1495425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3676650" h="1495425">
                  <a:moveTo>
                    <a:pt x="2581275" y="1489354"/>
                  </a:moveTo>
                  <a:lnTo>
                    <a:pt x="2580817" y="1488236"/>
                  </a:lnTo>
                  <a:lnTo>
                    <a:pt x="2578951" y="1486369"/>
                  </a:lnTo>
                  <a:lnTo>
                    <a:pt x="2577833" y="1485900"/>
                  </a:lnTo>
                  <a:lnTo>
                    <a:pt x="2575204" y="1485900"/>
                  </a:lnTo>
                  <a:lnTo>
                    <a:pt x="2574086" y="1486369"/>
                  </a:lnTo>
                  <a:lnTo>
                    <a:pt x="2572220" y="1488236"/>
                  </a:lnTo>
                  <a:lnTo>
                    <a:pt x="2571750" y="1489354"/>
                  </a:lnTo>
                  <a:lnTo>
                    <a:pt x="2571750" y="1491983"/>
                  </a:lnTo>
                  <a:lnTo>
                    <a:pt x="2572220" y="1493100"/>
                  </a:lnTo>
                  <a:lnTo>
                    <a:pt x="2574086" y="1494967"/>
                  </a:lnTo>
                  <a:lnTo>
                    <a:pt x="2575204" y="1495425"/>
                  </a:lnTo>
                  <a:lnTo>
                    <a:pt x="2577833" y="1495425"/>
                  </a:lnTo>
                  <a:lnTo>
                    <a:pt x="2578951" y="1494967"/>
                  </a:lnTo>
                  <a:lnTo>
                    <a:pt x="2580817" y="1493100"/>
                  </a:lnTo>
                  <a:lnTo>
                    <a:pt x="2581275" y="1491983"/>
                  </a:lnTo>
                  <a:lnTo>
                    <a:pt x="2581275" y="1489354"/>
                  </a:lnTo>
                  <a:close/>
                </a:path>
                <a:path w="3676650" h="1495425">
                  <a:moveTo>
                    <a:pt x="2581275" y="994054"/>
                  </a:moveTo>
                  <a:lnTo>
                    <a:pt x="2580817" y="992936"/>
                  </a:lnTo>
                  <a:lnTo>
                    <a:pt x="2578951" y="991069"/>
                  </a:lnTo>
                  <a:lnTo>
                    <a:pt x="2577833" y="990600"/>
                  </a:lnTo>
                  <a:lnTo>
                    <a:pt x="2575204" y="990600"/>
                  </a:lnTo>
                  <a:lnTo>
                    <a:pt x="2574086" y="991069"/>
                  </a:lnTo>
                  <a:lnTo>
                    <a:pt x="2572220" y="992936"/>
                  </a:lnTo>
                  <a:lnTo>
                    <a:pt x="2571750" y="994054"/>
                  </a:lnTo>
                  <a:lnTo>
                    <a:pt x="2571750" y="996683"/>
                  </a:lnTo>
                  <a:lnTo>
                    <a:pt x="2572220" y="997800"/>
                  </a:lnTo>
                  <a:lnTo>
                    <a:pt x="2574086" y="999667"/>
                  </a:lnTo>
                  <a:lnTo>
                    <a:pt x="2575204" y="1000125"/>
                  </a:lnTo>
                  <a:lnTo>
                    <a:pt x="2577833" y="1000125"/>
                  </a:lnTo>
                  <a:lnTo>
                    <a:pt x="2578951" y="999667"/>
                  </a:lnTo>
                  <a:lnTo>
                    <a:pt x="2580817" y="997800"/>
                  </a:lnTo>
                  <a:lnTo>
                    <a:pt x="2581275" y="996683"/>
                  </a:lnTo>
                  <a:lnTo>
                    <a:pt x="2581275" y="994054"/>
                  </a:lnTo>
                  <a:close/>
                </a:path>
                <a:path w="3676650" h="1495425">
                  <a:moveTo>
                    <a:pt x="2581275" y="498754"/>
                  </a:moveTo>
                  <a:lnTo>
                    <a:pt x="2580817" y="497636"/>
                  </a:lnTo>
                  <a:lnTo>
                    <a:pt x="2578951" y="495769"/>
                  </a:lnTo>
                  <a:lnTo>
                    <a:pt x="2577833" y="495300"/>
                  </a:lnTo>
                  <a:lnTo>
                    <a:pt x="2575204" y="495300"/>
                  </a:lnTo>
                  <a:lnTo>
                    <a:pt x="2574086" y="495769"/>
                  </a:lnTo>
                  <a:lnTo>
                    <a:pt x="2572220" y="497636"/>
                  </a:lnTo>
                  <a:lnTo>
                    <a:pt x="2571750" y="498754"/>
                  </a:lnTo>
                  <a:lnTo>
                    <a:pt x="2571750" y="501383"/>
                  </a:lnTo>
                  <a:lnTo>
                    <a:pt x="2572220" y="502500"/>
                  </a:lnTo>
                  <a:lnTo>
                    <a:pt x="2574086" y="504367"/>
                  </a:lnTo>
                  <a:lnTo>
                    <a:pt x="2575204" y="504825"/>
                  </a:lnTo>
                  <a:lnTo>
                    <a:pt x="2577833" y="504825"/>
                  </a:lnTo>
                  <a:lnTo>
                    <a:pt x="2578951" y="504367"/>
                  </a:lnTo>
                  <a:lnTo>
                    <a:pt x="2580817" y="502500"/>
                  </a:lnTo>
                  <a:lnTo>
                    <a:pt x="2581275" y="501383"/>
                  </a:lnTo>
                  <a:lnTo>
                    <a:pt x="2581275" y="498754"/>
                  </a:lnTo>
                  <a:close/>
                </a:path>
                <a:path w="3676650" h="1495425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3676650" h="1495425">
                  <a:moveTo>
                    <a:pt x="2628900" y="1489354"/>
                  </a:moveTo>
                  <a:lnTo>
                    <a:pt x="2628442" y="1488236"/>
                  </a:lnTo>
                  <a:lnTo>
                    <a:pt x="2626576" y="1486369"/>
                  </a:lnTo>
                  <a:lnTo>
                    <a:pt x="2625458" y="1485900"/>
                  </a:lnTo>
                  <a:lnTo>
                    <a:pt x="2622829" y="1485900"/>
                  </a:lnTo>
                  <a:lnTo>
                    <a:pt x="2621711" y="1486369"/>
                  </a:lnTo>
                  <a:lnTo>
                    <a:pt x="2619845" y="1488236"/>
                  </a:lnTo>
                  <a:lnTo>
                    <a:pt x="2619375" y="1489354"/>
                  </a:lnTo>
                  <a:lnTo>
                    <a:pt x="2619375" y="1491983"/>
                  </a:lnTo>
                  <a:lnTo>
                    <a:pt x="2619845" y="1493100"/>
                  </a:lnTo>
                  <a:lnTo>
                    <a:pt x="2621711" y="1494967"/>
                  </a:lnTo>
                  <a:lnTo>
                    <a:pt x="2622829" y="1495425"/>
                  </a:lnTo>
                  <a:lnTo>
                    <a:pt x="2625458" y="1495425"/>
                  </a:lnTo>
                  <a:lnTo>
                    <a:pt x="2626576" y="1494967"/>
                  </a:lnTo>
                  <a:lnTo>
                    <a:pt x="2628442" y="1493100"/>
                  </a:lnTo>
                  <a:lnTo>
                    <a:pt x="2628900" y="1491983"/>
                  </a:lnTo>
                  <a:lnTo>
                    <a:pt x="2628900" y="1489354"/>
                  </a:lnTo>
                  <a:close/>
                </a:path>
                <a:path w="3676650" h="1495425">
                  <a:moveTo>
                    <a:pt x="2628900" y="994054"/>
                  </a:moveTo>
                  <a:lnTo>
                    <a:pt x="2628442" y="992936"/>
                  </a:lnTo>
                  <a:lnTo>
                    <a:pt x="2626576" y="991069"/>
                  </a:lnTo>
                  <a:lnTo>
                    <a:pt x="2625458" y="990600"/>
                  </a:lnTo>
                  <a:lnTo>
                    <a:pt x="2622829" y="990600"/>
                  </a:lnTo>
                  <a:lnTo>
                    <a:pt x="2621711" y="991069"/>
                  </a:lnTo>
                  <a:lnTo>
                    <a:pt x="2619845" y="992936"/>
                  </a:lnTo>
                  <a:lnTo>
                    <a:pt x="2619375" y="994054"/>
                  </a:lnTo>
                  <a:lnTo>
                    <a:pt x="2619375" y="996683"/>
                  </a:lnTo>
                  <a:lnTo>
                    <a:pt x="2619845" y="997800"/>
                  </a:lnTo>
                  <a:lnTo>
                    <a:pt x="2621711" y="999667"/>
                  </a:lnTo>
                  <a:lnTo>
                    <a:pt x="2622829" y="1000125"/>
                  </a:lnTo>
                  <a:lnTo>
                    <a:pt x="2625458" y="1000125"/>
                  </a:lnTo>
                  <a:lnTo>
                    <a:pt x="2626576" y="999667"/>
                  </a:lnTo>
                  <a:lnTo>
                    <a:pt x="2628442" y="997800"/>
                  </a:lnTo>
                  <a:lnTo>
                    <a:pt x="2628900" y="996683"/>
                  </a:lnTo>
                  <a:lnTo>
                    <a:pt x="2628900" y="994054"/>
                  </a:lnTo>
                  <a:close/>
                </a:path>
                <a:path w="3676650" h="1495425">
                  <a:moveTo>
                    <a:pt x="2628900" y="498754"/>
                  </a:moveTo>
                  <a:lnTo>
                    <a:pt x="2628442" y="497636"/>
                  </a:lnTo>
                  <a:lnTo>
                    <a:pt x="2626576" y="495769"/>
                  </a:lnTo>
                  <a:lnTo>
                    <a:pt x="2625458" y="495300"/>
                  </a:lnTo>
                  <a:lnTo>
                    <a:pt x="2622829" y="495300"/>
                  </a:lnTo>
                  <a:lnTo>
                    <a:pt x="2621711" y="495769"/>
                  </a:lnTo>
                  <a:lnTo>
                    <a:pt x="2619845" y="497636"/>
                  </a:lnTo>
                  <a:lnTo>
                    <a:pt x="2619375" y="498754"/>
                  </a:lnTo>
                  <a:lnTo>
                    <a:pt x="2619375" y="501383"/>
                  </a:lnTo>
                  <a:lnTo>
                    <a:pt x="2619845" y="502500"/>
                  </a:lnTo>
                  <a:lnTo>
                    <a:pt x="2621711" y="504367"/>
                  </a:lnTo>
                  <a:lnTo>
                    <a:pt x="2622829" y="504825"/>
                  </a:lnTo>
                  <a:lnTo>
                    <a:pt x="2625458" y="504825"/>
                  </a:lnTo>
                  <a:lnTo>
                    <a:pt x="2626576" y="504367"/>
                  </a:lnTo>
                  <a:lnTo>
                    <a:pt x="2628442" y="502500"/>
                  </a:lnTo>
                  <a:lnTo>
                    <a:pt x="2628900" y="501383"/>
                  </a:lnTo>
                  <a:lnTo>
                    <a:pt x="2628900" y="498754"/>
                  </a:lnTo>
                  <a:close/>
                </a:path>
                <a:path w="3676650" h="1495425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3676650" h="1495425">
                  <a:moveTo>
                    <a:pt x="2676525" y="1489354"/>
                  </a:moveTo>
                  <a:lnTo>
                    <a:pt x="2676067" y="1488236"/>
                  </a:lnTo>
                  <a:lnTo>
                    <a:pt x="2674201" y="1486369"/>
                  </a:lnTo>
                  <a:lnTo>
                    <a:pt x="2673083" y="1485900"/>
                  </a:lnTo>
                  <a:lnTo>
                    <a:pt x="2670454" y="1485900"/>
                  </a:lnTo>
                  <a:lnTo>
                    <a:pt x="2669336" y="1486369"/>
                  </a:lnTo>
                  <a:lnTo>
                    <a:pt x="2667470" y="1488236"/>
                  </a:lnTo>
                  <a:lnTo>
                    <a:pt x="2667000" y="1489354"/>
                  </a:lnTo>
                  <a:lnTo>
                    <a:pt x="2667000" y="1491983"/>
                  </a:lnTo>
                  <a:lnTo>
                    <a:pt x="2667470" y="1493100"/>
                  </a:lnTo>
                  <a:lnTo>
                    <a:pt x="2669336" y="1494967"/>
                  </a:lnTo>
                  <a:lnTo>
                    <a:pt x="2670454" y="1495425"/>
                  </a:lnTo>
                  <a:lnTo>
                    <a:pt x="2673083" y="1495425"/>
                  </a:lnTo>
                  <a:lnTo>
                    <a:pt x="2674201" y="1494967"/>
                  </a:lnTo>
                  <a:lnTo>
                    <a:pt x="2676067" y="1493100"/>
                  </a:lnTo>
                  <a:lnTo>
                    <a:pt x="2676525" y="1491983"/>
                  </a:lnTo>
                  <a:lnTo>
                    <a:pt x="2676525" y="1489354"/>
                  </a:lnTo>
                  <a:close/>
                </a:path>
                <a:path w="3676650" h="1495425">
                  <a:moveTo>
                    <a:pt x="2676525" y="994054"/>
                  </a:moveTo>
                  <a:lnTo>
                    <a:pt x="2676067" y="992936"/>
                  </a:lnTo>
                  <a:lnTo>
                    <a:pt x="2674201" y="991069"/>
                  </a:lnTo>
                  <a:lnTo>
                    <a:pt x="2673083" y="990600"/>
                  </a:lnTo>
                  <a:lnTo>
                    <a:pt x="2670454" y="990600"/>
                  </a:lnTo>
                  <a:lnTo>
                    <a:pt x="2669336" y="991069"/>
                  </a:lnTo>
                  <a:lnTo>
                    <a:pt x="2667470" y="992936"/>
                  </a:lnTo>
                  <a:lnTo>
                    <a:pt x="2667000" y="994054"/>
                  </a:lnTo>
                  <a:lnTo>
                    <a:pt x="2667000" y="996683"/>
                  </a:lnTo>
                  <a:lnTo>
                    <a:pt x="2667470" y="997800"/>
                  </a:lnTo>
                  <a:lnTo>
                    <a:pt x="2669336" y="999667"/>
                  </a:lnTo>
                  <a:lnTo>
                    <a:pt x="2670454" y="1000125"/>
                  </a:lnTo>
                  <a:lnTo>
                    <a:pt x="2673083" y="1000125"/>
                  </a:lnTo>
                  <a:lnTo>
                    <a:pt x="2674201" y="999667"/>
                  </a:lnTo>
                  <a:lnTo>
                    <a:pt x="2676067" y="997800"/>
                  </a:lnTo>
                  <a:lnTo>
                    <a:pt x="2676525" y="996683"/>
                  </a:lnTo>
                  <a:lnTo>
                    <a:pt x="2676525" y="994054"/>
                  </a:lnTo>
                  <a:close/>
                </a:path>
                <a:path w="3676650" h="1495425">
                  <a:moveTo>
                    <a:pt x="2676525" y="498754"/>
                  </a:moveTo>
                  <a:lnTo>
                    <a:pt x="2676067" y="497636"/>
                  </a:lnTo>
                  <a:lnTo>
                    <a:pt x="2674201" y="495769"/>
                  </a:lnTo>
                  <a:lnTo>
                    <a:pt x="2673083" y="495300"/>
                  </a:lnTo>
                  <a:lnTo>
                    <a:pt x="2670454" y="495300"/>
                  </a:lnTo>
                  <a:lnTo>
                    <a:pt x="2669336" y="495769"/>
                  </a:lnTo>
                  <a:lnTo>
                    <a:pt x="2667470" y="497636"/>
                  </a:lnTo>
                  <a:lnTo>
                    <a:pt x="2667000" y="498754"/>
                  </a:lnTo>
                  <a:lnTo>
                    <a:pt x="2667000" y="501383"/>
                  </a:lnTo>
                  <a:lnTo>
                    <a:pt x="2667470" y="502500"/>
                  </a:lnTo>
                  <a:lnTo>
                    <a:pt x="2669336" y="504367"/>
                  </a:lnTo>
                  <a:lnTo>
                    <a:pt x="2670454" y="504825"/>
                  </a:lnTo>
                  <a:lnTo>
                    <a:pt x="2673083" y="504825"/>
                  </a:lnTo>
                  <a:lnTo>
                    <a:pt x="2674201" y="504367"/>
                  </a:lnTo>
                  <a:lnTo>
                    <a:pt x="2676067" y="502500"/>
                  </a:lnTo>
                  <a:lnTo>
                    <a:pt x="2676525" y="501383"/>
                  </a:lnTo>
                  <a:lnTo>
                    <a:pt x="2676525" y="498754"/>
                  </a:lnTo>
                  <a:close/>
                </a:path>
                <a:path w="3676650" h="1495425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3676650" h="1495425">
                  <a:moveTo>
                    <a:pt x="2724150" y="1489354"/>
                  </a:moveTo>
                  <a:lnTo>
                    <a:pt x="2723692" y="1488236"/>
                  </a:lnTo>
                  <a:lnTo>
                    <a:pt x="2721826" y="1486369"/>
                  </a:lnTo>
                  <a:lnTo>
                    <a:pt x="2720708" y="1485900"/>
                  </a:lnTo>
                  <a:lnTo>
                    <a:pt x="2718079" y="1485900"/>
                  </a:lnTo>
                  <a:lnTo>
                    <a:pt x="2716961" y="1486369"/>
                  </a:lnTo>
                  <a:lnTo>
                    <a:pt x="2715095" y="1488236"/>
                  </a:lnTo>
                  <a:lnTo>
                    <a:pt x="2714625" y="1489354"/>
                  </a:lnTo>
                  <a:lnTo>
                    <a:pt x="2714625" y="1491983"/>
                  </a:lnTo>
                  <a:lnTo>
                    <a:pt x="2715095" y="1493100"/>
                  </a:lnTo>
                  <a:lnTo>
                    <a:pt x="2716961" y="1494967"/>
                  </a:lnTo>
                  <a:lnTo>
                    <a:pt x="2718079" y="1495425"/>
                  </a:lnTo>
                  <a:lnTo>
                    <a:pt x="2720708" y="1495425"/>
                  </a:lnTo>
                  <a:lnTo>
                    <a:pt x="2721826" y="1494967"/>
                  </a:lnTo>
                  <a:lnTo>
                    <a:pt x="2723692" y="1493100"/>
                  </a:lnTo>
                  <a:lnTo>
                    <a:pt x="2724150" y="1491983"/>
                  </a:lnTo>
                  <a:lnTo>
                    <a:pt x="2724150" y="1489354"/>
                  </a:lnTo>
                  <a:close/>
                </a:path>
                <a:path w="3676650" h="1495425">
                  <a:moveTo>
                    <a:pt x="2724150" y="994054"/>
                  </a:moveTo>
                  <a:lnTo>
                    <a:pt x="2723692" y="992936"/>
                  </a:lnTo>
                  <a:lnTo>
                    <a:pt x="2721826" y="991069"/>
                  </a:lnTo>
                  <a:lnTo>
                    <a:pt x="2720708" y="990600"/>
                  </a:lnTo>
                  <a:lnTo>
                    <a:pt x="2718079" y="990600"/>
                  </a:lnTo>
                  <a:lnTo>
                    <a:pt x="2716961" y="991069"/>
                  </a:lnTo>
                  <a:lnTo>
                    <a:pt x="2715095" y="992936"/>
                  </a:lnTo>
                  <a:lnTo>
                    <a:pt x="2714625" y="994054"/>
                  </a:lnTo>
                  <a:lnTo>
                    <a:pt x="2714625" y="996683"/>
                  </a:lnTo>
                  <a:lnTo>
                    <a:pt x="2715095" y="997800"/>
                  </a:lnTo>
                  <a:lnTo>
                    <a:pt x="2716961" y="999667"/>
                  </a:lnTo>
                  <a:lnTo>
                    <a:pt x="2718079" y="1000125"/>
                  </a:lnTo>
                  <a:lnTo>
                    <a:pt x="2720708" y="1000125"/>
                  </a:lnTo>
                  <a:lnTo>
                    <a:pt x="2721826" y="999667"/>
                  </a:lnTo>
                  <a:lnTo>
                    <a:pt x="2723692" y="997800"/>
                  </a:lnTo>
                  <a:lnTo>
                    <a:pt x="2724150" y="996683"/>
                  </a:lnTo>
                  <a:lnTo>
                    <a:pt x="2724150" y="994054"/>
                  </a:lnTo>
                  <a:close/>
                </a:path>
                <a:path w="3676650" h="1495425">
                  <a:moveTo>
                    <a:pt x="2724150" y="498754"/>
                  </a:moveTo>
                  <a:lnTo>
                    <a:pt x="2723692" y="497636"/>
                  </a:lnTo>
                  <a:lnTo>
                    <a:pt x="2721826" y="495769"/>
                  </a:lnTo>
                  <a:lnTo>
                    <a:pt x="2720708" y="495300"/>
                  </a:lnTo>
                  <a:lnTo>
                    <a:pt x="2718079" y="495300"/>
                  </a:lnTo>
                  <a:lnTo>
                    <a:pt x="2716961" y="495769"/>
                  </a:lnTo>
                  <a:lnTo>
                    <a:pt x="2715095" y="497636"/>
                  </a:lnTo>
                  <a:lnTo>
                    <a:pt x="2714625" y="498754"/>
                  </a:lnTo>
                  <a:lnTo>
                    <a:pt x="2714625" y="501383"/>
                  </a:lnTo>
                  <a:lnTo>
                    <a:pt x="2715095" y="502500"/>
                  </a:lnTo>
                  <a:lnTo>
                    <a:pt x="2716961" y="504367"/>
                  </a:lnTo>
                  <a:lnTo>
                    <a:pt x="2718079" y="504825"/>
                  </a:lnTo>
                  <a:lnTo>
                    <a:pt x="2720708" y="504825"/>
                  </a:lnTo>
                  <a:lnTo>
                    <a:pt x="2721826" y="504367"/>
                  </a:lnTo>
                  <a:lnTo>
                    <a:pt x="2723692" y="502500"/>
                  </a:lnTo>
                  <a:lnTo>
                    <a:pt x="2724150" y="501383"/>
                  </a:lnTo>
                  <a:lnTo>
                    <a:pt x="2724150" y="498754"/>
                  </a:lnTo>
                  <a:close/>
                </a:path>
                <a:path w="3676650" h="1495425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3676650" h="1495425">
                  <a:moveTo>
                    <a:pt x="2771775" y="1489354"/>
                  </a:moveTo>
                  <a:lnTo>
                    <a:pt x="2771317" y="1488236"/>
                  </a:lnTo>
                  <a:lnTo>
                    <a:pt x="2769451" y="1486369"/>
                  </a:lnTo>
                  <a:lnTo>
                    <a:pt x="2768333" y="1485900"/>
                  </a:lnTo>
                  <a:lnTo>
                    <a:pt x="2765704" y="1485900"/>
                  </a:lnTo>
                  <a:lnTo>
                    <a:pt x="2764586" y="1486369"/>
                  </a:lnTo>
                  <a:lnTo>
                    <a:pt x="2762720" y="1488236"/>
                  </a:lnTo>
                  <a:lnTo>
                    <a:pt x="2762250" y="1489354"/>
                  </a:lnTo>
                  <a:lnTo>
                    <a:pt x="2762250" y="1491983"/>
                  </a:lnTo>
                  <a:lnTo>
                    <a:pt x="2762720" y="1493100"/>
                  </a:lnTo>
                  <a:lnTo>
                    <a:pt x="2764586" y="1494967"/>
                  </a:lnTo>
                  <a:lnTo>
                    <a:pt x="2765704" y="1495425"/>
                  </a:lnTo>
                  <a:lnTo>
                    <a:pt x="2768333" y="1495425"/>
                  </a:lnTo>
                  <a:lnTo>
                    <a:pt x="2769451" y="1494967"/>
                  </a:lnTo>
                  <a:lnTo>
                    <a:pt x="2771317" y="1493100"/>
                  </a:lnTo>
                  <a:lnTo>
                    <a:pt x="2771775" y="1491983"/>
                  </a:lnTo>
                  <a:lnTo>
                    <a:pt x="2771775" y="1489354"/>
                  </a:lnTo>
                  <a:close/>
                </a:path>
                <a:path w="3676650" h="1495425">
                  <a:moveTo>
                    <a:pt x="2771775" y="994054"/>
                  </a:moveTo>
                  <a:lnTo>
                    <a:pt x="2771317" y="992936"/>
                  </a:lnTo>
                  <a:lnTo>
                    <a:pt x="2769451" y="991069"/>
                  </a:lnTo>
                  <a:lnTo>
                    <a:pt x="2768333" y="990600"/>
                  </a:lnTo>
                  <a:lnTo>
                    <a:pt x="2765704" y="990600"/>
                  </a:lnTo>
                  <a:lnTo>
                    <a:pt x="2764586" y="991069"/>
                  </a:lnTo>
                  <a:lnTo>
                    <a:pt x="2762720" y="992936"/>
                  </a:lnTo>
                  <a:lnTo>
                    <a:pt x="2762250" y="994054"/>
                  </a:lnTo>
                  <a:lnTo>
                    <a:pt x="2762250" y="996683"/>
                  </a:lnTo>
                  <a:lnTo>
                    <a:pt x="2762720" y="997800"/>
                  </a:lnTo>
                  <a:lnTo>
                    <a:pt x="2764586" y="999667"/>
                  </a:lnTo>
                  <a:lnTo>
                    <a:pt x="2765704" y="1000125"/>
                  </a:lnTo>
                  <a:lnTo>
                    <a:pt x="2768333" y="1000125"/>
                  </a:lnTo>
                  <a:lnTo>
                    <a:pt x="2769451" y="999667"/>
                  </a:lnTo>
                  <a:lnTo>
                    <a:pt x="2771317" y="997800"/>
                  </a:lnTo>
                  <a:lnTo>
                    <a:pt x="2771775" y="996683"/>
                  </a:lnTo>
                  <a:lnTo>
                    <a:pt x="2771775" y="994054"/>
                  </a:lnTo>
                  <a:close/>
                </a:path>
                <a:path w="3676650" h="1495425">
                  <a:moveTo>
                    <a:pt x="2771775" y="498754"/>
                  </a:moveTo>
                  <a:lnTo>
                    <a:pt x="2771317" y="497636"/>
                  </a:lnTo>
                  <a:lnTo>
                    <a:pt x="2769451" y="495769"/>
                  </a:lnTo>
                  <a:lnTo>
                    <a:pt x="2768333" y="495300"/>
                  </a:lnTo>
                  <a:lnTo>
                    <a:pt x="2765704" y="495300"/>
                  </a:lnTo>
                  <a:lnTo>
                    <a:pt x="2764586" y="495769"/>
                  </a:lnTo>
                  <a:lnTo>
                    <a:pt x="2762720" y="497636"/>
                  </a:lnTo>
                  <a:lnTo>
                    <a:pt x="2762250" y="498754"/>
                  </a:lnTo>
                  <a:lnTo>
                    <a:pt x="2762250" y="501383"/>
                  </a:lnTo>
                  <a:lnTo>
                    <a:pt x="2762720" y="502500"/>
                  </a:lnTo>
                  <a:lnTo>
                    <a:pt x="2764586" y="504367"/>
                  </a:lnTo>
                  <a:lnTo>
                    <a:pt x="2765704" y="504825"/>
                  </a:lnTo>
                  <a:lnTo>
                    <a:pt x="2768333" y="504825"/>
                  </a:lnTo>
                  <a:lnTo>
                    <a:pt x="2769451" y="504367"/>
                  </a:lnTo>
                  <a:lnTo>
                    <a:pt x="2771317" y="502500"/>
                  </a:lnTo>
                  <a:lnTo>
                    <a:pt x="2771775" y="501383"/>
                  </a:lnTo>
                  <a:lnTo>
                    <a:pt x="2771775" y="498754"/>
                  </a:lnTo>
                  <a:close/>
                </a:path>
                <a:path w="3676650" h="1495425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3676650" h="1495425">
                  <a:moveTo>
                    <a:pt x="2819400" y="1489354"/>
                  </a:moveTo>
                  <a:lnTo>
                    <a:pt x="2818942" y="1488236"/>
                  </a:lnTo>
                  <a:lnTo>
                    <a:pt x="2817076" y="1486369"/>
                  </a:lnTo>
                  <a:lnTo>
                    <a:pt x="2815958" y="1485900"/>
                  </a:lnTo>
                  <a:lnTo>
                    <a:pt x="2813329" y="1485900"/>
                  </a:lnTo>
                  <a:lnTo>
                    <a:pt x="2812211" y="1486369"/>
                  </a:lnTo>
                  <a:lnTo>
                    <a:pt x="2810345" y="1488236"/>
                  </a:lnTo>
                  <a:lnTo>
                    <a:pt x="2809875" y="1489354"/>
                  </a:lnTo>
                  <a:lnTo>
                    <a:pt x="2809875" y="1491983"/>
                  </a:lnTo>
                  <a:lnTo>
                    <a:pt x="2810345" y="1493100"/>
                  </a:lnTo>
                  <a:lnTo>
                    <a:pt x="2812211" y="1494967"/>
                  </a:lnTo>
                  <a:lnTo>
                    <a:pt x="2813329" y="1495425"/>
                  </a:lnTo>
                  <a:lnTo>
                    <a:pt x="2815958" y="1495425"/>
                  </a:lnTo>
                  <a:lnTo>
                    <a:pt x="2817076" y="1494967"/>
                  </a:lnTo>
                  <a:lnTo>
                    <a:pt x="2818942" y="1493100"/>
                  </a:lnTo>
                  <a:lnTo>
                    <a:pt x="2819400" y="1491983"/>
                  </a:lnTo>
                  <a:lnTo>
                    <a:pt x="2819400" y="1489354"/>
                  </a:lnTo>
                  <a:close/>
                </a:path>
                <a:path w="3676650" h="1495425">
                  <a:moveTo>
                    <a:pt x="2819400" y="994054"/>
                  </a:moveTo>
                  <a:lnTo>
                    <a:pt x="2818942" y="992936"/>
                  </a:lnTo>
                  <a:lnTo>
                    <a:pt x="2817076" y="991069"/>
                  </a:lnTo>
                  <a:lnTo>
                    <a:pt x="2815958" y="990600"/>
                  </a:lnTo>
                  <a:lnTo>
                    <a:pt x="2813329" y="990600"/>
                  </a:lnTo>
                  <a:lnTo>
                    <a:pt x="2812211" y="991069"/>
                  </a:lnTo>
                  <a:lnTo>
                    <a:pt x="2810345" y="992936"/>
                  </a:lnTo>
                  <a:lnTo>
                    <a:pt x="2809875" y="994054"/>
                  </a:lnTo>
                  <a:lnTo>
                    <a:pt x="2809875" y="996683"/>
                  </a:lnTo>
                  <a:lnTo>
                    <a:pt x="2810345" y="997800"/>
                  </a:lnTo>
                  <a:lnTo>
                    <a:pt x="2812211" y="999667"/>
                  </a:lnTo>
                  <a:lnTo>
                    <a:pt x="2813329" y="1000125"/>
                  </a:lnTo>
                  <a:lnTo>
                    <a:pt x="2815958" y="1000125"/>
                  </a:lnTo>
                  <a:lnTo>
                    <a:pt x="2817076" y="999667"/>
                  </a:lnTo>
                  <a:lnTo>
                    <a:pt x="2818942" y="997800"/>
                  </a:lnTo>
                  <a:lnTo>
                    <a:pt x="2819400" y="996683"/>
                  </a:lnTo>
                  <a:lnTo>
                    <a:pt x="2819400" y="994054"/>
                  </a:lnTo>
                  <a:close/>
                </a:path>
                <a:path w="3676650" h="1495425">
                  <a:moveTo>
                    <a:pt x="2819400" y="498754"/>
                  </a:moveTo>
                  <a:lnTo>
                    <a:pt x="2818942" y="497636"/>
                  </a:lnTo>
                  <a:lnTo>
                    <a:pt x="2817076" y="495769"/>
                  </a:lnTo>
                  <a:lnTo>
                    <a:pt x="2815958" y="495300"/>
                  </a:lnTo>
                  <a:lnTo>
                    <a:pt x="2813329" y="495300"/>
                  </a:lnTo>
                  <a:lnTo>
                    <a:pt x="2812211" y="495769"/>
                  </a:lnTo>
                  <a:lnTo>
                    <a:pt x="2810345" y="497636"/>
                  </a:lnTo>
                  <a:lnTo>
                    <a:pt x="2809875" y="498754"/>
                  </a:lnTo>
                  <a:lnTo>
                    <a:pt x="2809875" y="501383"/>
                  </a:lnTo>
                  <a:lnTo>
                    <a:pt x="2810345" y="502500"/>
                  </a:lnTo>
                  <a:lnTo>
                    <a:pt x="2812211" y="504367"/>
                  </a:lnTo>
                  <a:lnTo>
                    <a:pt x="2813329" y="504825"/>
                  </a:lnTo>
                  <a:lnTo>
                    <a:pt x="2815958" y="504825"/>
                  </a:lnTo>
                  <a:lnTo>
                    <a:pt x="2817076" y="504367"/>
                  </a:lnTo>
                  <a:lnTo>
                    <a:pt x="2818942" y="502500"/>
                  </a:lnTo>
                  <a:lnTo>
                    <a:pt x="2819400" y="501383"/>
                  </a:lnTo>
                  <a:lnTo>
                    <a:pt x="2819400" y="498754"/>
                  </a:lnTo>
                  <a:close/>
                </a:path>
                <a:path w="3676650" h="1495425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3676650" h="1495425">
                  <a:moveTo>
                    <a:pt x="2867025" y="1489354"/>
                  </a:moveTo>
                  <a:lnTo>
                    <a:pt x="2866567" y="1488236"/>
                  </a:lnTo>
                  <a:lnTo>
                    <a:pt x="2864701" y="1486369"/>
                  </a:lnTo>
                  <a:lnTo>
                    <a:pt x="2863583" y="1485900"/>
                  </a:lnTo>
                  <a:lnTo>
                    <a:pt x="2860954" y="1485900"/>
                  </a:lnTo>
                  <a:lnTo>
                    <a:pt x="2859836" y="1486369"/>
                  </a:lnTo>
                  <a:lnTo>
                    <a:pt x="2857970" y="1488236"/>
                  </a:lnTo>
                  <a:lnTo>
                    <a:pt x="2857500" y="1489354"/>
                  </a:lnTo>
                  <a:lnTo>
                    <a:pt x="2857500" y="1491983"/>
                  </a:lnTo>
                  <a:lnTo>
                    <a:pt x="2857970" y="1493100"/>
                  </a:lnTo>
                  <a:lnTo>
                    <a:pt x="2859836" y="1494967"/>
                  </a:lnTo>
                  <a:lnTo>
                    <a:pt x="2860954" y="1495425"/>
                  </a:lnTo>
                  <a:lnTo>
                    <a:pt x="2863583" y="1495425"/>
                  </a:lnTo>
                  <a:lnTo>
                    <a:pt x="2864701" y="1494967"/>
                  </a:lnTo>
                  <a:lnTo>
                    <a:pt x="2866567" y="1493100"/>
                  </a:lnTo>
                  <a:lnTo>
                    <a:pt x="2867025" y="1491983"/>
                  </a:lnTo>
                  <a:lnTo>
                    <a:pt x="2867025" y="1489354"/>
                  </a:lnTo>
                  <a:close/>
                </a:path>
                <a:path w="3676650" h="1495425">
                  <a:moveTo>
                    <a:pt x="2867025" y="994054"/>
                  </a:moveTo>
                  <a:lnTo>
                    <a:pt x="2866567" y="992936"/>
                  </a:lnTo>
                  <a:lnTo>
                    <a:pt x="2864701" y="991069"/>
                  </a:lnTo>
                  <a:lnTo>
                    <a:pt x="2863583" y="990600"/>
                  </a:lnTo>
                  <a:lnTo>
                    <a:pt x="2860954" y="990600"/>
                  </a:lnTo>
                  <a:lnTo>
                    <a:pt x="2859836" y="991069"/>
                  </a:lnTo>
                  <a:lnTo>
                    <a:pt x="2857970" y="992936"/>
                  </a:lnTo>
                  <a:lnTo>
                    <a:pt x="2857500" y="994054"/>
                  </a:lnTo>
                  <a:lnTo>
                    <a:pt x="2857500" y="996683"/>
                  </a:lnTo>
                  <a:lnTo>
                    <a:pt x="2857970" y="997800"/>
                  </a:lnTo>
                  <a:lnTo>
                    <a:pt x="2859836" y="999667"/>
                  </a:lnTo>
                  <a:lnTo>
                    <a:pt x="2860954" y="1000125"/>
                  </a:lnTo>
                  <a:lnTo>
                    <a:pt x="2863583" y="1000125"/>
                  </a:lnTo>
                  <a:lnTo>
                    <a:pt x="2864701" y="999667"/>
                  </a:lnTo>
                  <a:lnTo>
                    <a:pt x="2866567" y="997800"/>
                  </a:lnTo>
                  <a:lnTo>
                    <a:pt x="2867025" y="996683"/>
                  </a:lnTo>
                  <a:lnTo>
                    <a:pt x="2867025" y="994054"/>
                  </a:lnTo>
                  <a:close/>
                </a:path>
                <a:path w="3676650" h="1495425">
                  <a:moveTo>
                    <a:pt x="2867025" y="498754"/>
                  </a:moveTo>
                  <a:lnTo>
                    <a:pt x="2866567" y="497636"/>
                  </a:lnTo>
                  <a:lnTo>
                    <a:pt x="2864701" y="495769"/>
                  </a:lnTo>
                  <a:lnTo>
                    <a:pt x="2863583" y="495300"/>
                  </a:lnTo>
                  <a:lnTo>
                    <a:pt x="2860954" y="495300"/>
                  </a:lnTo>
                  <a:lnTo>
                    <a:pt x="2859836" y="495769"/>
                  </a:lnTo>
                  <a:lnTo>
                    <a:pt x="2857970" y="497636"/>
                  </a:lnTo>
                  <a:lnTo>
                    <a:pt x="2857500" y="498754"/>
                  </a:lnTo>
                  <a:lnTo>
                    <a:pt x="2857500" y="501383"/>
                  </a:lnTo>
                  <a:lnTo>
                    <a:pt x="2857970" y="502500"/>
                  </a:lnTo>
                  <a:lnTo>
                    <a:pt x="2859836" y="504367"/>
                  </a:lnTo>
                  <a:lnTo>
                    <a:pt x="2860954" y="504825"/>
                  </a:lnTo>
                  <a:lnTo>
                    <a:pt x="2863583" y="504825"/>
                  </a:lnTo>
                  <a:lnTo>
                    <a:pt x="2864701" y="504367"/>
                  </a:lnTo>
                  <a:lnTo>
                    <a:pt x="2866567" y="502500"/>
                  </a:lnTo>
                  <a:lnTo>
                    <a:pt x="2867025" y="501383"/>
                  </a:lnTo>
                  <a:lnTo>
                    <a:pt x="2867025" y="498754"/>
                  </a:lnTo>
                  <a:close/>
                </a:path>
                <a:path w="3676650" h="1495425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3676650" h="1495425">
                  <a:moveTo>
                    <a:pt x="2914650" y="1489354"/>
                  </a:moveTo>
                  <a:lnTo>
                    <a:pt x="2914192" y="1488236"/>
                  </a:lnTo>
                  <a:lnTo>
                    <a:pt x="2912326" y="1486369"/>
                  </a:lnTo>
                  <a:lnTo>
                    <a:pt x="2911208" y="1485900"/>
                  </a:lnTo>
                  <a:lnTo>
                    <a:pt x="2908579" y="1485900"/>
                  </a:lnTo>
                  <a:lnTo>
                    <a:pt x="2907461" y="1486369"/>
                  </a:lnTo>
                  <a:lnTo>
                    <a:pt x="2905595" y="1488236"/>
                  </a:lnTo>
                  <a:lnTo>
                    <a:pt x="2905125" y="1489354"/>
                  </a:lnTo>
                  <a:lnTo>
                    <a:pt x="2905125" y="1491983"/>
                  </a:lnTo>
                  <a:lnTo>
                    <a:pt x="2905595" y="1493100"/>
                  </a:lnTo>
                  <a:lnTo>
                    <a:pt x="2907461" y="1494967"/>
                  </a:lnTo>
                  <a:lnTo>
                    <a:pt x="2908579" y="1495425"/>
                  </a:lnTo>
                  <a:lnTo>
                    <a:pt x="2911208" y="1495425"/>
                  </a:lnTo>
                  <a:lnTo>
                    <a:pt x="2912326" y="1494967"/>
                  </a:lnTo>
                  <a:lnTo>
                    <a:pt x="2914192" y="1493100"/>
                  </a:lnTo>
                  <a:lnTo>
                    <a:pt x="2914650" y="1491983"/>
                  </a:lnTo>
                  <a:lnTo>
                    <a:pt x="2914650" y="1489354"/>
                  </a:lnTo>
                  <a:close/>
                </a:path>
                <a:path w="3676650" h="1495425">
                  <a:moveTo>
                    <a:pt x="2914650" y="994054"/>
                  </a:moveTo>
                  <a:lnTo>
                    <a:pt x="2914192" y="992936"/>
                  </a:lnTo>
                  <a:lnTo>
                    <a:pt x="2912326" y="991069"/>
                  </a:lnTo>
                  <a:lnTo>
                    <a:pt x="2911208" y="990600"/>
                  </a:lnTo>
                  <a:lnTo>
                    <a:pt x="2908579" y="990600"/>
                  </a:lnTo>
                  <a:lnTo>
                    <a:pt x="2907461" y="991069"/>
                  </a:lnTo>
                  <a:lnTo>
                    <a:pt x="2905595" y="992936"/>
                  </a:lnTo>
                  <a:lnTo>
                    <a:pt x="2905125" y="994054"/>
                  </a:lnTo>
                  <a:lnTo>
                    <a:pt x="2905125" y="996683"/>
                  </a:lnTo>
                  <a:lnTo>
                    <a:pt x="2905595" y="997800"/>
                  </a:lnTo>
                  <a:lnTo>
                    <a:pt x="2907461" y="999667"/>
                  </a:lnTo>
                  <a:lnTo>
                    <a:pt x="2908579" y="1000125"/>
                  </a:lnTo>
                  <a:lnTo>
                    <a:pt x="2911208" y="1000125"/>
                  </a:lnTo>
                  <a:lnTo>
                    <a:pt x="2912326" y="999667"/>
                  </a:lnTo>
                  <a:lnTo>
                    <a:pt x="2914192" y="997800"/>
                  </a:lnTo>
                  <a:lnTo>
                    <a:pt x="2914650" y="996683"/>
                  </a:lnTo>
                  <a:lnTo>
                    <a:pt x="2914650" y="994054"/>
                  </a:lnTo>
                  <a:close/>
                </a:path>
                <a:path w="3676650" h="1495425">
                  <a:moveTo>
                    <a:pt x="2914650" y="498754"/>
                  </a:moveTo>
                  <a:lnTo>
                    <a:pt x="2914192" y="497636"/>
                  </a:lnTo>
                  <a:lnTo>
                    <a:pt x="2912326" y="495769"/>
                  </a:lnTo>
                  <a:lnTo>
                    <a:pt x="2911208" y="495300"/>
                  </a:lnTo>
                  <a:lnTo>
                    <a:pt x="2908579" y="495300"/>
                  </a:lnTo>
                  <a:lnTo>
                    <a:pt x="2907461" y="495769"/>
                  </a:lnTo>
                  <a:lnTo>
                    <a:pt x="2905595" y="497636"/>
                  </a:lnTo>
                  <a:lnTo>
                    <a:pt x="2905125" y="498754"/>
                  </a:lnTo>
                  <a:lnTo>
                    <a:pt x="2905125" y="501383"/>
                  </a:lnTo>
                  <a:lnTo>
                    <a:pt x="2905595" y="502500"/>
                  </a:lnTo>
                  <a:lnTo>
                    <a:pt x="2907461" y="504367"/>
                  </a:lnTo>
                  <a:lnTo>
                    <a:pt x="2908579" y="504825"/>
                  </a:lnTo>
                  <a:lnTo>
                    <a:pt x="2911208" y="504825"/>
                  </a:lnTo>
                  <a:lnTo>
                    <a:pt x="2912326" y="504367"/>
                  </a:lnTo>
                  <a:lnTo>
                    <a:pt x="2914192" y="502500"/>
                  </a:lnTo>
                  <a:lnTo>
                    <a:pt x="2914650" y="501383"/>
                  </a:lnTo>
                  <a:lnTo>
                    <a:pt x="2914650" y="498754"/>
                  </a:lnTo>
                  <a:close/>
                </a:path>
                <a:path w="3676650" h="1495425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3676650" h="1495425">
                  <a:moveTo>
                    <a:pt x="2962275" y="1489354"/>
                  </a:moveTo>
                  <a:lnTo>
                    <a:pt x="2961817" y="1488236"/>
                  </a:lnTo>
                  <a:lnTo>
                    <a:pt x="2959951" y="1486369"/>
                  </a:lnTo>
                  <a:lnTo>
                    <a:pt x="2958833" y="1485900"/>
                  </a:lnTo>
                  <a:lnTo>
                    <a:pt x="2956204" y="1485900"/>
                  </a:lnTo>
                  <a:lnTo>
                    <a:pt x="2955086" y="1486369"/>
                  </a:lnTo>
                  <a:lnTo>
                    <a:pt x="2953220" y="1488236"/>
                  </a:lnTo>
                  <a:lnTo>
                    <a:pt x="2952750" y="1489354"/>
                  </a:lnTo>
                  <a:lnTo>
                    <a:pt x="2952750" y="1491983"/>
                  </a:lnTo>
                  <a:lnTo>
                    <a:pt x="2953220" y="1493100"/>
                  </a:lnTo>
                  <a:lnTo>
                    <a:pt x="2955086" y="1494967"/>
                  </a:lnTo>
                  <a:lnTo>
                    <a:pt x="2956204" y="1495425"/>
                  </a:lnTo>
                  <a:lnTo>
                    <a:pt x="2958833" y="1495425"/>
                  </a:lnTo>
                  <a:lnTo>
                    <a:pt x="2959951" y="1494967"/>
                  </a:lnTo>
                  <a:lnTo>
                    <a:pt x="2961817" y="1493100"/>
                  </a:lnTo>
                  <a:lnTo>
                    <a:pt x="2962275" y="1491983"/>
                  </a:lnTo>
                  <a:lnTo>
                    <a:pt x="2962275" y="1489354"/>
                  </a:lnTo>
                  <a:close/>
                </a:path>
                <a:path w="3676650" h="1495425">
                  <a:moveTo>
                    <a:pt x="2962275" y="994054"/>
                  </a:moveTo>
                  <a:lnTo>
                    <a:pt x="2961817" y="992936"/>
                  </a:lnTo>
                  <a:lnTo>
                    <a:pt x="2959951" y="991069"/>
                  </a:lnTo>
                  <a:lnTo>
                    <a:pt x="2958833" y="990600"/>
                  </a:lnTo>
                  <a:lnTo>
                    <a:pt x="2956204" y="990600"/>
                  </a:lnTo>
                  <a:lnTo>
                    <a:pt x="2955086" y="991069"/>
                  </a:lnTo>
                  <a:lnTo>
                    <a:pt x="2953220" y="992936"/>
                  </a:lnTo>
                  <a:lnTo>
                    <a:pt x="2952750" y="994054"/>
                  </a:lnTo>
                  <a:lnTo>
                    <a:pt x="2952750" y="996683"/>
                  </a:lnTo>
                  <a:lnTo>
                    <a:pt x="2953220" y="997800"/>
                  </a:lnTo>
                  <a:lnTo>
                    <a:pt x="2955086" y="999667"/>
                  </a:lnTo>
                  <a:lnTo>
                    <a:pt x="2956204" y="1000125"/>
                  </a:lnTo>
                  <a:lnTo>
                    <a:pt x="2958833" y="1000125"/>
                  </a:lnTo>
                  <a:lnTo>
                    <a:pt x="2959951" y="999667"/>
                  </a:lnTo>
                  <a:lnTo>
                    <a:pt x="2961817" y="997800"/>
                  </a:lnTo>
                  <a:lnTo>
                    <a:pt x="2962275" y="996683"/>
                  </a:lnTo>
                  <a:lnTo>
                    <a:pt x="2962275" y="994054"/>
                  </a:lnTo>
                  <a:close/>
                </a:path>
                <a:path w="3676650" h="1495425">
                  <a:moveTo>
                    <a:pt x="2962275" y="498754"/>
                  </a:moveTo>
                  <a:lnTo>
                    <a:pt x="2961817" y="497636"/>
                  </a:lnTo>
                  <a:lnTo>
                    <a:pt x="2959951" y="495769"/>
                  </a:lnTo>
                  <a:lnTo>
                    <a:pt x="2958833" y="495300"/>
                  </a:lnTo>
                  <a:lnTo>
                    <a:pt x="2956204" y="495300"/>
                  </a:lnTo>
                  <a:lnTo>
                    <a:pt x="2955086" y="495769"/>
                  </a:lnTo>
                  <a:lnTo>
                    <a:pt x="2953220" y="497636"/>
                  </a:lnTo>
                  <a:lnTo>
                    <a:pt x="2952750" y="498754"/>
                  </a:lnTo>
                  <a:lnTo>
                    <a:pt x="2952750" y="501383"/>
                  </a:lnTo>
                  <a:lnTo>
                    <a:pt x="2953220" y="502500"/>
                  </a:lnTo>
                  <a:lnTo>
                    <a:pt x="2955086" y="504367"/>
                  </a:lnTo>
                  <a:lnTo>
                    <a:pt x="2956204" y="504825"/>
                  </a:lnTo>
                  <a:lnTo>
                    <a:pt x="2958833" y="504825"/>
                  </a:lnTo>
                  <a:lnTo>
                    <a:pt x="2959951" y="504367"/>
                  </a:lnTo>
                  <a:lnTo>
                    <a:pt x="2961817" y="502500"/>
                  </a:lnTo>
                  <a:lnTo>
                    <a:pt x="2962275" y="501383"/>
                  </a:lnTo>
                  <a:lnTo>
                    <a:pt x="2962275" y="498754"/>
                  </a:lnTo>
                  <a:close/>
                </a:path>
                <a:path w="3676650" h="1495425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3676650" h="1495425">
                  <a:moveTo>
                    <a:pt x="3009900" y="1489354"/>
                  </a:moveTo>
                  <a:lnTo>
                    <a:pt x="3009442" y="1488236"/>
                  </a:lnTo>
                  <a:lnTo>
                    <a:pt x="3007576" y="1486369"/>
                  </a:lnTo>
                  <a:lnTo>
                    <a:pt x="3006458" y="1485900"/>
                  </a:lnTo>
                  <a:lnTo>
                    <a:pt x="3003829" y="1485900"/>
                  </a:lnTo>
                  <a:lnTo>
                    <a:pt x="3002711" y="1486369"/>
                  </a:lnTo>
                  <a:lnTo>
                    <a:pt x="3000845" y="1488236"/>
                  </a:lnTo>
                  <a:lnTo>
                    <a:pt x="3000375" y="1489354"/>
                  </a:lnTo>
                  <a:lnTo>
                    <a:pt x="3000375" y="1491983"/>
                  </a:lnTo>
                  <a:lnTo>
                    <a:pt x="3000845" y="1493100"/>
                  </a:lnTo>
                  <a:lnTo>
                    <a:pt x="3002711" y="1494967"/>
                  </a:lnTo>
                  <a:lnTo>
                    <a:pt x="3003829" y="1495425"/>
                  </a:lnTo>
                  <a:lnTo>
                    <a:pt x="3006458" y="1495425"/>
                  </a:lnTo>
                  <a:lnTo>
                    <a:pt x="3007576" y="1494967"/>
                  </a:lnTo>
                  <a:lnTo>
                    <a:pt x="3009442" y="1493100"/>
                  </a:lnTo>
                  <a:lnTo>
                    <a:pt x="3009900" y="1491983"/>
                  </a:lnTo>
                  <a:lnTo>
                    <a:pt x="3009900" y="1489354"/>
                  </a:lnTo>
                  <a:close/>
                </a:path>
                <a:path w="3676650" h="1495425">
                  <a:moveTo>
                    <a:pt x="3009900" y="994054"/>
                  </a:moveTo>
                  <a:lnTo>
                    <a:pt x="3009442" y="992936"/>
                  </a:lnTo>
                  <a:lnTo>
                    <a:pt x="3007576" y="991069"/>
                  </a:lnTo>
                  <a:lnTo>
                    <a:pt x="3006458" y="990600"/>
                  </a:lnTo>
                  <a:lnTo>
                    <a:pt x="3003829" y="990600"/>
                  </a:lnTo>
                  <a:lnTo>
                    <a:pt x="3002711" y="991069"/>
                  </a:lnTo>
                  <a:lnTo>
                    <a:pt x="3000845" y="992936"/>
                  </a:lnTo>
                  <a:lnTo>
                    <a:pt x="3000375" y="994054"/>
                  </a:lnTo>
                  <a:lnTo>
                    <a:pt x="3000375" y="996683"/>
                  </a:lnTo>
                  <a:lnTo>
                    <a:pt x="3000845" y="997800"/>
                  </a:lnTo>
                  <a:lnTo>
                    <a:pt x="3002711" y="999667"/>
                  </a:lnTo>
                  <a:lnTo>
                    <a:pt x="3003829" y="1000125"/>
                  </a:lnTo>
                  <a:lnTo>
                    <a:pt x="3006458" y="1000125"/>
                  </a:lnTo>
                  <a:lnTo>
                    <a:pt x="3007576" y="999667"/>
                  </a:lnTo>
                  <a:lnTo>
                    <a:pt x="3009442" y="997800"/>
                  </a:lnTo>
                  <a:lnTo>
                    <a:pt x="3009900" y="996683"/>
                  </a:lnTo>
                  <a:lnTo>
                    <a:pt x="3009900" y="994054"/>
                  </a:lnTo>
                  <a:close/>
                </a:path>
                <a:path w="3676650" h="1495425">
                  <a:moveTo>
                    <a:pt x="3009900" y="498754"/>
                  </a:moveTo>
                  <a:lnTo>
                    <a:pt x="3009442" y="497636"/>
                  </a:lnTo>
                  <a:lnTo>
                    <a:pt x="3007576" y="495769"/>
                  </a:lnTo>
                  <a:lnTo>
                    <a:pt x="3006458" y="495300"/>
                  </a:lnTo>
                  <a:lnTo>
                    <a:pt x="3003829" y="495300"/>
                  </a:lnTo>
                  <a:lnTo>
                    <a:pt x="3002711" y="495769"/>
                  </a:lnTo>
                  <a:lnTo>
                    <a:pt x="3000845" y="497636"/>
                  </a:lnTo>
                  <a:lnTo>
                    <a:pt x="3000375" y="498754"/>
                  </a:lnTo>
                  <a:lnTo>
                    <a:pt x="3000375" y="501383"/>
                  </a:lnTo>
                  <a:lnTo>
                    <a:pt x="3000845" y="502500"/>
                  </a:lnTo>
                  <a:lnTo>
                    <a:pt x="3002711" y="504367"/>
                  </a:lnTo>
                  <a:lnTo>
                    <a:pt x="3003829" y="504825"/>
                  </a:lnTo>
                  <a:lnTo>
                    <a:pt x="3006458" y="504825"/>
                  </a:lnTo>
                  <a:lnTo>
                    <a:pt x="3007576" y="504367"/>
                  </a:lnTo>
                  <a:lnTo>
                    <a:pt x="3009442" y="502500"/>
                  </a:lnTo>
                  <a:lnTo>
                    <a:pt x="3009900" y="501383"/>
                  </a:lnTo>
                  <a:lnTo>
                    <a:pt x="3009900" y="498754"/>
                  </a:lnTo>
                  <a:close/>
                </a:path>
                <a:path w="3676650" h="1495425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3676650" h="1495425">
                  <a:moveTo>
                    <a:pt x="3057525" y="1489354"/>
                  </a:moveTo>
                  <a:lnTo>
                    <a:pt x="3057067" y="1488236"/>
                  </a:lnTo>
                  <a:lnTo>
                    <a:pt x="3055201" y="1486369"/>
                  </a:lnTo>
                  <a:lnTo>
                    <a:pt x="3054083" y="1485900"/>
                  </a:lnTo>
                  <a:lnTo>
                    <a:pt x="3051454" y="1485900"/>
                  </a:lnTo>
                  <a:lnTo>
                    <a:pt x="3050324" y="1486369"/>
                  </a:lnTo>
                  <a:lnTo>
                    <a:pt x="3048470" y="1488236"/>
                  </a:lnTo>
                  <a:lnTo>
                    <a:pt x="3048000" y="1489354"/>
                  </a:lnTo>
                  <a:lnTo>
                    <a:pt x="3048000" y="1491983"/>
                  </a:lnTo>
                  <a:lnTo>
                    <a:pt x="3048470" y="1493100"/>
                  </a:lnTo>
                  <a:lnTo>
                    <a:pt x="3050324" y="1494967"/>
                  </a:lnTo>
                  <a:lnTo>
                    <a:pt x="3051454" y="1495425"/>
                  </a:lnTo>
                  <a:lnTo>
                    <a:pt x="3054083" y="1495425"/>
                  </a:lnTo>
                  <a:lnTo>
                    <a:pt x="3055201" y="1494967"/>
                  </a:lnTo>
                  <a:lnTo>
                    <a:pt x="3057067" y="1493100"/>
                  </a:lnTo>
                  <a:lnTo>
                    <a:pt x="3057525" y="1491983"/>
                  </a:lnTo>
                  <a:lnTo>
                    <a:pt x="3057525" y="1489354"/>
                  </a:lnTo>
                  <a:close/>
                </a:path>
                <a:path w="3676650" h="1495425">
                  <a:moveTo>
                    <a:pt x="3057525" y="994054"/>
                  </a:moveTo>
                  <a:lnTo>
                    <a:pt x="3057067" y="992936"/>
                  </a:lnTo>
                  <a:lnTo>
                    <a:pt x="3055201" y="991069"/>
                  </a:lnTo>
                  <a:lnTo>
                    <a:pt x="3054083" y="990600"/>
                  </a:lnTo>
                  <a:lnTo>
                    <a:pt x="3051454" y="990600"/>
                  </a:lnTo>
                  <a:lnTo>
                    <a:pt x="3050324" y="991069"/>
                  </a:lnTo>
                  <a:lnTo>
                    <a:pt x="3048470" y="992936"/>
                  </a:lnTo>
                  <a:lnTo>
                    <a:pt x="3048000" y="994054"/>
                  </a:lnTo>
                  <a:lnTo>
                    <a:pt x="3048000" y="996683"/>
                  </a:lnTo>
                  <a:lnTo>
                    <a:pt x="3048470" y="997800"/>
                  </a:lnTo>
                  <a:lnTo>
                    <a:pt x="3050324" y="999667"/>
                  </a:lnTo>
                  <a:lnTo>
                    <a:pt x="3051454" y="1000125"/>
                  </a:lnTo>
                  <a:lnTo>
                    <a:pt x="3054083" y="1000125"/>
                  </a:lnTo>
                  <a:lnTo>
                    <a:pt x="3055201" y="999667"/>
                  </a:lnTo>
                  <a:lnTo>
                    <a:pt x="3057067" y="997800"/>
                  </a:lnTo>
                  <a:lnTo>
                    <a:pt x="3057525" y="996683"/>
                  </a:lnTo>
                  <a:lnTo>
                    <a:pt x="3057525" y="994054"/>
                  </a:lnTo>
                  <a:close/>
                </a:path>
                <a:path w="3676650" h="1495425">
                  <a:moveTo>
                    <a:pt x="3057525" y="498754"/>
                  </a:moveTo>
                  <a:lnTo>
                    <a:pt x="3057067" y="497636"/>
                  </a:lnTo>
                  <a:lnTo>
                    <a:pt x="3055201" y="495769"/>
                  </a:lnTo>
                  <a:lnTo>
                    <a:pt x="3054083" y="495300"/>
                  </a:lnTo>
                  <a:lnTo>
                    <a:pt x="3051454" y="495300"/>
                  </a:lnTo>
                  <a:lnTo>
                    <a:pt x="3050324" y="495769"/>
                  </a:lnTo>
                  <a:lnTo>
                    <a:pt x="3048470" y="497636"/>
                  </a:lnTo>
                  <a:lnTo>
                    <a:pt x="3048000" y="498754"/>
                  </a:lnTo>
                  <a:lnTo>
                    <a:pt x="3048000" y="501383"/>
                  </a:lnTo>
                  <a:lnTo>
                    <a:pt x="3048470" y="502500"/>
                  </a:lnTo>
                  <a:lnTo>
                    <a:pt x="3050324" y="504367"/>
                  </a:lnTo>
                  <a:lnTo>
                    <a:pt x="3051454" y="504825"/>
                  </a:lnTo>
                  <a:lnTo>
                    <a:pt x="3054083" y="504825"/>
                  </a:lnTo>
                  <a:lnTo>
                    <a:pt x="3055201" y="504367"/>
                  </a:lnTo>
                  <a:lnTo>
                    <a:pt x="3057067" y="502500"/>
                  </a:lnTo>
                  <a:lnTo>
                    <a:pt x="3057525" y="501383"/>
                  </a:lnTo>
                  <a:lnTo>
                    <a:pt x="3057525" y="498754"/>
                  </a:lnTo>
                  <a:close/>
                </a:path>
                <a:path w="3676650" h="1495425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24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24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3676650" h="1495425">
                  <a:moveTo>
                    <a:pt x="3105150" y="1489354"/>
                  </a:moveTo>
                  <a:lnTo>
                    <a:pt x="3104692" y="1488236"/>
                  </a:lnTo>
                  <a:lnTo>
                    <a:pt x="3102826" y="1486369"/>
                  </a:lnTo>
                  <a:lnTo>
                    <a:pt x="3101708" y="1485900"/>
                  </a:lnTo>
                  <a:lnTo>
                    <a:pt x="3099079" y="1485900"/>
                  </a:lnTo>
                  <a:lnTo>
                    <a:pt x="3097961" y="1486369"/>
                  </a:lnTo>
                  <a:lnTo>
                    <a:pt x="3096095" y="1488236"/>
                  </a:lnTo>
                  <a:lnTo>
                    <a:pt x="3095625" y="1489354"/>
                  </a:lnTo>
                  <a:lnTo>
                    <a:pt x="3095625" y="1491983"/>
                  </a:lnTo>
                  <a:lnTo>
                    <a:pt x="3096095" y="1493100"/>
                  </a:lnTo>
                  <a:lnTo>
                    <a:pt x="3097961" y="1494967"/>
                  </a:lnTo>
                  <a:lnTo>
                    <a:pt x="3099079" y="1495425"/>
                  </a:lnTo>
                  <a:lnTo>
                    <a:pt x="3101708" y="1495425"/>
                  </a:lnTo>
                  <a:lnTo>
                    <a:pt x="3102826" y="1494967"/>
                  </a:lnTo>
                  <a:lnTo>
                    <a:pt x="3104692" y="1493100"/>
                  </a:lnTo>
                  <a:lnTo>
                    <a:pt x="3105150" y="1491983"/>
                  </a:lnTo>
                  <a:lnTo>
                    <a:pt x="3105150" y="1489354"/>
                  </a:lnTo>
                  <a:close/>
                </a:path>
                <a:path w="3676650" h="1495425">
                  <a:moveTo>
                    <a:pt x="3105150" y="994054"/>
                  </a:moveTo>
                  <a:lnTo>
                    <a:pt x="3104692" y="992936"/>
                  </a:lnTo>
                  <a:lnTo>
                    <a:pt x="3102826" y="991069"/>
                  </a:lnTo>
                  <a:lnTo>
                    <a:pt x="3101708" y="990600"/>
                  </a:lnTo>
                  <a:lnTo>
                    <a:pt x="3099079" y="990600"/>
                  </a:lnTo>
                  <a:lnTo>
                    <a:pt x="3097961" y="991069"/>
                  </a:lnTo>
                  <a:lnTo>
                    <a:pt x="3096095" y="992936"/>
                  </a:lnTo>
                  <a:lnTo>
                    <a:pt x="3095625" y="994054"/>
                  </a:lnTo>
                  <a:lnTo>
                    <a:pt x="3095625" y="996683"/>
                  </a:lnTo>
                  <a:lnTo>
                    <a:pt x="3096095" y="997800"/>
                  </a:lnTo>
                  <a:lnTo>
                    <a:pt x="3097961" y="999667"/>
                  </a:lnTo>
                  <a:lnTo>
                    <a:pt x="3099079" y="1000125"/>
                  </a:lnTo>
                  <a:lnTo>
                    <a:pt x="3101708" y="1000125"/>
                  </a:lnTo>
                  <a:lnTo>
                    <a:pt x="3102826" y="999667"/>
                  </a:lnTo>
                  <a:lnTo>
                    <a:pt x="3104692" y="997800"/>
                  </a:lnTo>
                  <a:lnTo>
                    <a:pt x="3105150" y="996683"/>
                  </a:lnTo>
                  <a:lnTo>
                    <a:pt x="3105150" y="994054"/>
                  </a:lnTo>
                  <a:close/>
                </a:path>
                <a:path w="3676650" h="1495425">
                  <a:moveTo>
                    <a:pt x="3105150" y="498754"/>
                  </a:moveTo>
                  <a:lnTo>
                    <a:pt x="3104692" y="497636"/>
                  </a:lnTo>
                  <a:lnTo>
                    <a:pt x="3102826" y="495769"/>
                  </a:lnTo>
                  <a:lnTo>
                    <a:pt x="3101708" y="495300"/>
                  </a:lnTo>
                  <a:lnTo>
                    <a:pt x="3099079" y="495300"/>
                  </a:lnTo>
                  <a:lnTo>
                    <a:pt x="3097961" y="495769"/>
                  </a:lnTo>
                  <a:lnTo>
                    <a:pt x="3096095" y="497636"/>
                  </a:lnTo>
                  <a:lnTo>
                    <a:pt x="3095625" y="498754"/>
                  </a:lnTo>
                  <a:lnTo>
                    <a:pt x="3095625" y="501383"/>
                  </a:lnTo>
                  <a:lnTo>
                    <a:pt x="3096095" y="502500"/>
                  </a:lnTo>
                  <a:lnTo>
                    <a:pt x="3097961" y="504367"/>
                  </a:lnTo>
                  <a:lnTo>
                    <a:pt x="3099079" y="504825"/>
                  </a:lnTo>
                  <a:lnTo>
                    <a:pt x="3101708" y="504825"/>
                  </a:lnTo>
                  <a:lnTo>
                    <a:pt x="3102826" y="504367"/>
                  </a:lnTo>
                  <a:lnTo>
                    <a:pt x="3104692" y="502500"/>
                  </a:lnTo>
                  <a:lnTo>
                    <a:pt x="3105150" y="501383"/>
                  </a:lnTo>
                  <a:lnTo>
                    <a:pt x="3105150" y="498754"/>
                  </a:lnTo>
                  <a:close/>
                </a:path>
                <a:path w="3676650" h="1495425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3676650" h="1495425">
                  <a:moveTo>
                    <a:pt x="3152775" y="1489354"/>
                  </a:moveTo>
                  <a:lnTo>
                    <a:pt x="3152317" y="1488236"/>
                  </a:lnTo>
                  <a:lnTo>
                    <a:pt x="3150451" y="1486369"/>
                  </a:lnTo>
                  <a:lnTo>
                    <a:pt x="3149333" y="1485900"/>
                  </a:lnTo>
                  <a:lnTo>
                    <a:pt x="3146704" y="1485900"/>
                  </a:lnTo>
                  <a:lnTo>
                    <a:pt x="3145574" y="1486369"/>
                  </a:lnTo>
                  <a:lnTo>
                    <a:pt x="3143720" y="1488236"/>
                  </a:lnTo>
                  <a:lnTo>
                    <a:pt x="3143250" y="1489354"/>
                  </a:lnTo>
                  <a:lnTo>
                    <a:pt x="3143250" y="1491983"/>
                  </a:lnTo>
                  <a:lnTo>
                    <a:pt x="3143720" y="1493100"/>
                  </a:lnTo>
                  <a:lnTo>
                    <a:pt x="3145574" y="1494967"/>
                  </a:lnTo>
                  <a:lnTo>
                    <a:pt x="3146704" y="1495425"/>
                  </a:lnTo>
                  <a:lnTo>
                    <a:pt x="3149333" y="1495425"/>
                  </a:lnTo>
                  <a:lnTo>
                    <a:pt x="3150451" y="1494967"/>
                  </a:lnTo>
                  <a:lnTo>
                    <a:pt x="3152317" y="1493100"/>
                  </a:lnTo>
                  <a:lnTo>
                    <a:pt x="3152775" y="1491983"/>
                  </a:lnTo>
                  <a:lnTo>
                    <a:pt x="3152775" y="1489354"/>
                  </a:lnTo>
                  <a:close/>
                </a:path>
                <a:path w="3676650" h="1495425">
                  <a:moveTo>
                    <a:pt x="3152775" y="994054"/>
                  </a:moveTo>
                  <a:lnTo>
                    <a:pt x="3152317" y="992936"/>
                  </a:lnTo>
                  <a:lnTo>
                    <a:pt x="3150451" y="991069"/>
                  </a:lnTo>
                  <a:lnTo>
                    <a:pt x="3149333" y="990600"/>
                  </a:lnTo>
                  <a:lnTo>
                    <a:pt x="3146704" y="990600"/>
                  </a:lnTo>
                  <a:lnTo>
                    <a:pt x="3145574" y="991069"/>
                  </a:lnTo>
                  <a:lnTo>
                    <a:pt x="3143720" y="992936"/>
                  </a:lnTo>
                  <a:lnTo>
                    <a:pt x="3143250" y="994054"/>
                  </a:lnTo>
                  <a:lnTo>
                    <a:pt x="3143250" y="996683"/>
                  </a:lnTo>
                  <a:lnTo>
                    <a:pt x="3143720" y="997800"/>
                  </a:lnTo>
                  <a:lnTo>
                    <a:pt x="3145574" y="999667"/>
                  </a:lnTo>
                  <a:lnTo>
                    <a:pt x="3146704" y="1000125"/>
                  </a:lnTo>
                  <a:lnTo>
                    <a:pt x="3149333" y="1000125"/>
                  </a:lnTo>
                  <a:lnTo>
                    <a:pt x="3150451" y="999667"/>
                  </a:lnTo>
                  <a:lnTo>
                    <a:pt x="3152317" y="997800"/>
                  </a:lnTo>
                  <a:lnTo>
                    <a:pt x="3152775" y="996683"/>
                  </a:lnTo>
                  <a:lnTo>
                    <a:pt x="3152775" y="994054"/>
                  </a:lnTo>
                  <a:close/>
                </a:path>
                <a:path w="3676650" h="1495425">
                  <a:moveTo>
                    <a:pt x="3152775" y="498754"/>
                  </a:moveTo>
                  <a:lnTo>
                    <a:pt x="3152317" y="497636"/>
                  </a:lnTo>
                  <a:lnTo>
                    <a:pt x="3150451" y="495769"/>
                  </a:lnTo>
                  <a:lnTo>
                    <a:pt x="3149333" y="495300"/>
                  </a:lnTo>
                  <a:lnTo>
                    <a:pt x="3146704" y="495300"/>
                  </a:lnTo>
                  <a:lnTo>
                    <a:pt x="3145574" y="495769"/>
                  </a:lnTo>
                  <a:lnTo>
                    <a:pt x="3143720" y="497636"/>
                  </a:lnTo>
                  <a:lnTo>
                    <a:pt x="3143250" y="498754"/>
                  </a:lnTo>
                  <a:lnTo>
                    <a:pt x="3143250" y="501383"/>
                  </a:lnTo>
                  <a:lnTo>
                    <a:pt x="3143720" y="502500"/>
                  </a:lnTo>
                  <a:lnTo>
                    <a:pt x="3145574" y="504367"/>
                  </a:lnTo>
                  <a:lnTo>
                    <a:pt x="3146704" y="504825"/>
                  </a:lnTo>
                  <a:lnTo>
                    <a:pt x="3149333" y="504825"/>
                  </a:lnTo>
                  <a:lnTo>
                    <a:pt x="3150451" y="504367"/>
                  </a:lnTo>
                  <a:lnTo>
                    <a:pt x="3152317" y="502500"/>
                  </a:lnTo>
                  <a:lnTo>
                    <a:pt x="3152775" y="501383"/>
                  </a:lnTo>
                  <a:lnTo>
                    <a:pt x="3152775" y="498754"/>
                  </a:lnTo>
                  <a:close/>
                </a:path>
                <a:path w="3676650" h="1495425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74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74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3676650" h="1495425">
                  <a:moveTo>
                    <a:pt x="3200400" y="1489354"/>
                  </a:moveTo>
                  <a:lnTo>
                    <a:pt x="3199942" y="1488236"/>
                  </a:lnTo>
                  <a:lnTo>
                    <a:pt x="3198076" y="1486369"/>
                  </a:lnTo>
                  <a:lnTo>
                    <a:pt x="3196958" y="1485900"/>
                  </a:lnTo>
                  <a:lnTo>
                    <a:pt x="3194329" y="1485900"/>
                  </a:lnTo>
                  <a:lnTo>
                    <a:pt x="3193199" y="1486369"/>
                  </a:lnTo>
                  <a:lnTo>
                    <a:pt x="3191345" y="1488236"/>
                  </a:lnTo>
                  <a:lnTo>
                    <a:pt x="3190875" y="1489354"/>
                  </a:lnTo>
                  <a:lnTo>
                    <a:pt x="3190875" y="1491983"/>
                  </a:lnTo>
                  <a:lnTo>
                    <a:pt x="3191345" y="1493100"/>
                  </a:lnTo>
                  <a:lnTo>
                    <a:pt x="3193199" y="1494967"/>
                  </a:lnTo>
                  <a:lnTo>
                    <a:pt x="3194329" y="1495425"/>
                  </a:lnTo>
                  <a:lnTo>
                    <a:pt x="3196958" y="1495425"/>
                  </a:lnTo>
                  <a:lnTo>
                    <a:pt x="3198076" y="1494967"/>
                  </a:lnTo>
                  <a:lnTo>
                    <a:pt x="3199942" y="1493100"/>
                  </a:lnTo>
                  <a:lnTo>
                    <a:pt x="3200400" y="1491983"/>
                  </a:lnTo>
                  <a:lnTo>
                    <a:pt x="3200400" y="1489354"/>
                  </a:lnTo>
                  <a:close/>
                </a:path>
                <a:path w="3676650" h="1495425">
                  <a:moveTo>
                    <a:pt x="3200400" y="994054"/>
                  </a:moveTo>
                  <a:lnTo>
                    <a:pt x="3199942" y="992936"/>
                  </a:lnTo>
                  <a:lnTo>
                    <a:pt x="3198076" y="991069"/>
                  </a:lnTo>
                  <a:lnTo>
                    <a:pt x="3196958" y="990600"/>
                  </a:lnTo>
                  <a:lnTo>
                    <a:pt x="3194329" y="990600"/>
                  </a:lnTo>
                  <a:lnTo>
                    <a:pt x="3193199" y="991069"/>
                  </a:lnTo>
                  <a:lnTo>
                    <a:pt x="3191345" y="992936"/>
                  </a:lnTo>
                  <a:lnTo>
                    <a:pt x="3190875" y="994054"/>
                  </a:lnTo>
                  <a:lnTo>
                    <a:pt x="3190875" y="996683"/>
                  </a:lnTo>
                  <a:lnTo>
                    <a:pt x="3191345" y="997800"/>
                  </a:lnTo>
                  <a:lnTo>
                    <a:pt x="3193199" y="999667"/>
                  </a:lnTo>
                  <a:lnTo>
                    <a:pt x="3194329" y="1000125"/>
                  </a:lnTo>
                  <a:lnTo>
                    <a:pt x="3196958" y="1000125"/>
                  </a:lnTo>
                  <a:lnTo>
                    <a:pt x="3198076" y="999667"/>
                  </a:lnTo>
                  <a:lnTo>
                    <a:pt x="3199942" y="997800"/>
                  </a:lnTo>
                  <a:lnTo>
                    <a:pt x="3200400" y="996683"/>
                  </a:lnTo>
                  <a:lnTo>
                    <a:pt x="3200400" y="994054"/>
                  </a:lnTo>
                  <a:close/>
                </a:path>
                <a:path w="3676650" h="1495425">
                  <a:moveTo>
                    <a:pt x="3200400" y="498754"/>
                  </a:moveTo>
                  <a:lnTo>
                    <a:pt x="3199942" y="497636"/>
                  </a:lnTo>
                  <a:lnTo>
                    <a:pt x="3198076" y="495769"/>
                  </a:lnTo>
                  <a:lnTo>
                    <a:pt x="3196958" y="495300"/>
                  </a:lnTo>
                  <a:lnTo>
                    <a:pt x="3194329" y="495300"/>
                  </a:lnTo>
                  <a:lnTo>
                    <a:pt x="3193199" y="495769"/>
                  </a:lnTo>
                  <a:lnTo>
                    <a:pt x="3191345" y="497636"/>
                  </a:lnTo>
                  <a:lnTo>
                    <a:pt x="3190875" y="498754"/>
                  </a:lnTo>
                  <a:lnTo>
                    <a:pt x="3190875" y="501383"/>
                  </a:lnTo>
                  <a:lnTo>
                    <a:pt x="3191345" y="502500"/>
                  </a:lnTo>
                  <a:lnTo>
                    <a:pt x="3193199" y="504367"/>
                  </a:lnTo>
                  <a:lnTo>
                    <a:pt x="3194329" y="504825"/>
                  </a:lnTo>
                  <a:lnTo>
                    <a:pt x="3196958" y="504825"/>
                  </a:lnTo>
                  <a:lnTo>
                    <a:pt x="3198076" y="504367"/>
                  </a:lnTo>
                  <a:lnTo>
                    <a:pt x="3199942" y="502500"/>
                  </a:lnTo>
                  <a:lnTo>
                    <a:pt x="3200400" y="501383"/>
                  </a:lnTo>
                  <a:lnTo>
                    <a:pt x="3200400" y="498754"/>
                  </a:lnTo>
                  <a:close/>
                </a:path>
                <a:path w="3676650" h="1495425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199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199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3676650" h="1495425">
                  <a:moveTo>
                    <a:pt x="3248025" y="1489354"/>
                  </a:moveTo>
                  <a:lnTo>
                    <a:pt x="3247567" y="1488236"/>
                  </a:lnTo>
                  <a:lnTo>
                    <a:pt x="3245701" y="1486369"/>
                  </a:lnTo>
                  <a:lnTo>
                    <a:pt x="3244583" y="1485900"/>
                  </a:lnTo>
                  <a:lnTo>
                    <a:pt x="3241954" y="1485900"/>
                  </a:lnTo>
                  <a:lnTo>
                    <a:pt x="3240824" y="1486369"/>
                  </a:lnTo>
                  <a:lnTo>
                    <a:pt x="3238970" y="1488236"/>
                  </a:lnTo>
                  <a:lnTo>
                    <a:pt x="3238500" y="1489354"/>
                  </a:lnTo>
                  <a:lnTo>
                    <a:pt x="3238500" y="1491983"/>
                  </a:lnTo>
                  <a:lnTo>
                    <a:pt x="3238970" y="1493100"/>
                  </a:lnTo>
                  <a:lnTo>
                    <a:pt x="3240824" y="1494967"/>
                  </a:lnTo>
                  <a:lnTo>
                    <a:pt x="3241954" y="1495425"/>
                  </a:lnTo>
                  <a:lnTo>
                    <a:pt x="3244583" y="1495425"/>
                  </a:lnTo>
                  <a:lnTo>
                    <a:pt x="3245701" y="1494967"/>
                  </a:lnTo>
                  <a:lnTo>
                    <a:pt x="3247567" y="1493100"/>
                  </a:lnTo>
                  <a:lnTo>
                    <a:pt x="3248025" y="1491983"/>
                  </a:lnTo>
                  <a:lnTo>
                    <a:pt x="3248025" y="1489354"/>
                  </a:lnTo>
                  <a:close/>
                </a:path>
                <a:path w="3676650" h="1495425">
                  <a:moveTo>
                    <a:pt x="3248025" y="994054"/>
                  </a:moveTo>
                  <a:lnTo>
                    <a:pt x="3247567" y="992936"/>
                  </a:lnTo>
                  <a:lnTo>
                    <a:pt x="3245701" y="991069"/>
                  </a:lnTo>
                  <a:lnTo>
                    <a:pt x="3244583" y="990600"/>
                  </a:lnTo>
                  <a:lnTo>
                    <a:pt x="3241954" y="990600"/>
                  </a:lnTo>
                  <a:lnTo>
                    <a:pt x="3240824" y="991069"/>
                  </a:lnTo>
                  <a:lnTo>
                    <a:pt x="3238970" y="992936"/>
                  </a:lnTo>
                  <a:lnTo>
                    <a:pt x="3238500" y="994054"/>
                  </a:lnTo>
                  <a:lnTo>
                    <a:pt x="3238500" y="996683"/>
                  </a:lnTo>
                  <a:lnTo>
                    <a:pt x="3238970" y="997800"/>
                  </a:lnTo>
                  <a:lnTo>
                    <a:pt x="3240824" y="999667"/>
                  </a:lnTo>
                  <a:lnTo>
                    <a:pt x="3241954" y="1000125"/>
                  </a:lnTo>
                  <a:lnTo>
                    <a:pt x="3244583" y="1000125"/>
                  </a:lnTo>
                  <a:lnTo>
                    <a:pt x="3245701" y="999667"/>
                  </a:lnTo>
                  <a:lnTo>
                    <a:pt x="3247567" y="997800"/>
                  </a:lnTo>
                  <a:lnTo>
                    <a:pt x="3248025" y="996683"/>
                  </a:lnTo>
                  <a:lnTo>
                    <a:pt x="3248025" y="994054"/>
                  </a:lnTo>
                  <a:close/>
                </a:path>
                <a:path w="3676650" h="1495425">
                  <a:moveTo>
                    <a:pt x="3248025" y="498754"/>
                  </a:moveTo>
                  <a:lnTo>
                    <a:pt x="3247567" y="497636"/>
                  </a:lnTo>
                  <a:lnTo>
                    <a:pt x="3245701" y="495769"/>
                  </a:lnTo>
                  <a:lnTo>
                    <a:pt x="3244583" y="495300"/>
                  </a:lnTo>
                  <a:lnTo>
                    <a:pt x="3241954" y="495300"/>
                  </a:lnTo>
                  <a:lnTo>
                    <a:pt x="3240824" y="495769"/>
                  </a:lnTo>
                  <a:lnTo>
                    <a:pt x="3238970" y="497636"/>
                  </a:lnTo>
                  <a:lnTo>
                    <a:pt x="3238500" y="498754"/>
                  </a:lnTo>
                  <a:lnTo>
                    <a:pt x="3238500" y="501383"/>
                  </a:lnTo>
                  <a:lnTo>
                    <a:pt x="3238970" y="502500"/>
                  </a:lnTo>
                  <a:lnTo>
                    <a:pt x="3240824" y="504367"/>
                  </a:lnTo>
                  <a:lnTo>
                    <a:pt x="3241954" y="504825"/>
                  </a:lnTo>
                  <a:lnTo>
                    <a:pt x="3244583" y="504825"/>
                  </a:lnTo>
                  <a:lnTo>
                    <a:pt x="3245701" y="504367"/>
                  </a:lnTo>
                  <a:lnTo>
                    <a:pt x="3247567" y="502500"/>
                  </a:lnTo>
                  <a:lnTo>
                    <a:pt x="3248025" y="501383"/>
                  </a:lnTo>
                  <a:lnTo>
                    <a:pt x="3248025" y="498754"/>
                  </a:lnTo>
                  <a:close/>
                </a:path>
                <a:path w="3676650" h="1495425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24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24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3676650" h="1495425">
                  <a:moveTo>
                    <a:pt x="3295650" y="1489354"/>
                  </a:moveTo>
                  <a:lnTo>
                    <a:pt x="3295192" y="1488236"/>
                  </a:lnTo>
                  <a:lnTo>
                    <a:pt x="3293326" y="1486369"/>
                  </a:lnTo>
                  <a:lnTo>
                    <a:pt x="3292208" y="1485900"/>
                  </a:lnTo>
                  <a:lnTo>
                    <a:pt x="3289579" y="1485900"/>
                  </a:lnTo>
                  <a:lnTo>
                    <a:pt x="3288449" y="1486369"/>
                  </a:lnTo>
                  <a:lnTo>
                    <a:pt x="3286595" y="1488236"/>
                  </a:lnTo>
                  <a:lnTo>
                    <a:pt x="3286125" y="1489354"/>
                  </a:lnTo>
                  <a:lnTo>
                    <a:pt x="3286125" y="1491983"/>
                  </a:lnTo>
                  <a:lnTo>
                    <a:pt x="3286595" y="1493100"/>
                  </a:lnTo>
                  <a:lnTo>
                    <a:pt x="3288449" y="1494967"/>
                  </a:lnTo>
                  <a:lnTo>
                    <a:pt x="3289579" y="1495425"/>
                  </a:lnTo>
                  <a:lnTo>
                    <a:pt x="3292208" y="1495425"/>
                  </a:lnTo>
                  <a:lnTo>
                    <a:pt x="3293326" y="1494967"/>
                  </a:lnTo>
                  <a:lnTo>
                    <a:pt x="3295192" y="1493100"/>
                  </a:lnTo>
                  <a:lnTo>
                    <a:pt x="3295650" y="1491983"/>
                  </a:lnTo>
                  <a:lnTo>
                    <a:pt x="3295650" y="1489354"/>
                  </a:lnTo>
                  <a:close/>
                </a:path>
                <a:path w="3676650" h="1495425">
                  <a:moveTo>
                    <a:pt x="3295650" y="994054"/>
                  </a:moveTo>
                  <a:lnTo>
                    <a:pt x="3295192" y="992936"/>
                  </a:lnTo>
                  <a:lnTo>
                    <a:pt x="3293326" y="991069"/>
                  </a:lnTo>
                  <a:lnTo>
                    <a:pt x="3292208" y="990600"/>
                  </a:lnTo>
                  <a:lnTo>
                    <a:pt x="3289579" y="990600"/>
                  </a:lnTo>
                  <a:lnTo>
                    <a:pt x="3288449" y="991069"/>
                  </a:lnTo>
                  <a:lnTo>
                    <a:pt x="3286595" y="992936"/>
                  </a:lnTo>
                  <a:lnTo>
                    <a:pt x="3286125" y="994054"/>
                  </a:lnTo>
                  <a:lnTo>
                    <a:pt x="3286125" y="996683"/>
                  </a:lnTo>
                  <a:lnTo>
                    <a:pt x="3286595" y="997800"/>
                  </a:lnTo>
                  <a:lnTo>
                    <a:pt x="3288449" y="999667"/>
                  </a:lnTo>
                  <a:lnTo>
                    <a:pt x="3289579" y="1000125"/>
                  </a:lnTo>
                  <a:lnTo>
                    <a:pt x="3292208" y="1000125"/>
                  </a:lnTo>
                  <a:lnTo>
                    <a:pt x="3293326" y="999667"/>
                  </a:lnTo>
                  <a:lnTo>
                    <a:pt x="3295192" y="997800"/>
                  </a:lnTo>
                  <a:lnTo>
                    <a:pt x="3295650" y="996683"/>
                  </a:lnTo>
                  <a:lnTo>
                    <a:pt x="3295650" y="994054"/>
                  </a:lnTo>
                  <a:close/>
                </a:path>
                <a:path w="3676650" h="1495425">
                  <a:moveTo>
                    <a:pt x="3295650" y="498754"/>
                  </a:moveTo>
                  <a:lnTo>
                    <a:pt x="3295192" y="497636"/>
                  </a:lnTo>
                  <a:lnTo>
                    <a:pt x="3293326" y="495769"/>
                  </a:lnTo>
                  <a:lnTo>
                    <a:pt x="3292208" y="495300"/>
                  </a:lnTo>
                  <a:lnTo>
                    <a:pt x="3289579" y="495300"/>
                  </a:lnTo>
                  <a:lnTo>
                    <a:pt x="3288449" y="495769"/>
                  </a:lnTo>
                  <a:lnTo>
                    <a:pt x="3286595" y="497636"/>
                  </a:lnTo>
                  <a:lnTo>
                    <a:pt x="3286125" y="498754"/>
                  </a:lnTo>
                  <a:lnTo>
                    <a:pt x="3286125" y="501383"/>
                  </a:lnTo>
                  <a:lnTo>
                    <a:pt x="3286595" y="502500"/>
                  </a:lnTo>
                  <a:lnTo>
                    <a:pt x="3288449" y="504367"/>
                  </a:lnTo>
                  <a:lnTo>
                    <a:pt x="3289579" y="504825"/>
                  </a:lnTo>
                  <a:lnTo>
                    <a:pt x="3292208" y="504825"/>
                  </a:lnTo>
                  <a:lnTo>
                    <a:pt x="3293326" y="504367"/>
                  </a:lnTo>
                  <a:lnTo>
                    <a:pt x="3295192" y="502500"/>
                  </a:lnTo>
                  <a:lnTo>
                    <a:pt x="3295650" y="501383"/>
                  </a:lnTo>
                  <a:lnTo>
                    <a:pt x="3295650" y="498754"/>
                  </a:lnTo>
                  <a:close/>
                </a:path>
                <a:path w="3676650" h="1495425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49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49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3676650" h="1495425">
                  <a:moveTo>
                    <a:pt x="3343275" y="1489354"/>
                  </a:moveTo>
                  <a:lnTo>
                    <a:pt x="3342817" y="1488236"/>
                  </a:lnTo>
                  <a:lnTo>
                    <a:pt x="3340951" y="1486369"/>
                  </a:lnTo>
                  <a:lnTo>
                    <a:pt x="3339833" y="1485900"/>
                  </a:lnTo>
                  <a:lnTo>
                    <a:pt x="3337204" y="1485900"/>
                  </a:lnTo>
                  <a:lnTo>
                    <a:pt x="3336074" y="1486369"/>
                  </a:lnTo>
                  <a:lnTo>
                    <a:pt x="3334220" y="1488236"/>
                  </a:lnTo>
                  <a:lnTo>
                    <a:pt x="3333750" y="1489354"/>
                  </a:lnTo>
                  <a:lnTo>
                    <a:pt x="3333750" y="1491983"/>
                  </a:lnTo>
                  <a:lnTo>
                    <a:pt x="3334220" y="1493100"/>
                  </a:lnTo>
                  <a:lnTo>
                    <a:pt x="3336074" y="1494967"/>
                  </a:lnTo>
                  <a:lnTo>
                    <a:pt x="3337204" y="1495425"/>
                  </a:lnTo>
                  <a:lnTo>
                    <a:pt x="3339833" y="1495425"/>
                  </a:lnTo>
                  <a:lnTo>
                    <a:pt x="3340951" y="1494967"/>
                  </a:lnTo>
                  <a:lnTo>
                    <a:pt x="3342817" y="1493100"/>
                  </a:lnTo>
                  <a:lnTo>
                    <a:pt x="3343275" y="1491983"/>
                  </a:lnTo>
                  <a:lnTo>
                    <a:pt x="3343275" y="1489354"/>
                  </a:lnTo>
                  <a:close/>
                </a:path>
                <a:path w="3676650" h="1495425">
                  <a:moveTo>
                    <a:pt x="3343275" y="994054"/>
                  </a:moveTo>
                  <a:lnTo>
                    <a:pt x="3342817" y="992936"/>
                  </a:lnTo>
                  <a:lnTo>
                    <a:pt x="3340951" y="991069"/>
                  </a:lnTo>
                  <a:lnTo>
                    <a:pt x="3339833" y="990600"/>
                  </a:lnTo>
                  <a:lnTo>
                    <a:pt x="3337204" y="990600"/>
                  </a:lnTo>
                  <a:lnTo>
                    <a:pt x="3336074" y="991069"/>
                  </a:lnTo>
                  <a:lnTo>
                    <a:pt x="3334220" y="992936"/>
                  </a:lnTo>
                  <a:lnTo>
                    <a:pt x="3333750" y="994054"/>
                  </a:lnTo>
                  <a:lnTo>
                    <a:pt x="3333750" y="996683"/>
                  </a:lnTo>
                  <a:lnTo>
                    <a:pt x="3334220" y="997800"/>
                  </a:lnTo>
                  <a:lnTo>
                    <a:pt x="3336074" y="999667"/>
                  </a:lnTo>
                  <a:lnTo>
                    <a:pt x="3337204" y="1000125"/>
                  </a:lnTo>
                  <a:lnTo>
                    <a:pt x="3339833" y="1000125"/>
                  </a:lnTo>
                  <a:lnTo>
                    <a:pt x="3340951" y="999667"/>
                  </a:lnTo>
                  <a:lnTo>
                    <a:pt x="3342817" y="997800"/>
                  </a:lnTo>
                  <a:lnTo>
                    <a:pt x="3343275" y="996683"/>
                  </a:lnTo>
                  <a:lnTo>
                    <a:pt x="3343275" y="994054"/>
                  </a:lnTo>
                  <a:close/>
                </a:path>
                <a:path w="3676650" h="1495425">
                  <a:moveTo>
                    <a:pt x="3343275" y="498754"/>
                  </a:moveTo>
                  <a:lnTo>
                    <a:pt x="3342817" y="497636"/>
                  </a:lnTo>
                  <a:lnTo>
                    <a:pt x="3340951" y="495769"/>
                  </a:lnTo>
                  <a:lnTo>
                    <a:pt x="3339833" y="495300"/>
                  </a:lnTo>
                  <a:lnTo>
                    <a:pt x="3337204" y="495300"/>
                  </a:lnTo>
                  <a:lnTo>
                    <a:pt x="3336074" y="495769"/>
                  </a:lnTo>
                  <a:lnTo>
                    <a:pt x="3334220" y="497636"/>
                  </a:lnTo>
                  <a:lnTo>
                    <a:pt x="3333750" y="498754"/>
                  </a:lnTo>
                  <a:lnTo>
                    <a:pt x="3333750" y="501383"/>
                  </a:lnTo>
                  <a:lnTo>
                    <a:pt x="3334220" y="502500"/>
                  </a:lnTo>
                  <a:lnTo>
                    <a:pt x="3336074" y="504367"/>
                  </a:lnTo>
                  <a:lnTo>
                    <a:pt x="3337204" y="504825"/>
                  </a:lnTo>
                  <a:lnTo>
                    <a:pt x="3339833" y="504825"/>
                  </a:lnTo>
                  <a:lnTo>
                    <a:pt x="3340951" y="504367"/>
                  </a:lnTo>
                  <a:lnTo>
                    <a:pt x="3342817" y="502500"/>
                  </a:lnTo>
                  <a:lnTo>
                    <a:pt x="3343275" y="501383"/>
                  </a:lnTo>
                  <a:lnTo>
                    <a:pt x="3343275" y="498754"/>
                  </a:lnTo>
                  <a:close/>
                </a:path>
                <a:path w="3676650" h="1495425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3676650" h="1495425">
                  <a:moveTo>
                    <a:pt x="3390900" y="1489354"/>
                  </a:moveTo>
                  <a:lnTo>
                    <a:pt x="3390442" y="1488236"/>
                  </a:lnTo>
                  <a:lnTo>
                    <a:pt x="3388576" y="1486369"/>
                  </a:lnTo>
                  <a:lnTo>
                    <a:pt x="3387458" y="1485900"/>
                  </a:lnTo>
                  <a:lnTo>
                    <a:pt x="3384829" y="1485900"/>
                  </a:lnTo>
                  <a:lnTo>
                    <a:pt x="3383699" y="1486369"/>
                  </a:lnTo>
                  <a:lnTo>
                    <a:pt x="3381845" y="1488236"/>
                  </a:lnTo>
                  <a:lnTo>
                    <a:pt x="3381375" y="1489354"/>
                  </a:lnTo>
                  <a:lnTo>
                    <a:pt x="3381375" y="1491983"/>
                  </a:lnTo>
                  <a:lnTo>
                    <a:pt x="3381845" y="1493100"/>
                  </a:lnTo>
                  <a:lnTo>
                    <a:pt x="3383699" y="1494967"/>
                  </a:lnTo>
                  <a:lnTo>
                    <a:pt x="3384829" y="1495425"/>
                  </a:lnTo>
                  <a:lnTo>
                    <a:pt x="3387458" y="1495425"/>
                  </a:lnTo>
                  <a:lnTo>
                    <a:pt x="3388576" y="1494967"/>
                  </a:lnTo>
                  <a:lnTo>
                    <a:pt x="3390442" y="1493100"/>
                  </a:lnTo>
                  <a:lnTo>
                    <a:pt x="3390900" y="1491983"/>
                  </a:lnTo>
                  <a:lnTo>
                    <a:pt x="3390900" y="1489354"/>
                  </a:lnTo>
                  <a:close/>
                </a:path>
                <a:path w="3676650" h="1495425">
                  <a:moveTo>
                    <a:pt x="3390900" y="994054"/>
                  </a:moveTo>
                  <a:lnTo>
                    <a:pt x="3390442" y="992936"/>
                  </a:lnTo>
                  <a:lnTo>
                    <a:pt x="3388576" y="991069"/>
                  </a:lnTo>
                  <a:lnTo>
                    <a:pt x="3387458" y="990600"/>
                  </a:lnTo>
                  <a:lnTo>
                    <a:pt x="3384829" y="990600"/>
                  </a:lnTo>
                  <a:lnTo>
                    <a:pt x="3383699" y="991069"/>
                  </a:lnTo>
                  <a:lnTo>
                    <a:pt x="3381845" y="992936"/>
                  </a:lnTo>
                  <a:lnTo>
                    <a:pt x="3381375" y="994054"/>
                  </a:lnTo>
                  <a:lnTo>
                    <a:pt x="3381375" y="996683"/>
                  </a:lnTo>
                  <a:lnTo>
                    <a:pt x="3381845" y="997800"/>
                  </a:lnTo>
                  <a:lnTo>
                    <a:pt x="3383699" y="999667"/>
                  </a:lnTo>
                  <a:lnTo>
                    <a:pt x="3384829" y="1000125"/>
                  </a:lnTo>
                  <a:lnTo>
                    <a:pt x="3387458" y="1000125"/>
                  </a:lnTo>
                  <a:lnTo>
                    <a:pt x="3388576" y="999667"/>
                  </a:lnTo>
                  <a:lnTo>
                    <a:pt x="3390442" y="997800"/>
                  </a:lnTo>
                  <a:lnTo>
                    <a:pt x="3390900" y="996683"/>
                  </a:lnTo>
                  <a:lnTo>
                    <a:pt x="3390900" y="994054"/>
                  </a:lnTo>
                  <a:close/>
                </a:path>
                <a:path w="3676650" h="1495425">
                  <a:moveTo>
                    <a:pt x="3390900" y="498754"/>
                  </a:moveTo>
                  <a:lnTo>
                    <a:pt x="3390442" y="497636"/>
                  </a:lnTo>
                  <a:lnTo>
                    <a:pt x="3388576" y="495769"/>
                  </a:lnTo>
                  <a:lnTo>
                    <a:pt x="3387458" y="495300"/>
                  </a:lnTo>
                  <a:lnTo>
                    <a:pt x="3384829" y="495300"/>
                  </a:lnTo>
                  <a:lnTo>
                    <a:pt x="3383699" y="495769"/>
                  </a:lnTo>
                  <a:lnTo>
                    <a:pt x="3381845" y="497636"/>
                  </a:lnTo>
                  <a:lnTo>
                    <a:pt x="3381375" y="498754"/>
                  </a:lnTo>
                  <a:lnTo>
                    <a:pt x="3381375" y="501383"/>
                  </a:lnTo>
                  <a:lnTo>
                    <a:pt x="3381845" y="502500"/>
                  </a:lnTo>
                  <a:lnTo>
                    <a:pt x="3383699" y="504367"/>
                  </a:lnTo>
                  <a:lnTo>
                    <a:pt x="3384829" y="504825"/>
                  </a:lnTo>
                  <a:lnTo>
                    <a:pt x="3387458" y="504825"/>
                  </a:lnTo>
                  <a:lnTo>
                    <a:pt x="3388576" y="504367"/>
                  </a:lnTo>
                  <a:lnTo>
                    <a:pt x="3390442" y="502500"/>
                  </a:lnTo>
                  <a:lnTo>
                    <a:pt x="3390900" y="501383"/>
                  </a:lnTo>
                  <a:lnTo>
                    <a:pt x="3390900" y="498754"/>
                  </a:lnTo>
                  <a:close/>
                </a:path>
                <a:path w="3676650" h="1495425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3676650" h="1495425">
                  <a:moveTo>
                    <a:pt x="3438525" y="1489354"/>
                  </a:moveTo>
                  <a:lnTo>
                    <a:pt x="3438067" y="1488236"/>
                  </a:lnTo>
                  <a:lnTo>
                    <a:pt x="3436201" y="1486369"/>
                  </a:lnTo>
                  <a:lnTo>
                    <a:pt x="3435083" y="1485900"/>
                  </a:lnTo>
                  <a:lnTo>
                    <a:pt x="3432454" y="1485900"/>
                  </a:lnTo>
                  <a:lnTo>
                    <a:pt x="3431324" y="1486369"/>
                  </a:lnTo>
                  <a:lnTo>
                    <a:pt x="3429470" y="1488236"/>
                  </a:lnTo>
                  <a:lnTo>
                    <a:pt x="3429000" y="1489354"/>
                  </a:lnTo>
                  <a:lnTo>
                    <a:pt x="3429000" y="1491983"/>
                  </a:lnTo>
                  <a:lnTo>
                    <a:pt x="3429470" y="1493100"/>
                  </a:lnTo>
                  <a:lnTo>
                    <a:pt x="3431324" y="1494967"/>
                  </a:lnTo>
                  <a:lnTo>
                    <a:pt x="3432454" y="1495425"/>
                  </a:lnTo>
                  <a:lnTo>
                    <a:pt x="3435083" y="1495425"/>
                  </a:lnTo>
                  <a:lnTo>
                    <a:pt x="3436201" y="1494967"/>
                  </a:lnTo>
                  <a:lnTo>
                    <a:pt x="3438067" y="1493100"/>
                  </a:lnTo>
                  <a:lnTo>
                    <a:pt x="3438525" y="1491983"/>
                  </a:lnTo>
                  <a:lnTo>
                    <a:pt x="3438525" y="1489354"/>
                  </a:lnTo>
                  <a:close/>
                </a:path>
                <a:path w="3676650" h="1495425">
                  <a:moveTo>
                    <a:pt x="3438525" y="994054"/>
                  </a:moveTo>
                  <a:lnTo>
                    <a:pt x="3438067" y="992936"/>
                  </a:lnTo>
                  <a:lnTo>
                    <a:pt x="3436201" y="991069"/>
                  </a:lnTo>
                  <a:lnTo>
                    <a:pt x="3435083" y="990600"/>
                  </a:lnTo>
                  <a:lnTo>
                    <a:pt x="3432454" y="990600"/>
                  </a:lnTo>
                  <a:lnTo>
                    <a:pt x="3431324" y="991069"/>
                  </a:lnTo>
                  <a:lnTo>
                    <a:pt x="3429470" y="992936"/>
                  </a:lnTo>
                  <a:lnTo>
                    <a:pt x="3429000" y="994054"/>
                  </a:lnTo>
                  <a:lnTo>
                    <a:pt x="3429000" y="996683"/>
                  </a:lnTo>
                  <a:lnTo>
                    <a:pt x="3429470" y="997800"/>
                  </a:lnTo>
                  <a:lnTo>
                    <a:pt x="3431324" y="999667"/>
                  </a:lnTo>
                  <a:lnTo>
                    <a:pt x="3432454" y="1000125"/>
                  </a:lnTo>
                  <a:lnTo>
                    <a:pt x="3435083" y="1000125"/>
                  </a:lnTo>
                  <a:lnTo>
                    <a:pt x="3436201" y="999667"/>
                  </a:lnTo>
                  <a:lnTo>
                    <a:pt x="3438067" y="997800"/>
                  </a:lnTo>
                  <a:lnTo>
                    <a:pt x="3438525" y="996683"/>
                  </a:lnTo>
                  <a:lnTo>
                    <a:pt x="3438525" y="994054"/>
                  </a:lnTo>
                  <a:close/>
                </a:path>
                <a:path w="3676650" h="1495425">
                  <a:moveTo>
                    <a:pt x="3438525" y="498754"/>
                  </a:moveTo>
                  <a:lnTo>
                    <a:pt x="3438067" y="497636"/>
                  </a:lnTo>
                  <a:lnTo>
                    <a:pt x="3436201" y="495769"/>
                  </a:lnTo>
                  <a:lnTo>
                    <a:pt x="3435083" y="495300"/>
                  </a:lnTo>
                  <a:lnTo>
                    <a:pt x="3432454" y="495300"/>
                  </a:lnTo>
                  <a:lnTo>
                    <a:pt x="3431324" y="495769"/>
                  </a:lnTo>
                  <a:lnTo>
                    <a:pt x="3429470" y="497636"/>
                  </a:lnTo>
                  <a:lnTo>
                    <a:pt x="3429000" y="498754"/>
                  </a:lnTo>
                  <a:lnTo>
                    <a:pt x="3429000" y="501383"/>
                  </a:lnTo>
                  <a:lnTo>
                    <a:pt x="3429470" y="502500"/>
                  </a:lnTo>
                  <a:lnTo>
                    <a:pt x="3431324" y="504367"/>
                  </a:lnTo>
                  <a:lnTo>
                    <a:pt x="3432454" y="504825"/>
                  </a:lnTo>
                  <a:lnTo>
                    <a:pt x="3435083" y="504825"/>
                  </a:lnTo>
                  <a:lnTo>
                    <a:pt x="3436201" y="504367"/>
                  </a:lnTo>
                  <a:lnTo>
                    <a:pt x="3438067" y="502500"/>
                  </a:lnTo>
                  <a:lnTo>
                    <a:pt x="3438525" y="501383"/>
                  </a:lnTo>
                  <a:lnTo>
                    <a:pt x="3438525" y="498754"/>
                  </a:lnTo>
                  <a:close/>
                </a:path>
                <a:path w="3676650" h="1495425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24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24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3676650" h="1495425">
                  <a:moveTo>
                    <a:pt x="3486150" y="1489354"/>
                  </a:moveTo>
                  <a:lnTo>
                    <a:pt x="3485692" y="1488236"/>
                  </a:lnTo>
                  <a:lnTo>
                    <a:pt x="3483826" y="1486369"/>
                  </a:lnTo>
                  <a:lnTo>
                    <a:pt x="3482708" y="1485900"/>
                  </a:lnTo>
                  <a:lnTo>
                    <a:pt x="3480079" y="1485900"/>
                  </a:lnTo>
                  <a:lnTo>
                    <a:pt x="3478949" y="1486369"/>
                  </a:lnTo>
                  <a:lnTo>
                    <a:pt x="3477095" y="1488236"/>
                  </a:lnTo>
                  <a:lnTo>
                    <a:pt x="3476625" y="1489354"/>
                  </a:lnTo>
                  <a:lnTo>
                    <a:pt x="3476625" y="1491983"/>
                  </a:lnTo>
                  <a:lnTo>
                    <a:pt x="3477095" y="1493100"/>
                  </a:lnTo>
                  <a:lnTo>
                    <a:pt x="3478949" y="1494967"/>
                  </a:lnTo>
                  <a:lnTo>
                    <a:pt x="3480079" y="1495425"/>
                  </a:lnTo>
                  <a:lnTo>
                    <a:pt x="3482708" y="1495425"/>
                  </a:lnTo>
                  <a:lnTo>
                    <a:pt x="3483826" y="1494967"/>
                  </a:lnTo>
                  <a:lnTo>
                    <a:pt x="3485692" y="1493100"/>
                  </a:lnTo>
                  <a:lnTo>
                    <a:pt x="3486150" y="1491983"/>
                  </a:lnTo>
                  <a:lnTo>
                    <a:pt x="3486150" y="1489354"/>
                  </a:lnTo>
                  <a:close/>
                </a:path>
                <a:path w="3676650" h="1495425">
                  <a:moveTo>
                    <a:pt x="3486150" y="994054"/>
                  </a:moveTo>
                  <a:lnTo>
                    <a:pt x="3485692" y="992936"/>
                  </a:lnTo>
                  <a:lnTo>
                    <a:pt x="3483826" y="991069"/>
                  </a:lnTo>
                  <a:lnTo>
                    <a:pt x="3482708" y="990600"/>
                  </a:lnTo>
                  <a:lnTo>
                    <a:pt x="3480079" y="990600"/>
                  </a:lnTo>
                  <a:lnTo>
                    <a:pt x="3478949" y="991069"/>
                  </a:lnTo>
                  <a:lnTo>
                    <a:pt x="3477095" y="992936"/>
                  </a:lnTo>
                  <a:lnTo>
                    <a:pt x="3476625" y="994054"/>
                  </a:lnTo>
                  <a:lnTo>
                    <a:pt x="3476625" y="996683"/>
                  </a:lnTo>
                  <a:lnTo>
                    <a:pt x="3477095" y="997800"/>
                  </a:lnTo>
                  <a:lnTo>
                    <a:pt x="3478949" y="999667"/>
                  </a:lnTo>
                  <a:lnTo>
                    <a:pt x="3480079" y="1000125"/>
                  </a:lnTo>
                  <a:lnTo>
                    <a:pt x="3482708" y="1000125"/>
                  </a:lnTo>
                  <a:lnTo>
                    <a:pt x="3483826" y="999667"/>
                  </a:lnTo>
                  <a:lnTo>
                    <a:pt x="3485692" y="997800"/>
                  </a:lnTo>
                  <a:lnTo>
                    <a:pt x="3486150" y="996683"/>
                  </a:lnTo>
                  <a:lnTo>
                    <a:pt x="3486150" y="994054"/>
                  </a:lnTo>
                  <a:close/>
                </a:path>
                <a:path w="3676650" h="1495425">
                  <a:moveTo>
                    <a:pt x="3486150" y="498754"/>
                  </a:moveTo>
                  <a:lnTo>
                    <a:pt x="3485692" y="497636"/>
                  </a:lnTo>
                  <a:lnTo>
                    <a:pt x="3483826" y="495769"/>
                  </a:lnTo>
                  <a:lnTo>
                    <a:pt x="3482708" y="495300"/>
                  </a:lnTo>
                  <a:lnTo>
                    <a:pt x="3480079" y="495300"/>
                  </a:lnTo>
                  <a:lnTo>
                    <a:pt x="3478949" y="495769"/>
                  </a:lnTo>
                  <a:lnTo>
                    <a:pt x="3477095" y="497636"/>
                  </a:lnTo>
                  <a:lnTo>
                    <a:pt x="3476625" y="498754"/>
                  </a:lnTo>
                  <a:lnTo>
                    <a:pt x="3476625" y="501383"/>
                  </a:lnTo>
                  <a:lnTo>
                    <a:pt x="3477095" y="502500"/>
                  </a:lnTo>
                  <a:lnTo>
                    <a:pt x="3478949" y="504367"/>
                  </a:lnTo>
                  <a:lnTo>
                    <a:pt x="3480079" y="504825"/>
                  </a:lnTo>
                  <a:lnTo>
                    <a:pt x="3482708" y="504825"/>
                  </a:lnTo>
                  <a:lnTo>
                    <a:pt x="3483826" y="504367"/>
                  </a:lnTo>
                  <a:lnTo>
                    <a:pt x="3485692" y="502500"/>
                  </a:lnTo>
                  <a:lnTo>
                    <a:pt x="3486150" y="501383"/>
                  </a:lnTo>
                  <a:lnTo>
                    <a:pt x="3486150" y="498754"/>
                  </a:lnTo>
                  <a:close/>
                </a:path>
                <a:path w="3676650" h="1495425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49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49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3676650" h="1495425">
                  <a:moveTo>
                    <a:pt x="3533775" y="1489354"/>
                  </a:moveTo>
                  <a:lnTo>
                    <a:pt x="3533317" y="1488236"/>
                  </a:lnTo>
                  <a:lnTo>
                    <a:pt x="3531451" y="1486369"/>
                  </a:lnTo>
                  <a:lnTo>
                    <a:pt x="3530333" y="1485900"/>
                  </a:lnTo>
                  <a:lnTo>
                    <a:pt x="3527704" y="1485900"/>
                  </a:lnTo>
                  <a:lnTo>
                    <a:pt x="3526574" y="1486369"/>
                  </a:lnTo>
                  <a:lnTo>
                    <a:pt x="3524720" y="1488236"/>
                  </a:lnTo>
                  <a:lnTo>
                    <a:pt x="3524250" y="1489354"/>
                  </a:lnTo>
                  <a:lnTo>
                    <a:pt x="3524250" y="1491983"/>
                  </a:lnTo>
                  <a:lnTo>
                    <a:pt x="3524720" y="1493100"/>
                  </a:lnTo>
                  <a:lnTo>
                    <a:pt x="3526574" y="1494967"/>
                  </a:lnTo>
                  <a:lnTo>
                    <a:pt x="3527704" y="1495425"/>
                  </a:lnTo>
                  <a:lnTo>
                    <a:pt x="3530333" y="1495425"/>
                  </a:lnTo>
                  <a:lnTo>
                    <a:pt x="3531451" y="1494967"/>
                  </a:lnTo>
                  <a:lnTo>
                    <a:pt x="3533317" y="1493100"/>
                  </a:lnTo>
                  <a:lnTo>
                    <a:pt x="3533775" y="1491983"/>
                  </a:lnTo>
                  <a:lnTo>
                    <a:pt x="3533775" y="1489354"/>
                  </a:lnTo>
                  <a:close/>
                </a:path>
                <a:path w="3676650" h="1495425">
                  <a:moveTo>
                    <a:pt x="3533775" y="994054"/>
                  </a:moveTo>
                  <a:lnTo>
                    <a:pt x="3533317" y="992936"/>
                  </a:lnTo>
                  <a:lnTo>
                    <a:pt x="3531451" y="991069"/>
                  </a:lnTo>
                  <a:lnTo>
                    <a:pt x="3530333" y="990600"/>
                  </a:lnTo>
                  <a:lnTo>
                    <a:pt x="3527704" y="990600"/>
                  </a:lnTo>
                  <a:lnTo>
                    <a:pt x="3526574" y="991069"/>
                  </a:lnTo>
                  <a:lnTo>
                    <a:pt x="3524720" y="992936"/>
                  </a:lnTo>
                  <a:lnTo>
                    <a:pt x="3524250" y="994054"/>
                  </a:lnTo>
                  <a:lnTo>
                    <a:pt x="3524250" y="996683"/>
                  </a:lnTo>
                  <a:lnTo>
                    <a:pt x="3524720" y="997800"/>
                  </a:lnTo>
                  <a:lnTo>
                    <a:pt x="3526574" y="999667"/>
                  </a:lnTo>
                  <a:lnTo>
                    <a:pt x="3527704" y="1000125"/>
                  </a:lnTo>
                  <a:lnTo>
                    <a:pt x="3530333" y="1000125"/>
                  </a:lnTo>
                  <a:lnTo>
                    <a:pt x="3531451" y="999667"/>
                  </a:lnTo>
                  <a:lnTo>
                    <a:pt x="3533317" y="997800"/>
                  </a:lnTo>
                  <a:lnTo>
                    <a:pt x="3533775" y="996683"/>
                  </a:lnTo>
                  <a:lnTo>
                    <a:pt x="3533775" y="994054"/>
                  </a:lnTo>
                  <a:close/>
                </a:path>
                <a:path w="3676650" h="1495425">
                  <a:moveTo>
                    <a:pt x="3533775" y="498754"/>
                  </a:moveTo>
                  <a:lnTo>
                    <a:pt x="3533317" y="497636"/>
                  </a:lnTo>
                  <a:lnTo>
                    <a:pt x="3531451" y="495769"/>
                  </a:lnTo>
                  <a:lnTo>
                    <a:pt x="3530333" y="495300"/>
                  </a:lnTo>
                  <a:lnTo>
                    <a:pt x="3527704" y="495300"/>
                  </a:lnTo>
                  <a:lnTo>
                    <a:pt x="3526574" y="495769"/>
                  </a:lnTo>
                  <a:lnTo>
                    <a:pt x="3524720" y="497636"/>
                  </a:lnTo>
                  <a:lnTo>
                    <a:pt x="3524250" y="498754"/>
                  </a:lnTo>
                  <a:lnTo>
                    <a:pt x="3524250" y="501383"/>
                  </a:lnTo>
                  <a:lnTo>
                    <a:pt x="3524720" y="502500"/>
                  </a:lnTo>
                  <a:lnTo>
                    <a:pt x="3526574" y="504367"/>
                  </a:lnTo>
                  <a:lnTo>
                    <a:pt x="3527704" y="504825"/>
                  </a:lnTo>
                  <a:lnTo>
                    <a:pt x="3530333" y="504825"/>
                  </a:lnTo>
                  <a:lnTo>
                    <a:pt x="3531451" y="504367"/>
                  </a:lnTo>
                  <a:lnTo>
                    <a:pt x="3533317" y="502500"/>
                  </a:lnTo>
                  <a:lnTo>
                    <a:pt x="3533775" y="501383"/>
                  </a:lnTo>
                  <a:lnTo>
                    <a:pt x="3533775" y="498754"/>
                  </a:lnTo>
                  <a:close/>
                </a:path>
                <a:path w="3676650" h="1495425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74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74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3676650" h="1495425">
                  <a:moveTo>
                    <a:pt x="3581400" y="1489354"/>
                  </a:moveTo>
                  <a:lnTo>
                    <a:pt x="3580942" y="1488236"/>
                  </a:lnTo>
                  <a:lnTo>
                    <a:pt x="3579076" y="1486369"/>
                  </a:lnTo>
                  <a:lnTo>
                    <a:pt x="3577958" y="1485900"/>
                  </a:lnTo>
                  <a:lnTo>
                    <a:pt x="3575329" y="1485900"/>
                  </a:lnTo>
                  <a:lnTo>
                    <a:pt x="3574211" y="1486369"/>
                  </a:lnTo>
                  <a:lnTo>
                    <a:pt x="3572345" y="1488236"/>
                  </a:lnTo>
                  <a:lnTo>
                    <a:pt x="3571875" y="1489354"/>
                  </a:lnTo>
                  <a:lnTo>
                    <a:pt x="3571875" y="1491983"/>
                  </a:lnTo>
                  <a:lnTo>
                    <a:pt x="3572345" y="1493100"/>
                  </a:lnTo>
                  <a:lnTo>
                    <a:pt x="3574211" y="1494967"/>
                  </a:lnTo>
                  <a:lnTo>
                    <a:pt x="3575329" y="1495425"/>
                  </a:lnTo>
                  <a:lnTo>
                    <a:pt x="3577958" y="1495425"/>
                  </a:lnTo>
                  <a:lnTo>
                    <a:pt x="3579076" y="1494967"/>
                  </a:lnTo>
                  <a:lnTo>
                    <a:pt x="3580942" y="1493100"/>
                  </a:lnTo>
                  <a:lnTo>
                    <a:pt x="3581400" y="1491983"/>
                  </a:lnTo>
                  <a:lnTo>
                    <a:pt x="3581400" y="1489354"/>
                  </a:lnTo>
                  <a:close/>
                </a:path>
                <a:path w="3676650" h="1495425">
                  <a:moveTo>
                    <a:pt x="3581400" y="994054"/>
                  </a:moveTo>
                  <a:lnTo>
                    <a:pt x="3580942" y="992936"/>
                  </a:lnTo>
                  <a:lnTo>
                    <a:pt x="3579076" y="991069"/>
                  </a:lnTo>
                  <a:lnTo>
                    <a:pt x="3577958" y="990600"/>
                  </a:lnTo>
                  <a:lnTo>
                    <a:pt x="3575329" y="990600"/>
                  </a:lnTo>
                  <a:lnTo>
                    <a:pt x="3574211" y="991069"/>
                  </a:lnTo>
                  <a:lnTo>
                    <a:pt x="3572345" y="992936"/>
                  </a:lnTo>
                  <a:lnTo>
                    <a:pt x="3571875" y="994054"/>
                  </a:lnTo>
                  <a:lnTo>
                    <a:pt x="3571875" y="996683"/>
                  </a:lnTo>
                  <a:lnTo>
                    <a:pt x="3572345" y="997800"/>
                  </a:lnTo>
                  <a:lnTo>
                    <a:pt x="3574211" y="999667"/>
                  </a:lnTo>
                  <a:lnTo>
                    <a:pt x="3575329" y="1000125"/>
                  </a:lnTo>
                  <a:lnTo>
                    <a:pt x="3577958" y="1000125"/>
                  </a:lnTo>
                  <a:lnTo>
                    <a:pt x="3579076" y="999667"/>
                  </a:lnTo>
                  <a:lnTo>
                    <a:pt x="3580942" y="997800"/>
                  </a:lnTo>
                  <a:lnTo>
                    <a:pt x="3581400" y="996683"/>
                  </a:lnTo>
                  <a:lnTo>
                    <a:pt x="3581400" y="994054"/>
                  </a:lnTo>
                  <a:close/>
                </a:path>
                <a:path w="3676650" h="1495425">
                  <a:moveTo>
                    <a:pt x="3581400" y="498754"/>
                  </a:moveTo>
                  <a:lnTo>
                    <a:pt x="3580942" y="497636"/>
                  </a:lnTo>
                  <a:lnTo>
                    <a:pt x="3579076" y="495769"/>
                  </a:lnTo>
                  <a:lnTo>
                    <a:pt x="3577958" y="495300"/>
                  </a:lnTo>
                  <a:lnTo>
                    <a:pt x="3575329" y="495300"/>
                  </a:lnTo>
                  <a:lnTo>
                    <a:pt x="3574211" y="495769"/>
                  </a:lnTo>
                  <a:lnTo>
                    <a:pt x="3572345" y="497636"/>
                  </a:lnTo>
                  <a:lnTo>
                    <a:pt x="3571875" y="498754"/>
                  </a:lnTo>
                  <a:lnTo>
                    <a:pt x="3571875" y="501383"/>
                  </a:lnTo>
                  <a:lnTo>
                    <a:pt x="3572345" y="502500"/>
                  </a:lnTo>
                  <a:lnTo>
                    <a:pt x="3574211" y="504367"/>
                  </a:lnTo>
                  <a:lnTo>
                    <a:pt x="3575329" y="504825"/>
                  </a:lnTo>
                  <a:lnTo>
                    <a:pt x="3577958" y="504825"/>
                  </a:lnTo>
                  <a:lnTo>
                    <a:pt x="3579076" y="504367"/>
                  </a:lnTo>
                  <a:lnTo>
                    <a:pt x="3580942" y="502500"/>
                  </a:lnTo>
                  <a:lnTo>
                    <a:pt x="3581400" y="501383"/>
                  </a:lnTo>
                  <a:lnTo>
                    <a:pt x="3581400" y="498754"/>
                  </a:lnTo>
                  <a:close/>
                </a:path>
                <a:path w="3676650" h="1495425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3676650" h="1495425">
                  <a:moveTo>
                    <a:pt x="3629025" y="1489354"/>
                  </a:moveTo>
                  <a:lnTo>
                    <a:pt x="3628567" y="1488236"/>
                  </a:lnTo>
                  <a:lnTo>
                    <a:pt x="3626701" y="1486369"/>
                  </a:lnTo>
                  <a:lnTo>
                    <a:pt x="3625583" y="1485900"/>
                  </a:lnTo>
                  <a:lnTo>
                    <a:pt x="3622954" y="1485900"/>
                  </a:lnTo>
                  <a:lnTo>
                    <a:pt x="3621824" y="1486369"/>
                  </a:lnTo>
                  <a:lnTo>
                    <a:pt x="3619970" y="1488236"/>
                  </a:lnTo>
                  <a:lnTo>
                    <a:pt x="3619500" y="1489354"/>
                  </a:lnTo>
                  <a:lnTo>
                    <a:pt x="3619500" y="1491983"/>
                  </a:lnTo>
                  <a:lnTo>
                    <a:pt x="3619970" y="1493100"/>
                  </a:lnTo>
                  <a:lnTo>
                    <a:pt x="3621824" y="1494967"/>
                  </a:lnTo>
                  <a:lnTo>
                    <a:pt x="3622954" y="1495425"/>
                  </a:lnTo>
                  <a:lnTo>
                    <a:pt x="3625583" y="1495425"/>
                  </a:lnTo>
                  <a:lnTo>
                    <a:pt x="3626701" y="1494967"/>
                  </a:lnTo>
                  <a:lnTo>
                    <a:pt x="3628567" y="1493100"/>
                  </a:lnTo>
                  <a:lnTo>
                    <a:pt x="3629025" y="1491983"/>
                  </a:lnTo>
                  <a:lnTo>
                    <a:pt x="3629025" y="1489354"/>
                  </a:lnTo>
                  <a:close/>
                </a:path>
                <a:path w="3676650" h="1495425">
                  <a:moveTo>
                    <a:pt x="3629025" y="994054"/>
                  </a:moveTo>
                  <a:lnTo>
                    <a:pt x="3628567" y="992936"/>
                  </a:lnTo>
                  <a:lnTo>
                    <a:pt x="3626701" y="991069"/>
                  </a:lnTo>
                  <a:lnTo>
                    <a:pt x="3625583" y="990600"/>
                  </a:lnTo>
                  <a:lnTo>
                    <a:pt x="3622954" y="990600"/>
                  </a:lnTo>
                  <a:lnTo>
                    <a:pt x="3621824" y="991069"/>
                  </a:lnTo>
                  <a:lnTo>
                    <a:pt x="3619970" y="992936"/>
                  </a:lnTo>
                  <a:lnTo>
                    <a:pt x="3619500" y="994054"/>
                  </a:lnTo>
                  <a:lnTo>
                    <a:pt x="3619500" y="996683"/>
                  </a:lnTo>
                  <a:lnTo>
                    <a:pt x="3619970" y="997800"/>
                  </a:lnTo>
                  <a:lnTo>
                    <a:pt x="3621824" y="999667"/>
                  </a:lnTo>
                  <a:lnTo>
                    <a:pt x="3622954" y="1000125"/>
                  </a:lnTo>
                  <a:lnTo>
                    <a:pt x="3625583" y="1000125"/>
                  </a:lnTo>
                  <a:lnTo>
                    <a:pt x="3626701" y="999667"/>
                  </a:lnTo>
                  <a:lnTo>
                    <a:pt x="3628567" y="997800"/>
                  </a:lnTo>
                  <a:lnTo>
                    <a:pt x="3629025" y="996683"/>
                  </a:lnTo>
                  <a:lnTo>
                    <a:pt x="3629025" y="994054"/>
                  </a:lnTo>
                  <a:close/>
                </a:path>
                <a:path w="3676650" h="1495425">
                  <a:moveTo>
                    <a:pt x="3629025" y="498754"/>
                  </a:moveTo>
                  <a:lnTo>
                    <a:pt x="3628567" y="497636"/>
                  </a:lnTo>
                  <a:lnTo>
                    <a:pt x="3626701" y="495769"/>
                  </a:lnTo>
                  <a:lnTo>
                    <a:pt x="3625583" y="495300"/>
                  </a:lnTo>
                  <a:lnTo>
                    <a:pt x="3622954" y="495300"/>
                  </a:lnTo>
                  <a:lnTo>
                    <a:pt x="3621824" y="495769"/>
                  </a:lnTo>
                  <a:lnTo>
                    <a:pt x="3619970" y="497636"/>
                  </a:lnTo>
                  <a:lnTo>
                    <a:pt x="3619500" y="498754"/>
                  </a:lnTo>
                  <a:lnTo>
                    <a:pt x="3619500" y="501383"/>
                  </a:lnTo>
                  <a:lnTo>
                    <a:pt x="3619970" y="502500"/>
                  </a:lnTo>
                  <a:lnTo>
                    <a:pt x="3621824" y="504367"/>
                  </a:lnTo>
                  <a:lnTo>
                    <a:pt x="3622954" y="504825"/>
                  </a:lnTo>
                  <a:lnTo>
                    <a:pt x="3625583" y="504825"/>
                  </a:lnTo>
                  <a:lnTo>
                    <a:pt x="3626701" y="504367"/>
                  </a:lnTo>
                  <a:lnTo>
                    <a:pt x="3628567" y="502500"/>
                  </a:lnTo>
                  <a:lnTo>
                    <a:pt x="3629025" y="501383"/>
                  </a:lnTo>
                  <a:lnTo>
                    <a:pt x="3629025" y="498754"/>
                  </a:lnTo>
                  <a:close/>
                </a:path>
                <a:path w="3676650" h="1495425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24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24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3676650" h="1495425">
                  <a:moveTo>
                    <a:pt x="3676650" y="1489354"/>
                  </a:moveTo>
                  <a:lnTo>
                    <a:pt x="3676192" y="1488236"/>
                  </a:lnTo>
                  <a:lnTo>
                    <a:pt x="3674326" y="1486369"/>
                  </a:lnTo>
                  <a:lnTo>
                    <a:pt x="3673208" y="1485900"/>
                  </a:lnTo>
                  <a:lnTo>
                    <a:pt x="3670579" y="1485900"/>
                  </a:lnTo>
                  <a:lnTo>
                    <a:pt x="3669449" y="1486369"/>
                  </a:lnTo>
                  <a:lnTo>
                    <a:pt x="3667595" y="1488236"/>
                  </a:lnTo>
                  <a:lnTo>
                    <a:pt x="3667125" y="1489354"/>
                  </a:lnTo>
                  <a:lnTo>
                    <a:pt x="3667125" y="1491983"/>
                  </a:lnTo>
                  <a:lnTo>
                    <a:pt x="3667595" y="1493100"/>
                  </a:lnTo>
                  <a:lnTo>
                    <a:pt x="3669449" y="1494967"/>
                  </a:lnTo>
                  <a:lnTo>
                    <a:pt x="3670579" y="1495425"/>
                  </a:lnTo>
                  <a:lnTo>
                    <a:pt x="3673208" y="1495425"/>
                  </a:lnTo>
                  <a:lnTo>
                    <a:pt x="3674326" y="1494967"/>
                  </a:lnTo>
                  <a:lnTo>
                    <a:pt x="3676192" y="1493100"/>
                  </a:lnTo>
                  <a:lnTo>
                    <a:pt x="3676650" y="1491983"/>
                  </a:lnTo>
                  <a:lnTo>
                    <a:pt x="3676650" y="1489354"/>
                  </a:lnTo>
                  <a:close/>
                </a:path>
                <a:path w="3676650" h="1495425">
                  <a:moveTo>
                    <a:pt x="3676650" y="994054"/>
                  </a:moveTo>
                  <a:lnTo>
                    <a:pt x="3676192" y="992936"/>
                  </a:lnTo>
                  <a:lnTo>
                    <a:pt x="3674326" y="991069"/>
                  </a:lnTo>
                  <a:lnTo>
                    <a:pt x="3673208" y="990600"/>
                  </a:lnTo>
                  <a:lnTo>
                    <a:pt x="3670579" y="990600"/>
                  </a:lnTo>
                  <a:lnTo>
                    <a:pt x="3669449" y="991069"/>
                  </a:lnTo>
                  <a:lnTo>
                    <a:pt x="3667595" y="992936"/>
                  </a:lnTo>
                  <a:lnTo>
                    <a:pt x="3667125" y="994054"/>
                  </a:lnTo>
                  <a:lnTo>
                    <a:pt x="3667125" y="996683"/>
                  </a:lnTo>
                  <a:lnTo>
                    <a:pt x="3667595" y="997800"/>
                  </a:lnTo>
                  <a:lnTo>
                    <a:pt x="3669449" y="999667"/>
                  </a:lnTo>
                  <a:lnTo>
                    <a:pt x="3670579" y="1000125"/>
                  </a:lnTo>
                  <a:lnTo>
                    <a:pt x="3673208" y="1000125"/>
                  </a:lnTo>
                  <a:lnTo>
                    <a:pt x="3674326" y="999667"/>
                  </a:lnTo>
                  <a:lnTo>
                    <a:pt x="3676192" y="997800"/>
                  </a:lnTo>
                  <a:lnTo>
                    <a:pt x="3676650" y="996683"/>
                  </a:lnTo>
                  <a:lnTo>
                    <a:pt x="3676650" y="994054"/>
                  </a:lnTo>
                  <a:close/>
                </a:path>
                <a:path w="3676650" h="1495425">
                  <a:moveTo>
                    <a:pt x="3676650" y="498754"/>
                  </a:moveTo>
                  <a:lnTo>
                    <a:pt x="3676192" y="497636"/>
                  </a:lnTo>
                  <a:lnTo>
                    <a:pt x="3674326" y="495769"/>
                  </a:lnTo>
                  <a:lnTo>
                    <a:pt x="3673208" y="495300"/>
                  </a:lnTo>
                  <a:lnTo>
                    <a:pt x="3670579" y="495300"/>
                  </a:lnTo>
                  <a:lnTo>
                    <a:pt x="3669449" y="495769"/>
                  </a:lnTo>
                  <a:lnTo>
                    <a:pt x="3667595" y="497636"/>
                  </a:lnTo>
                  <a:lnTo>
                    <a:pt x="3667125" y="498754"/>
                  </a:lnTo>
                  <a:lnTo>
                    <a:pt x="3667125" y="501383"/>
                  </a:lnTo>
                  <a:lnTo>
                    <a:pt x="3667595" y="502500"/>
                  </a:lnTo>
                  <a:lnTo>
                    <a:pt x="3669449" y="504367"/>
                  </a:lnTo>
                  <a:lnTo>
                    <a:pt x="3670579" y="504825"/>
                  </a:lnTo>
                  <a:lnTo>
                    <a:pt x="3673208" y="504825"/>
                  </a:lnTo>
                  <a:lnTo>
                    <a:pt x="3674326" y="504367"/>
                  </a:lnTo>
                  <a:lnTo>
                    <a:pt x="3676192" y="502500"/>
                  </a:lnTo>
                  <a:lnTo>
                    <a:pt x="3676650" y="501383"/>
                  </a:lnTo>
                  <a:lnTo>
                    <a:pt x="3676650" y="498754"/>
                  </a:lnTo>
                  <a:close/>
                </a:path>
                <a:path w="3676650" h="1495425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49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49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1955783" y="6464299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23133" y="6464299"/>
            <a:ext cx="272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088907" y="6038948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dirty="0" sz="900" spc="-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027292" y="5543649"/>
            <a:ext cx="310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27292" y="5048349"/>
            <a:ext cx="310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826375" y="4203195"/>
            <a:ext cx="1962150" cy="51244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10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  <a:p>
            <a:pPr marL="213360">
              <a:lnSpc>
                <a:spcPct val="100000"/>
              </a:lnSpc>
              <a:spcBef>
                <a:spcPts val="425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30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017869" y="6645275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31445" y="4918943"/>
            <a:ext cx="177800" cy="9258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75"/>
              </a:lnSpc>
            </a:pP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Soma </a:t>
            </a:r>
            <a:r>
              <a:rPr dirty="0" sz="1200" spc="-80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200" spc="-7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719279" y="6210934"/>
            <a:ext cx="46100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8895">
              <a:lnSpc>
                <a:spcPct val="1111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United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dirty="0" sz="900" spc="-5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of 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America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409799" y="6226174"/>
            <a:ext cx="403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Canada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094514" y="6226174"/>
            <a:ext cx="356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694399" y="6226174"/>
            <a:ext cx="4800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Germany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402183" y="6226174"/>
            <a:ext cx="387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Mexico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684755" y="4884851"/>
            <a:ext cx="3157855" cy="1240155"/>
          </a:xfrm>
          <a:custGeom>
            <a:avLst/>
            <a:gdLst/>
            <a:ahLst/>
            <a:cxnLst/>
            <a:rect l="l" t="t" r="r" b="b"/>
            <a:pathLst>
              <a:path w="3157854" h="1240154">
                <a:moveTo>
                  <a:pt x="511060" y="0"/>
                </a:moveTo>
                <a:lnTo>
                  <a:pt x="0" y="0"/>
                </a:lnTo>
                <a:lnTo>
                  <a:pt x="0" y="1239723"/>
                </a:lnTo>
                <a:lnTo>
                  <a:pt x="511060" y="1239723"/>
                </a:lnTo>
                <a:lnTo>
                  <a:pt x="511060" y="0"/>
                </a:lnTo>
                <a:close/>
              </a:path>
              <a:path w="3157854" h="1240154">
                <a:moveTo>
                  <a:pt x="1172705" y="7048"/>
                </a:moveTo>
                <a:lnTo>
                  <a:pt x="661644" y="7048"/>
                </a:lnTo>
                <a:lnTo>
                  <a:pt x="661644" y="1239723"/>
                </a:lnTo>
                <a:lnTo>
                  <a:pt x="1172705" y="1239723"/>
                </a:lnTo>
                <a:lnTo>
                  <a:pt x="1172705" y="7048"/>
                </a:lnTo>
                <a:close/>
              </a:path>
              <a:path w="3157854" h="1240154">
                <a:moveTo>
                  <a:pt x="1834362" y="33464"/>
                </a:moveTo>
                <a:lnTo>
                  <a:pt x="1323289" y="33464"/>
                </a:lnTo>
                <a:lnTo>
                  <a:pt x="1323289" y="1239723"/>
                </a:lnTo>
                <a:lnTo>
                  <a:pt x="1834362" y="1239723"/>
                </a:lnTo>
                <a:lnTo>
                  <a:pt x="1834362" y="33464"/>
                </a:lnTo>
                <a:close/>
              </a:path>
              <a:path w="3157854" h="1240154">
                <a:moveTo>
                  <a:pt x="2496007" y="75514"/>
                </a:moveTo>
                <a:lnTo>
                  <a:pt x="1984933" y="75514"/>
                </a:lnTo>
                <a:lnTo>
                  <a:pt x="1984933" y="1239723"/>
                </a:lnTo>
                <a:lnTo>
                  <a:pt x="2496007" y="1239723"/>
                </a:lnTo>
                <a:lnTo>
                  <a:pt x="2496007" y="75514"/>
                </a:lnTo>
                <a:close/>
              </a:path>
              <a:path w="3157854" h="1240154">
                <a:moveTo>
                  <a:pt x="3157651" y="202107"/>
                </a:moveTo>
                <a:lnTo>
                  <a:pt x="2646591" y="202107"/>
                </a:lnTo>
                <a:lnTo>
                  <a:pt x="2646591" y="1239723"/>
                </a:lnTo>
                <a:lnTo>
                  <a:pt x="3157651" y="1239723"/>
                </a:lnTo>
                <a:lnTo>
                  <a:pt x="3157651" y="202107"/>
                </a:lnTo>
                <a:close/>
              </a:path>
            </a:pathLst>
          </a:custGeom>
          <a:solidFill>
            <a:srgbClr val="A666B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68773" y="2978282"/>
            <a:ext cx="2018030" cy="2148205"/>
            <a:chOff x="1368773" y="2978282"/>
            <a:chExt cx="2018030" cy="2148205"/>
          </a:xfrm>
        </p:grpSpPr>
        <p:sp>
          <p:nvSpPr>
            <p:cNvPr id="5" name="object 5"/>
            <p:cNvSpPr/>
            <p:nvPr/>
          </p:nvSpPr>
          <p:spPr>
            <a:xfrm>
              <a:off x="1661367" y="3100246"/>
              <a:ext cx="1725295" cy="1905635"/>
            </a:xfrm>
            <a:custGeom>
              <a:avLst/>
              <a:gdLst/>
              <a:ahLst/>
              <a:cxnLst/>
              <a:rect l="l" t="t" r="r" b="b"/>
              <a:pathLst>
                <a:path w="1725295" h="1905635">
                  <a:moveTo>
                    <a:pt x="784253" y="1905206"/>
                  </a:moveTo>
                  <a:lnTo>
                    <a:pt x="738637" y="1904688"/>
                  </a:lnTo>
                  <a:lnTo>
                    <a:pt x="693095" y="1901986"/>
                  </a:lnTo>
                  <a:lnTo>
                    <a:pt x="647734" y="1897107"/>
                  </a:lnTo>
                  <a:lnTo>
                    <a:pt x="602663" y="1890062"/>
                  </a:lnTo>
                  <a:lnTo>
                    <a:pt x="557980" y="1880868"/>
                  </a:lnTo>
                  <a:lnTo>
                    <a:pt x="513785" y="1869544"/>
                  </a:lnTo>
                  <a:lnTo>
                    <a:pt x="470184" y="1856117"/>
                  </a:lnTo>
                  <a:lnTo>
                    <a:pt x="427278" y="1840619"/>
                  </a:lnTo>
                  <a:lnTo>
                    <a:pt x="385164" y="1823086"/>
                  </a:lnTo>
                  <a:lnTo>
                    <a:pt x="343933" y="1803554"/>
                  </a:lnTo>
                  <a:lnTo>
                    <a:pt x="303686" y="1782071"/>
                  </a:lnTo>
                  <a:lnTo>
                    <a:pt x="264516" y="1758688"/>
                  </a:lnTo>
                  <a:lnTo>
                    <a:pt x="226510" y="1733456"/>
                  </a:lnTo>
                  <a:lnTo>
                    <a:pt x="189753" y="1706431"/>
                  </a:lnTo>
                  <a:lnTo>
                    <a:pt x="154332" y="1677678"/>
                  </a:lnTo>
                  <a:lnTo>
                    <a:pt x="120331" y="1647264"/>
                  </a:lnTo>
                  <a:lnTo>
                    <a:pt x="87825" y="1615258"/>
                  </a:lnTo>
                  <a:lnTo>
                    <a:pt x="56886" y="1581729"/>
                  </a:lnTo>
                  <a:lnTo>
                    <a:pt x="27588" y="1546757"/>
                  </a:lnTo>
                  <a:lnTo>
                    <a:pt x="0" y="1510426"/>
                  </a:lnTo>
                  <a:lnTo>
                    <a:pt x="772269" y="952641"/>
                  </a:lnTo>
                  <a:lnTo>
                    <a:pt x="772269" y="0"/>
                  </a:lnTo>
                  <a:lnTo>
                    <a:pt x="817875" y="1092"/>
                  </a:lnTo>
                  <a:lnTo>
                    <a:pt x="863379" y="4366"/>
                  </a:lnTo>
                  <a:lnTo>
                    <a:pt x="908675" y="9816"/>
                  </a:lnTo>
                  <a:lnTo>
                    <a:pt x="953654" y="17427"/>
                  </a:lnTo>
                  <a:lnTo>
                    <a:pt x="998218" y="27183"/>
                  </a:lnTo>
                  <a:lnTo>
                    <a:pt x="1042267" y="39062"/>
                  </a:lnTo>
                  <a:lnTo>
                    <a:pt x="1085696" y="53036"/>
                  </a:lnTo>
                  <a:lnTo>
                    <a:pt x="1128403" y="69072"/>
                  </a:lnTo>
                  <a:lnTo>
                    <a:pt x="1170294" y="87134"/>
                  </a:lnTo>
                  <a:lnTo>
                    <a:pt x="1211275" y="107183"/>
                  </a:lnTo>
                  <a:lnTo>
                    <a:pt x="1251249" y="129170"/>
                  </a:lnTo>
                  <a:lnTo>
                    <a:pt x="1290122" y="153045"/>
                  </a:lnTo>
                  <a:lnTo>
                    <a:pt x="1327807" y="178753"/>
                  </a:lnTo>
                  <a:lnTo>
                    <a:pt x="1364221" y="206237"/>
                  </a:lnTo>
                  <a:lnTo>
                    <a:pt x="1399278" y="235434"/>
                  </a:lnTo>
                  <a:lnTo>
                    <a:pt x="1432893" y="266273"/>
                  </a:lnTo>
                  <a:lnTo>
                    <a:pt x="1464994" y="298686"/>
                  </a:lnTo>
                  <a:lnTo>
                    <a:pt x="1495509" y="332601"/>
                  </a:lnTo>
                  <a:lnTo>
                    <a:pt x="1524365" y="367939"/>
                  </a:lnTo>
                  <a:lnTo>
                    <a:pt x="1551494" y="404614"/>
                  </a:lnTo>
                  <a:lnTo>
                    <a:pt x="1576836" y="442546"/>
                  </a:lnTo>
                  <a:lnTo>
                    <a:pt x="1600336" y="481651"/>
                  </a:lnTo>
                  <a:lnTo>
                    <a:pt x="1621935" y="521836"/>
                  </a:lnTo>
                  <a:lnTo>
                    <a:pt x="1641585" y="563006"/>
                  </a:lnTo>
                  <a:lnTo>
                    <a:pt x="1659241" y="605069"/>
                  </a:lnTo>
                  <a:lnTo>
                    <a:pt x="1674865" y="647933"/>
                  </a:lnTo>
                  <a:lnTo>
                    <a:pt x="1688418" y="691496"/>
                  </a:lnTo>
                  <a:lnTo>
                    <a:pt x="1699869" y="735654"/>
                  </a:lnTo>
                  <a:lnTo>
                    <a:pt x="1709194" y="780309"/>
                  </a:lnTo>
                  <a:lnTo>
                    <a:pt x="1716370" y="825364"/>
                  </a:lnTo>
                  <a:lnTo>
                    <a:pt x="1721381" y="870710"/>
                  </a:lnTo>
                  <a:lnTo>
                    <a:pt x="1724215" y="916241"/>
                  </a:lnTo>
                  <a:lnTo>
                    <a:pt x="1724892" y="946649"/>
                  </a:lnTo>
                  <a:lnTo>
                    <a:pt x="1724866" y="961855"/>
                  </a:lnTo>
                  <a:lnTo>
                    <a:pt x="1723332" y="1007452"/>
                  </a:lnTo>
                  <a:lnTo>
                    <a:pt x="1719618" y="1052923"/>
                  </a:lnTo>
                  <a:lnTo>
                    <a:pt x="1713731" y="1098160"/>
                  </a:lnTo>
                  <a:lnTo>
                    <a:pt x="1705685" y="1143063"/>
                  </a:lnTo>
                  <a:lnTo>
                    <a:pt x="1695498" y="1187534"/>
                  </a:lnTo>
                  <a:lnTo>
                    <a:pt x="1683193" y="1231466"/>
                  </a:lnTo>
                  <a:lnTo>
                    <a:pt x="1668800" y="1274754"/>
                  </a:lnTo>
                  <a:lnTo>
                    <a:pt x="1652352" y="1317304"/>
                  </a:lnTo>
                  <a:lnTo>
                    <a:pt x="1633884" y="1359022"/>
                  </a:lnTo>
                  <a:lnTo>
                    <a:pt x="1613440" y="1399807"/>
                  </a:lnTo>
                  <a:lnTo>
                    <a:pt x="1591068" y="1439563"/>
                  </a:lnTo>
                  <a:lnTo>
                    <a:pt x="1566819" y="1478203"/>
                  </a:lnTo>
                  <a:lnTo>
                    <a:pt x="1540746" y="1515641"/>
                  </a:lnTo>
                  <a:lnTo>
                    <a:pt x="1512910" y="1551788"/>
                  </a:lnTo>
                  <a:lnTo>
                    <a:pt x="1483378" y="1586557"/>
                  </a:lnTo>
                  <a:lnTo>
                    <a:pt x="1452215" y="1619873"/>
                  </a:lnTo>
                  <a:lnTo>
                    <a:pt x="1419491" y="1651662"/>
                  </a:lnTo>
                  <a:lnTo>
                    <a:pt x="1385281" y="1681847"/>
                  </a:lnTo>
                  <a:lnTo>
                    <a:pt x="1349669" y="1710357"/>
                  </a:lnTo>
                  <a:lnTo>
                    <a:pt x="1312734" y="1737130"/>
                  </a:lnTo>
                  <a:lnTo>
                    <a:pt x="1274555" y="1762106"/>
                  </a:lnTo>
                  <a:lnTo>
                    <a:pt x="1235224" y="1785226"/>
                  </a:lnTo>
                  <a:lnTo>
                    <a:pt x="1194835" y="1806434"/>
                  </a:lnTo>
                  <a:lnTo>
                    <a:pt x="1153478" y="1825685"/>
                  </a:lnTo>
                  <a:lnTo>
                    <a:pt x="1111242" y="1842934"/>
                  </a:lnTo>
                  <a:lnTo>
                    <a:pt x="1068229" y="1858142"/>
                  </a:lnTo>
                  <a:lnTo>
                    <a:pt x="1024541" y="1871272"/>
                  </a:lnTo>
                  <a:lnTo>
                    <a:pt x="980274" y="1882296"/>
                  </a:lnTo>
                  <a:lnTo>
                    <a:pt x="935526" y="1891189"/>
                  </a:lnTo>
                  <a:lnTo>
                    <a:pt x="890405" y="1897929"/>
                  </a:lnTo>
                  <a:lnTo>
                    <a:pt x="845016" y="1902500"/>
                  </a:lnTo>
                  <a:lnTo>
                    <a:pt x="799460" y="1904894"/>
                  </a:lnTo>
                  <a:lnTo>
                    <a:pt x="784253" y="1905206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80997" y="3330100"/>
              <a:ext cx="953135" cy="1280795"/>
            </a:xfrm>
            <a:custGeom>
              <a:avLst/>
              <a:gdLst/>
              <a:ahLst/>
              <a:cxnLst/>
              <a:rect l="l" t="t" r="r" b="b"/>
              <a:pathLst>
                <a:path w="953135" h="1280795">
                  <a:moveTo>
                    <a:pt x="180370" y="1280572"/>
                  </a:moveTo>
                  <a:lnTo>
                    <a:pt x="155295" y="1244100"/>
                  </a:lnTo>
                  <a:lnTo>
                    <a:pt x="131942" y="1206502"/>
                  </a:lnTo>
                  <a:lnTo>
                    <a:pt x="110360" y="1167861"/>
                  </a:lnTo>
                  <a:lnTo>
                    <a:pt x="90597" y="1128259"/>
                  </a:lnTo>
                  <a:lnTo>
                    <a:pt x="72694" y="1087781"/>
                  </a:lnTo>
                  <a:lnTo>
                    <a:pt x="56691" y="1046516"/>
                  </a:lnTo>
                  <a:lnTo>
                    <a:pt x="42621" y="1004552"/>
                  </a:lnTo>
                  <a:lnTo>
                    <a:pt x="30516" y="961979"/>
                  </a:lnTo>
                  <a:lnTo>
                    <a:pt x="20401" y="918891"/>
                  </a:lnTo>
                  <a:lnTo>
                    <a:pt x="12299" y="875379"/>
                  </a:lnTo>
                  <a:lnTo>
                    <a:pt x="6226" y="831538"/>
                  </a:lnTo>
                  <a:lnTo>
                    <a:pt x="2196" y="787462"/>
                  </a:lnTo>
                  <a:lnTo>
                    <a:pt x="218" y="743246"/>
                  </a:lnTo>
                  <a:lnTo>
                    <a:pt x="0" y="721122"/>
                  </a:lnTo>
                  <a:lnTo>
                    <a:pt x="296" y="698986"/>
                  </a:lnTo>
                  <a:lnTo>
                    <a:pt x="2428" y="654778"/>
                  </a:lnTo>
                  <a:lnTo>
                    <a:pt x="6613" y="610716"/>
                  </a:lnTo>
                  <a:lnTo>
                    <a:pt x="12839" y="566896"/>
                  </a:lnTo>
                  <a:lnTo>
                    <a:pt x="21095" y="523413"/>
                  </a:lnTo>
                  <a:lnTo>
                    <a:pt x="31360" y="480360"/>
                  </a:lnTo>
                  <a:lnTo>
                    <a:pt x="43615" y="437831"/>
                  </a:lnTo>
                  <a:lnTo>
                    <a:pt x="57831" y="395916"/>
                  </a:lnTo>
                  <a:lnTo>
                    <a:pt x="73980" y="354707"/>
                  </a:lnTo>
                  <a:lnTo>
                    <a:pt x="92024" y="314293"/>
                  </a:lnTo>
                  <a:lnTo>
                    <a:pt x="111927" y="274760"/>
                  </a:lnTo>
                  <a:lnTo>
                    <a:pt x="133643" y="236195"/>
                  </a:lnTo>
                  <a:lnTo>
                    <a:pt x="157129" y="198680"/>
                  </a:lnTo>
                  <a:lnTo>
                    <a:pt x="182330" y="162295"/>
                  </a:lnTo>
                  <a:lnTo>
                    <a:pt x="209196" y="127121"/>
                  </a:lnTo>
                  <a:lnTo>
                    <a:pt x="237665" y="93233"/>
                  </a:lnTo>
                  <a:lnTo>
                    <a:pt x="267678" y="60704"/>
                  </a:lnTo>
                  <a:lnTo>
                    <a:pt x="299169" y="29603"/>
                  </a:lnTo>
                  <a:lnTo>
                    <a:pt x="332072" y="0"/>
                  </a:lnTo>
                  <a:lnTo>
                    <a:pt x="952640" y="722786"/>
                  </a:lnTo>
                  <a:lnTo>
                    <a:pt x="180370" y="128057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13069" y="3126851"/>
              <a:ext cx="621030" cy="926465"/>
            </a:xfrm>
            <a:custGeom>
              <a:avLst/>
              <a:gdLst/>
              <a:ahLst/>
              <a:cxnLst/>
              <a:rect l="l" t="t" r="r" b="b"/>
              <a:pathLst>
                <a:path w="621030" h="926464">
                  <a:moveTo>
                    <a:pt x="620567" y="926035"/>
                  </a:moveTo>
                  <a:lnTo>
                    <a:pt x="0" y="203249"/>
                  </a:lnTo>
                  <a:lnTo>
                    <a:pt x="43823" y="167803"/>
                  </a:lnTo>
                  <a:lnTo>
                    <a:pt x="89504" y="135124"/>
                  </a:lnTo>
                  <a:lnTo>
                    <a:pt x="137042" y="105211"/>
                  </a:lnTo>
                  <a:lnTo>
                    <a:pt x="186438" y="78064"/>
                  </a:lnTo>
                  <a:lnTo>
                    <a:pt x="237341" y="53862"/>
                  </a:lnTo>
                  <a:lnTo>
                    <a:pt x="289402" y="32784"/>
                  </a:lnTo>
                  <a:lnTo>
                    <a:pt x="342622" y="14829"/>
                  </a:lnTo>
                  <a:lnTo>
                    <a:pt x="397000" y="0"/>
                  </a:lnTo>
                  <a:lnTo>
                    <a:pt x="620567" y="92603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10069" y="3100246"/>
              <a:ext cx="224154" cy="953135"/>
            </a:xfrm>
            <a:custGeom>
              <a:avLst/>
              <a:gdLst/>
              <a:ahLst/>
              <a:cxnLst/>
              <a:rect l="l" t="t" r="r" b="b"/>
              <a:pathLst>
                <a:path w="224155" h="953135">
                  <a:moveTo>
                    <a:pt x="223567" y="952641"/>
                  </a:moveTo>
                  <a:lnTo>
                    <a:pt x="0" y="26605"/>
                  </a:lnTo>
                  <a:lnTo>
                    <a:pt x="55298" y="14965"/>
                  </a:lnTo>
                  <a:lnTo>
                    <a:pt x="110992" y="6651"/>
                  </a:lnTo>
                  <a:lnTo>
                    <a:pt x="167082" y="1662"/>
                  </a:lnTo>
                  <a:lnTo>
                    <a:pt x="223567" y="0"/>
                  </a:lnTo>
                  <a:lnTo>
                    <a:pt x="223567" y="952641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73535" y="2983044"/>
              <a:ext cx="1256665" cy="2138680"/>
            </a:xfrm>
            <a:custGeom>
              <a:avLst/>
              <a:gdLst/>
              <a:ahLst/>
              <a:cxnLst/>
              <a:rect l="l" t="t" r="r" b="b"/>
              <a:pathLst>
                <a:path w="1256664" h="2138679">
                  <a:moveTo>
                    <a:pt x="1134666" y="2043448"/>
                  </a:moveTo>
                  <a:lnTo>
                    <a:pt x="1141941" y="2138434"/>
                  </a:lnTo>
                  <a:lnTo>
                    <a:pt x="1256241" y="2138434"/>
                  </a:lnTo>
                </a:path>
                <a:path w="1256664" h="2138679">
                  <a:moveTo>
                    <a:pt x="198371" y="610615"/>
                  </a:moveTo>
                  <a:lnTo>
                    <a:pt x="114299" y="565813"/>
                  </a:lnTo>
                  <a:lnTo>
                    <a:pt x="0" y="565813"/>
                  </a:lnTo>
                </a:path>
                <a:path w="1256664" h="2138679">
                  <a:moveTo>
                    <a:pt x="615118" y="200671"/>
                  </a:moveTo>
                  <a:lnTo>
                    <a:pt x="571705" y="115873"/>
                  </a:lnTo>
                  <a:lnTo>
                    <a:pt x="457405" y="115873"/>
                  </a:lnTo>
                </a:path>
                <a:path w="1256664" h="2138679">
                  <a:moveTo>
                    <a:pt x="1002307" y="95097"/>
                  </a:moveTo>
                  <a:lnTo>
                    <a:pt x="996668" y="0"/>
                  </a:lnTo>
                  <a:lnTo>
                    <a:pt x="882368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655176" y="5042104"/>
            <a:ext cx="923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11,39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 (65,04%)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901" y="3378043"/>
            <a:ext cx="459740" cy="33020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22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4,14</a:t>
            </a: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605D5C"/>
                </a:solidFill>
                <a:latin typeface="Segoe UI"/>
                <a:cs typeface="Segoe UI"/>
              </a:rPr>
              <a:t>(23,66%)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699" y="2457513"/>
            <a:ext cx="2084070" cy="725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52423"/>
                </a:solidFill>
                <a:latin typeface="Tahoma"/>
                <a:cs typeface="Tahoma"/>
              </a:rPr>
              <a:t>Profit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52423"/>
                </a:solidFill>
                <a:latin typeface="Tahoma"/>
                <a:cs typeface="Tahoma"/>
              </a:rPr>
              <a:t>Segment</a:t>
            </a:r>
            <a:endParaRPr sz="1400">
              <a:latin typeface="Tahoma"/>
              <a:cs typeface="Tahoma"/>
            </a:endParaRPr>
          </a:p>
          <a:p>
            <a:pPr marL="1198245">
              <a:lnSpc>
                <a:spcPct val="100000"/>
              </a:lnSpc>
              <a:spcBef>
                <a:spcPts val="1230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0,66</a:t>
            </a:r>
            <a:r>
              <a:rPr dirty="0" sz="900" spc="-2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 spc="-25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370205">
              <a:lnSpc>
                <a:spcPct val="100000"/>
              </a:lnSpc>
              <a:spcBef>
                <a:spcPts val="434"/>
              </a:spcBef>
            </a:pP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1,32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dirty="0" sz="900" spc="-1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605D5C"/>
                </a:solidFill>
                <a:latin typeface="Segoe UI"/>
                <a:cs typeface="Segoe UI"/>
              </a:rPr>
              <a:t>(7,52%)</a:t>
            </a:r>
            <a:r>
              <a:rPr dirty="0" sz="900" spc="15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baseline="18518" sz="1350" spc="-15">
                <a:solidFill>
                  <a:srgbClr val="605D5C"/>
                </a:solidFill>
                <a:latin typeface="Segoe UI"/>
                <a:cs typeface="Segoe UI"/>
              </a:rPr>
              <a:t>(3,77%)</a:t>
            </a:r>
            <a:endParaRPr baseline="18518" sz="135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634" y="3611626"/>
            <a:ext cx="95249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634" y="3849751"/>
            <a:ext cx="95249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1634" y="4087876"/>
            <a:ext cx="95249" cy="95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1634" y="4335526"/>
            <a:ext cx="95249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91634" y="4573651"/>
            <a:ext cx="95249" cy="952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168775" y="3317868"/>
            <a:ext cx="1333500" cy="13874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-10" b="1">
                <a:solidFill>
                  <a:srgbClr val="605D5C"/>
                </a:solidFill>
                <a:latin typeface="Segoe UI"/>
                <a:cs typeface="Segoe UI"/>
              </a:rPr>
              <a:t>Segment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ct val="156200"/>
              </a:lnSpc>
            </a:pP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dirty="0" sz="1000" spc="-45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BUSINESS </a:t>
            </a:r>
            <a:r>
              <a:rPr dirty="0" sz="100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dirty="0" sz="1000" spc="-4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dirty="0" sz="1000" spc="-25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endParaRPr sz="1000">
              <a:latin typeface="Segoe UI"/>
              <a:cs typeface="Segoe UI"/>
            </a:endParaRPr>
          </a:p>
          <a:p>
            <a:pPr marL="137160" marR="474980">
              <a:lnSpc>
                <a:spcPct val="156300"/>
              </a:lnSpc>
              <a:spcBef>
                <a:spcPts val="75"/>
              </a:spcBef>
            </a:pPr>
            <a:r>
              <a:rPr dirty="0" sz="1000" spc="-10">
                <a:solidFill>
                  <a:srgbClr val="605D5C"/>
                </a:solidFill>
                <a:latin typeface="Segoe UI"/>
                <a:cs typeface="Segoe UI"/>
              </a:rPr>
              <a:t>MIDMARKET ENTERPRISE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8499" y="333438"/>
            <a:ext cx="351345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52423"/>
                </a:solidFill>
                <a:latin typeface="Tahoma"/>
                <a:cs typeface="Tahoma"/>
              </a:rPr>
              <a:t>Sales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252423"/>
                </a:solidFill>
                <a:latin typeface="Tahoma"/>
                <a:cs typeface="Tahoma"/>
              </a:rPr>
              <a:t>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52423"/>
                </a:solidFill>
                <a:latin typeface="Tahoma"/>
                <a:cs typeface="Tahoma"/>
              </a:rPr>
              <a:t>Units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52423"/>
                </a:solidFill>
                <a:latin typeface="Tahoma"/>
                <a:cs typeface="Tahoma"/>
              </a:rPr>
              <a:t>Sold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91200" y="600075"/>
            <a:ext cx="6581775" cy="3124200"/>
            <a:chOff x="5791200" y="600075"/>
            <a:chExt cx="6581775" cy="312420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1200" y="600075"/>
              <a:ext cx="6581774" cy="31241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79971" y="1068732"/>
              <a:ext cx="665480" cy="665480"/>
            </a:xfrm>
            <a:custGeom>
              <a:avLst/>
              <a:gdLst/>
              <a:ahLst/>
              <a:cxnLst/>
              <a:rect l="l" t="t" r="r" b="b"/>
              <a:pathLst>
                <a:path w="665479" h="665480">
                  <a:moveTo>
                    <a:pt x="332719" y="665439"/>
                  </a:moveTo>
                  <a:lnTo>
                    <a:pt x="291988" y="662936"/>
                  </a:lnTo>
                  <a:lnTo>
                    <a:pt x="251875" y="655468"/>
                  </a:lnTo>
                  <a:lnTo>
                    <a:pt x="212977" y="643145"/>
                  </a:lnTo>
                  <a:lnTo>
                    <a:pt x="175876" y="626151"/>
                  </a:lnTo>
                  <a:lnTo>
                    <a:pt x="141134" y="604744"/>
                  </a:lnTo>
                  <a:lnTo>
                    <a:pt x="109278" y="579248"/>
                  </a:lnTo>
                  <a:lnTo>
                    <a:pt x="80782" y="550044"/>
                  </a:lnTo>
                  <a:lnTo>
                    <a:pt x="56072" y="517568"/>
                  </a:lnTo>
                  <a:lnTo>
                    <a:pt x="35524" y="482311"/>
                  </a:lnTo>
                  <a:lnTo>
                    <a:pt x="19449" y="444809"/>
                  </a:lnTo>
                  <a:lnTo>
                    <a:pt x="8084" y="405621"/>
                  </a:lnTo>
                  <a:lnTo>
                    <a:pt x="1602" y="365331"/>
                  </a:lnTo>
                  <a:lnTo>
                    <a:pt x="0" y="332719"/>
                  </a:lnTo>
                  <a:lnTo>
                    <a:pt x="100" y="324551"/>
                  </a:lnTo>
                  <a:lnTo>
                    <a:pt x="3600" y="283899"/>
                  </a:lnTo>
                  <a:lnTo>
                    <a:pt x="12051" y="243981"/>
                  </a:lnTo>
                  <a:lnTo>
                    <a:pt x="25326" y="205393"/>
                  </a:lnTo>
                  <a:lnTo>
                    <a:pt x="43225" y="168720"/>
                  </a:lnTo>
                  <a:lnTo>
                    <a:pt x="65476" y="134518"/>
                  </a:lnTo>
                  <a:lnTo>
                    <a:pt x="91746" y="103297"/>
                  </a:lnTo>
                  <a:lnTo>
                    <a:pt x="121644" y="75523"/>
                  </a:lnTo>
                  <a:lnTo>
                    <a:pt x="154717" y="51618"/>
                  </a:lnTo>
                  <a:lnTo>
                    <a:pt x="190463" y="31944"/>
                  </a:lnTo>
                  <a:lnTo>
                    <a:pt x="228349" y="16793"/>
                  </a:lnTo>
                  <a:lnTo>
                    <a:pt x="267809" y="6393"/>
                  </a:lnTo>
                  <a:lnTo>
                    <a:pt x="308245" y="901"/>
                  </a:lnTo>
                  <a:lnTo>
                    <a:pt x="332719" y="0"/>
                  </a:lnTo>
                  <a:lnTo>
                    <a:pt x="340887" y="100"/>
                  </a:lnTo>
                  <a:lnTo>
                    <a:pt x="381539" y="3600"/>
                  </a:lnTo>
                  <a:lnTo>
                    <a:pt x="421457" y="12051"/>
                  </a:lnTo>
                  <a:lnTo>
                    <a:pt x="460045" y="25326"/>
                  </a:lnTo>
                  <a:lnTo>
                    <a:pt x="496718" y="43225"/>
                  </a:lnTo>
                  <a:lnTo>
                    <a:pt x="530920" y="65476"/>
                  </a:lnTo>
                  <a:lnTo>
                    <a:pt x="562141" y="91746"/>
                  </a:lnTo>
                  <a:lnTo>
                    <a:pt x="589915" y="121644"/>
                  </a:lnTo>
                  <a:lnTo>
                    <a:pt x="613819" y="154717"/>
                  </a:lnTo>
                  <a:lnTo>
                    <a:pt x="633494" y="190463"/>
                  </a:lnTo>
                  <a:lnTo>
                    <a:pt x="648645" y="228349"/>
                  </a:lnTo>
                  <a:lnTo>
                    <a:pt x="659045" y="267809"/>
                  </a:lnTo>
                  <a:lnTo>
                    <a:pt x="664537" y="308245"/>
                  </a:lnTo>
                  <a:lnTo>
                    <a:pt x="665439" y="332719"/>
                  </a:lnTo>
                  <a:lnTo>
                    <a:pt x="665338" y="340887"/>
                  </a:lnTo>
                  <a:lnTo>
                    <a:pt x="661838" y="381539"/>
                  </a:lnTo>
                  <a:lnTo>
                    <a:pt x="653387" y="421457"/>
                  </a:lnTo>
                  <a:lnTo>
                    <a:pt x="640112" y="460045"/>
                  </a:lnTo>
                  <a:lnTo>
                    <a:pt x="622213" y="496718"/>
                  </a:lnTo>
                  <a:lnTo>
                    <a:pt x="599962" y="530920"/>
                  </a:lnTo>
                  <a:lnTo>
                    <a:pt x="573692" y="562141"/>
                  </a:lnTo>
                  <a:lnTo>
                    <a:pt x="543794" y="589915"/>
                  </a:lnTo>
                  <a:lnTo>
                    <a:pt x="510721" y="613820"/>
                  </a:lnTo>
                  <a:lnTo>
                    <a:pt x="474975" y="633494"/>
                  </a:lnTo>
                  <a:lnTo>
                    <a:pt x="437089" y="648645"/>
                  </a:lnTo>
                  <a:lnTo>
                    <a:pt x="397629" y="659045"/>
                  </a:lnTo>
                  <a:lnTo>
                    <a:pt x="357193" y="664537"/>
                  </a:lnTo>
                  <a:lnTo>
                    <a:pt x="332719" y="665439"/>
                  </a:lnTo>
                  <a:close/>
                </a:path>
              </a:pathLst>
            </a:custGeom>
            <a:solidFill>
              <a:srgbClr val="E66B37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379971" y="1068732"/>
              <a:ext cx="665480" cy="665480"/>
            </a:xfrm>
            <a:custGeom>
              <a:avLst/>
              <a:gdLst/>
              <a:ahLst/>
              <a:cxnLst/>
              <a:rect l="l" t="t" r="r" b="b"/>
              <a:pathLst>
                <a:path w="665479" h="665480">
                  <a:moveTo>
                    <a:pt x="665439" y="332719"/>
                  </a:moveTo>
                  <a:lnTo>
                    <a:pt x="662936" y="373450"/>
                  </a:lnTo>
                  <a:lnTo>
                    <a:pt x="655467" y="413563"/>
                  </a:lnTo>
                  <a:lnTo>
                    <a:pt x="643145" y="452461"/>
                  </a:lnTo>
                  <a:lnTo>
                    <a:pt x="626151" y="489562"/>
                  </a:lnTo>
                  <a:lnTo>
                    <a:pt x="604744" y="524304"/>
                  </a:lnTo>
                  <a:lnTo>
                    <a:pt x="579248" y="556160"/>
                  </a:lnTo>
                  <a:lnTo>
                    <a:pt x="550044" y="584656"/>
                  </a:lnTo>
                  <a:lnTo>
                    <a:pt x="517568" y="609365"/>
                  </a:lnTo>
                  <a:lnTo>
                    <a:pt x="482311" y="629913"/>
                  </a:lnTo>
                  <a:lnTo>
                    <a:pt x="444809" y="645989"/>
                  </a:lnTo>
                  <a:lnTo>
                    <a:pt x="405621" y="657354"/>
                  </a:lnTo>
                  <a:lnTo>
                    <a:pt x="365331" y="663836"/>
                  </a:lnTo>
                  <a:lnTo>
                    <a:pt x="332719" y="665439"/>
                  </a:lnTo>
                  <a:lnTo>
                    <a:pt x="324551" y="665338"/>
                  </a:lnTo>
                  <a:lnTo>
                    <a:pt x="283899" y="661838"/>
                  </a:lnTo>
                  <a:lnTo>
                    <a:pt x="243981" y="653387"/>
                  </a:lnTo>
                  <a:lnTo>
                    <a:pt x="205393" y="640112"/>
                  </a:lnTo>
                  <a:lnTo>
                    <a:pt x="168720" y="622213"/>
                  </a:lnTo>
                  <a:lnTo>
                    <a:pt x="134518" y="599962"/>
                  </a:lnTo>
                  <a:lnTo>
                    <a:pt x="103297" y="573692"/>
                  </a:lnTo>
                  <a:lnTo>
                    <a:pt x="75523" y="543794"/>
                  </a:lnTo>
                  <a:lnTo>
                    <a:pt x="51618" y="510721"/>
                  </a:lnTo>
                  <a:lnTo>
                    <a:pt x="31944" y="474975"/>
                  </a:lnTo>
                  <a:lnTo>
                    <a:pt x="16793" y="437089"/>
                  </a:lnTo>
                  <a:lnTo>
                    <a:pt x="6392" y="397629"/>
                  </a:lnTo>
                  <a:lnTo>
                    <a:pt x="901" y="357193"/>
                  </a:lnTo>
                  <a:lnTo>
                    <a:pt x="0" y="332719"/>
                  </a:lnTo>
                  <a:lnTo>
                    <a:pt x="100" y="324551"/>
                  </a:lnTo>
                  <a:lnTo>
                    <a:pt x="3600" y="283899"/>
                  </a:lnTo>
                  <a:lnTo>
                    <a:pt x="12051" y="243981"/>
                  </a:lnTo>
                  <a:lnTo>
                    <a:pt x="25326" y="205393"/>
                  </a:lnTo>
                  <a:lnTo>
                    <a:pt x="43225" y="168720"/>
                  </a:lnTo>
                  <a:lnTo>
                    <a:pt x="65476" y="134518"/>
                  </a:lnTo>
                  <a:lnTo>
                    <a:pt x="91746" y="103297"/>
                  </a:lnTo>
                  <a:lnTo>
                    <a:pt x="121644" y="75523"/>
                  </a:lnTo>
                  <a:lnTo>
                    <a:pt x="154717" y="51618"/>
                  </a:lnTo>
                  <a:lnTo>
                    <a:pt x="190463" y="31944"/>
                  </a:lnTo>
                  <a:lnTo>
                    <a:pt x="228349" y="16793"/>
                  </a:lnTo>
                  <a:lnTo>
                    <a:pt x="267809" y="6393"/>
                  </a:lnTo>
                  <a:lnTo>
                    <a:pt x="308245" y="901"/>
                  </a:lnTo>
                  <a:lnTo>
                    <a:pt x="332719" y="0"/>
                  </a:lnTo>
                  <a:lnTo>
                    <a:pt x="340887" y="100"/>
                  </a:lnTo>
                  <a:lnTo>
                    <a:pt x="381539" y="3600"/>
                  </a:lnTo>
                  <a:lnTo>
                    <a:pt x="421457" y="12051"/>
                  </a:lnTo>
                  <a:lnTo>
                    <a:pt x="460045" y="25326"/>
                  </a:lnTo>
                  <a:lnTo>
                    <a:pt x="496718" y="43225"/>
                  </a:lnTo>
                  <a:lnTo>
                    <a:pt x="530920" y="65476"/>
                  </a:lnTo>
                  <a:lnTo>
                    <a:pt x="562141" y="91746"/>
                  </a:lnTo>
                  <a:lnTo>
                    <a:pt x="589915" y="121644"/>
                  </a:lnTo>
                  <a:lnTo>
                    <a:pt x="613819" y="154717"/>
                  </a:lnTo>
                  <a:lnTo>
                    <a:pt x="633494" y="190463"/>
                  </a:lnTo>
                  <a:lnTo>
                    <a:pt x="648645" y="228349"/>
                  </a:lnTo>
                  <a:lnTo>
                    <a:pt x="659045" y="267809"/>
                  </a:lnTo>
                  <a:lnTo>
                    <a:pt x="664537" y="308245"/>
                  </a:lnTo>
                  <a:lnTo>
                    <a:pt x="665439" y="332719"/>
                  </a:lnTo>
                  <a:close/>
                </a:path>
              </a:pathLst>
            </a:custGeom>
            <a:ln w="9524">
              <a:solidFill>
                <a:srgbClr val="A62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0020" y="2085931"/>
              <a:ext cx="745704" cy="11497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62476" y="1646535"/>
              <a:ext cx="877950" cy="847433"/>
            </a:xfrm>
            <a:prstGeom prst="rect">
              <a:avLst/>
            </a:prstGeom>
          </p:spPr>
        </p:pic>
        <p:pic>
          <p:nvPicPr>
            <p:cNvPr id="26" name="object 26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60388" y="3551658"/>
              <a:ext cx="480871" cy="79578"/>
            </a:xfrm>
            <a:prstGeom prst="rect">
              <a:avLst/>
            </a:prstGeom>
          </p:spPr>
        </p:pic>
        <p:pic>
          <p:nvPicPr>
            <p:cNvPr id="27" name="object 27">
              <a:hlinkClick r:id="rId10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8824" y="3537216"/>
              <a:ext cx="93442" cy="9344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63100" y="3543300"/>
              <a:ext cx="2571749" cy="1333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545389" y="3549650"/>
            <a:ext cx="260858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75">
                <a:latin typeface="Arial MT"/>
                <a:cs typeface="Arial MT"/>
              </a:rPr>
              <a:t> </a:t>
            </a:r>
            <a:r>
              <a:rPr dirty="0" baseline="4273" sz="975" spc="-37">
                <a:latin typeface="Arial MT"/>
                <a:cs typeface="Arial MT"/>
              </a:rPr>
              <a:t>TomTom</a:t>
            </a:r>
            <a:r>
              <a:rPr dirty="0" baseline="4273" sz="975" spc="-37">
                <a:latin typeface="Arial MT"/>
                <a:cs typeface="Arial MT"/>
              </a:rPr>
              <a:t>,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 spc="-135">
                <a:latin typeface="Arial MT"/>
                <a:cs typeface="Arial MT"/>
              </a:rPr>
              <a:t>M</a:t>
            </a:r>
            <a:r>
              <a:rPr dirty="0" baseline="4273" sz="975" spc="-135">
                <a:latin typeface="Arial MT"/>
                <a:cs typeface="Arial MT"/>
              </a:rPr>
              <a:t>i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135">
                <a:latin typeface="Arial MT"/>
                <a:cs typeface="Arial MT"/>
              </a:rPr>
              <a:t>c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dirty="0" baseline="4273" sz="975" spc="-135">
                <a:latin typeface="Arial MT"/>
                <a:cs typeface="Arial MT"/>
              </a:rPr>
              <a:t>r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s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f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dirty="0" baseline="4273" sz="975" spc="-135">
                <a:latin typeface="Arial MT"/>
                <a:cs typeface="Arial MT"/>
              </a:rPr>
              <a:t>t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 spc="-75">
                <a:latin typeface="Arial MT"/>
                <a:cs typeface="Arial MT"/>
              </a:rPr>
              <a:t>Co</a:t>
            </a:r>
            <a:r>
              <a:rPr dirty="0" baseline="4273" sz="975" spc="-75">
                <a:latin typeface="Arial MT"/>
                <a:cs typeface="Arial MT"/>
              </a:rPr>
              <a:t>r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75">
                <a:latin typeface="Arial MT"/>
                <a:cs typeface="Arial MT"/>
              </a:rPr>
              <a:t>po</a:t>
            </a:r>
            <a:r>
              <a:rPr dirty="0" baseline="4273" sz="975" spc="-75">
                <a:latin typeface="Arial MT"/>
                <a:cs typeface="Arial MT"/>
              </a:rPr>
              <a:t>r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75">
                <a:latin typeface="Arial MT"/>
                <a:cs typeface="Arial MT"/>
              </a:rPr>
              <a:t>a</a:t>
            </a:r>
            <a:r>
              <a:rPr dirty="0" baseline="4273" sz="975" spc="-75">
                <a:latin typeface="Arial MT"/>
                <a:cs typeface="Arial MT"/>
              </a:rPr>
              <a:t>t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baseline="4273" sz="975" spc="-75">
                <a:latin typeface="Arial MT"/>
                <a:cs typeface="Arial MT"/>
              </a:rPr>
              <a:t>i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75">
                <a:latin typeface="Arial MT"/>
                <a:cs typeface="Arial MT"/>
              </a:rPr>
              <a:t>on</a:t>
            </a:r>
            <a:r>
              <a:rPr dirty="0" baseline="4273" sz="975" spc="-75">
                <a:latin typeface="Arial MT"/>
                <a:cs typeface="Arial MT"/>
              </a:rPr>
              <a:t>,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6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baseline="4273" sz="97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dirty="0" u="sng" baseline="4273" sz="975" spc="112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OpenS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ee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Map</a:t>
            </a:r>
            <a:endParaRPr baseline="4273" sz="975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78499" y="3733863"/>
            <a:ext cx="1962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solidFill>
                  <a:srgbClr val="252423"/>
                </a:solidFill>
                <a:latin typeface="Tahoma"/>
                <a:cs typeface="Tahoma"/>
              </a:rPr>
              <a:t>Soma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85">
                <a:solidFill>
                  <a:srgbClr val="252423"/>
                </a:solidFill>
                <a:latin typeface="Tahoma"/>
                <a:cs typeface="Tahoma"/>
              </a:rPr>
              <a:t>de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52423"/>
                </a:solidFill>
                <a:latin typeface="Tahoma"/>
                <a:cs typeface="Tahoma"/>
              </a:rPr>
              <a:t>Profit</a:t>
            </a:r>
            <a:r>
              <a:rPr dirty="0" sz="1400" spc="-9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52423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52423"/>
                </a:solidFill>
                <a:latin typeface="Tahoma"/>
                <a:cs typeface="Tahoma"/>
              </a:rPr>
              <a:t>Country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91200" y="4000500"/>
            <a:ext cx="6581775" cy="3038475"/>
            <a:chOff x="5791200" y="4000500"/>
            <a:chExt cx="6581775" cy="3038475"/>
          </a:xfrm>
        </p:grpSpPr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91200" y="4000500"/>
              <a:ext cx="6581774" cy="30384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43810" y="4984424"/>
              <a:ext cx="916289" cy="8857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375145" y="4421468"/>
              <a:ext cx="675640" cy="675640"/>
            </a:xfrm>
            <a:custGeom>
              <a:avLst/>
              <a:gdLst/>
              <a:ahLst/>
              <a:cxnLst/>
              <a:rect l="l" t="t" r="r" b="b"/>
              <a:pathLst>
                <a:path w="675640" h="675639">
                  <a:moveTo>
                    <a:pt x="337545" y="675091"/>
                  </a:moveTo>
                  <a:lnTo>
                    <a:pt x="296223" y="672552"/>
                  </a:lnTo>
                  <a:lnTo>
                    <a:pt x="255528" y="664975"/>
                  </a:lnTo>
                  <a:lnTo>
                    <a:pt x="216066" y="652473"/>
                  </a:lnTo>
                  <a:lnTo>
                    <a:pt x="178427" y="635233"/>
                  </a:lnTo>
                  <a:lnTo>
                    <a:pt x="143181" y="613516"/>
                  </a:lnTo>
                  <a:lnTo>
                    <a:pt x="110863" y="587650"/>
                  </a:lnTo>
                  <a:lnTo>
                    <a:pt x="81954" y="558023"/>
                  </a:lnTo>
                  <a:lnTo>
                    <a:pt x="56886" y="525075"/>
                  </a:lnTo>
                  <a:lnTo>
                    <a:pt x="36040" y="489307"/>
                  </a:lnTo>
                  <a:lnTo>
                    <a:pt x="19731" y="451261"/>
                  </a:lnTo>
                  <a:lnTo>
                    <a:pt x="8202" y="411504"/>
                  </a:lnTo>
                  <a:lnTo>
                    <a:pt x="1625" y="370630"/>
                  </a:lnTo>
                  <a:lnTo>
                    <a:pt x="0" y="337545"/>
                  </a:lnTo>
                  <a:lnTo>
                    <a:pt x="101" y="329259"/>
                  </a:lnTo>
                  <a:lnTo>
                    <a:pt x="3653" y="288017"/>
                  </a:lnTo>
                  <a:lnTo>
                    <a:pt x="12226" y="247520"/>
                  </a:lnTo>
                  <a:lnTo>
                    <a:pt x="25693" y="208372"/>
                  </a:lnTo>
                  <a:lnTo>
                    <a:pt x="43852" y="171167"/>
                  </a:lnTo>
                  <a:lnTo>
                    <a:pt x="66426" y="136469"/>
                  </a:lnTo>
                  <a:lnTo>
                    <a:pt x="93077" y="104795"/>
                  </a:lnTo>
                  <a:lnTo>
                    <a:pt x="123408" y="76619"/>
                  </a:lnTo>
                  <a:lnTo>
                    <a:pt x="156961" y="52367"/>
                  </a:lnTo>
                  <a:lnTo>
                    <a:pt x="193226" y="32407"/>
                  </a:lnTo>
                  <a:lnTo>
                    <a:pt x="231661" y="17037"/>
                  </a:lnTo>
                  <a:lnTo>
                    <a:pt x="271693" y="6485"/>
                  </a:lnTo>
                  <a:lnTo>
                    <a:pt x="312716" y="914"/>
                  </a:lnTo>
                  <a:lnTo>
                    <a:pt x="337545" y="0"/>
                  </a:lnTo>
                  <a:lnTo>
                    <a:pt x="345831" y="101"/>
                  </a:lnTo>
                  <a:lnTo>
                    <a:pt x="387073" y="3653"/>
                  </a:lnTo>
                  <a:lnTo>
                    <a:pt x="427570" y="12226"/>
                  </a:lnTo>
                  <a:lnTo>
                    <a:pt x="466718" y="25694"/>
                  </a:lnTo>
                  <a:lnTo>
                    <a:pt x="503923" y="43852"/>
                  </a:lnTo>
                  <a:lnTo>
                    <a:pt x="538621" y="66426"/>
                  </a:lnTo>
                  <a:lnTo>
                    <a:pt x="570294" y="93077"/>
                  </a:lnTo>
                  <a:lnTo>
                    <a:pt x="598471" y="123408"/>
                  </a:lnTo>
                  <a:lnTo>
                    <a:pt x="622723" y="156961"/>
                  </a:lnTo>
                  <a:lnTo>
                    <a:pt x="642682" y="193226"/>
                  </a:lnTo>
                  <a:lnTo>
                    <a:pt x="658053" y="231661"/>
                  </a:lnTo>
                  <a:lnTo>
                    <a:pt x="668604" y="271693"/>
                  </a:lnTo>
                  <a:lnTo>
                    <a:pt x="674176" y="312716"/>
                  </a:lnTo>
                  <a:lnTo>
                    <a:pt x="675091" y="337545"/>
                  </a:lnTo>
                  <a:lnTo>
                    <a:pt x="674989" y="345831"/>
                  </a:lnTo>
                  <a:lnTo>
                    <a:pt x="671437" y="387073"/>
                  </a:lnTo>
                  <a:lnTo>
                    <a:pt x="662864" y="427570"/>
                  </a:lnTo>
                  <a:lnTo>
                    <a:pt x="649396" y="466718"/>
                  </a:lnTo>
                  <a:lnTo>
                    <a:pt x="631238" y="503923"/>
                  </a:lnTo>
                  <a:lnTo>
                    <a:pt x="608664" y="538621"/>
                  </a:lnTo>
                  <a:lnTo>
                    <a:pt x="582013" y="570295"/>
                  </a:lnTo>
                  <a:lnTo>
                    <a:pt x="551682" y="598471"/>
                  </a:lnTo>
                  <a:lnTo>
                    <a:pt x="518129" y="622723"/>
                  </a:lnTo>
                  <a:lnTo>
                    <a:pt x="481864" y="642683"/>
                  </a:lnTo>
                  <a:lnTo>
                    <a:pt x="443429" y="658053"/>
                  </a:lnTo>
                  <a:lnTo>
                    <a:pt x="403397" y="668604"/>
                  </a:lnTo>
                  <a:lnTo>
                    <a:pt x="362374" y="674176"/>
                  </a:lnTo>
                  <a:lnTo>
                    <a:pt x="337545" y="675091"/>
                  </a:lnTo>
                  <a:close/>
                </a:path>
              </a:pathLst>
            </a:custGeom>
            <a:solidFill>
              <a:srgbClr val="A7337D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375145" y="4421468"/>
              <a:ext cx="675640" cy="675640"/>
            </a:xfrm>
            <a:custGeom>
              <a:avLst/>
              <a:gdLst/>
              <a:ahLst/>
              <a:cxnLst/>
              <a:rect l="l" t="t" r="r" b="b"/>
              <a:pathLst>
                <a:path w="675640" h="675639">
                  <a:moveTo>
                    <a:pt x="675091" y="337545"/>
                  </a:moveTo>
                  <a:lnTo>
                    <a:pt x="672552" y="378867"/>
                  </a:lnTo>
                  <a:lnTo>
                    <a:pt x="664975" y="419562"/>
                  </a:lnTo>
                  <a:lnTo>
                    <a:pt x="652473" y="459024"/>
                  </a:lnTo>
                  <a:lnTo>
                    <a:pt x="635233" y="496663"/>
                  </a:lnTo>
                  <a:lnTo>
                    <a:pt x="613516" y="531908"/>
                  </a:lnTo>
                  <a:lnTo>
                    <a:pt x="587650" y="564227"/>
                  </a:lnTo>
                  <a:lnTo>
                    <a:pt x="558023" y="593136"/>
                  </a:lnTo>
                  <a:lnTo>
                    <a:pt x="525075" y="618204"/>
                  </a:lnTo>
                  <a:lnTo>
                    <a:pt x="489307" y="639050"/>
                  </a:lnTo>
                  <a:lnTo>
                    <a:pt x="451261" y="655359"/>
                  </a:lnTo>
                  <a:lnTo>
                    <a:pt x="411504" y="666888"/>
                  </a:lnTo>
                  <a:lnTo>
                    <a:pt x="370630" y="673465"/>
                  </a:lnTo>
                  <a:lnTo>
                    <a:pt x="337545" y="675091"/>
                  </a:lnTo>
                  <a:lnTo>
                    <a:pt x="329259" y="674989"/>
                  </a:lnTo>
                  <a:lnTo>
                    <a:pt x="288017" y="671437"/>
                  </a:lnTo>
                  <a:lnTo>
                    <a:pt x="247520" y="662864"/>
                  </a:lnTo>
                  <a:lnTo>
                    <a:pt x="208372" y="649396"/>
                  </a:lnTo>
                  <a:lnTo>
                    <a:pt x="171167" y="631238"/>
                  </a:lnTo>
                  <a:lnTo>
                    <a:pt x="136469" y="608664"/>
                  </a:lnTo>
                  <a:lnTo>
                    <a:pt x="104795" y="582013"/>
                  </a:lnTo>
                  <a:lnTo>
                    <a:pt x="76619" y="551682"/>
                  </a:lnTo>
                  <a:lnTo>
                    <a:pt x="52367" y="518129"/>
                  </a:lnTo>
                  <a:lnTo>
                    <a:pt x="32407" y="481864"/>
                  </a:lnTo>
                  <a:lnTo>
                    <a:pt x="17037" y="443429"/>
                  </a:lnTo>
                  <a:lnTo>
                    <a:pt x="6485" y="403397"/>
                  </a:lnTo>
                  <a:lnTo>
                    <a:pt x="914" y="362374"/>
                  </a:lnTo>
                  <a:lnTo>
                    <a:pt x="0" y="337545"/>
                  </a:lnTo>
                  <a:lnTo>
                    <a:pt x="101" y="329259"/>
                  </a:lnTo>
                  <a:lnTo>
                    <a:pt x="3653" y="288017"/>
                  </a:lnTo>
                  <a:lnTo>
                    <a:pt x="12226" y="247520"/>
                  </a:lnTo>
                  <a:lnTo>
                    <a:pt x="25693" y="208372"/>
                  </a:lnTo>
                  <a:lnTo>
                    <a:pt x="43852" y="171167"/>
                  </a:lnTo>
                  <a:lnTo>
                    <a:pt x="66426" y="136469"/>
                  </a:lnTo>
                  <a:lnTo>
                    <a:pt x="93077" y="104795"/>
                  </a:lnTo>
                  <a:lnTo>
                    <a:pt x="123408" y="76619"/>
                  </a:lnTo>
                  <a:lnTo>
                    <a:pt x="156961" y="52367"/>
                  </a:lnTo>
                  <a:lnTo>
                    <a:pt x="193226" y="32407"/>
                  </a:lnTo>
                  <a:lnTo>
                    <a:pt x="231661" y="17037"/>
                  </a:lnTo>
                  <a:lnTo>
                    <a:pt x="271693" y="6485"/>
                  </a:lnTo>
                  <a:lnTo>
                    <a:pt x="312716" y="914"/>
                  </a:lnTo>
                  <a:lnTo>
                    <a:pt x="337545" y="0"/>
                  </a:lnTo>
                  <a:lnTo>
                    <a:pt x="345831" y="101"/>
                  </a:lnTo>
                  <a:lnTo>
                    <a:pt x="387073" y="3653"/>
                  </a:lnTo>
                  <a:lnTo>
                    <a:pt x="427570" y="12226"/>
                  </a:lnTo>
                  <a:lnTo>
                    <a:pt x="466718" y="25694"/>
                  </a:lnTo>
                  <a:lnTo>
                    <a:pt x="503923" y="43852"/>
                  </a:lnTo>
                  <a:lnTo>
                    <a:pt x="538621" y="66426"/>
                  </a:lnTo>
                  <a:lnTo>
                    <a:pt x="570294" y="93077"/>
                  </a:lnTo>
                  <a:lnTo>
                    <a:pt x="598471" y="123408"/>
                  </a:lnTo>
                  <a:lnTo>
                    <a:pt x="622723" y="156961"/>
                  </a:lnTo>
                  <a:lnTo>
                    <a:pt x="642682" y="193226"/>
                  </a:lnTo>
                  <a:lnTo>
                    <a:pt x="658053" y="231661"/>
                  </a:lnTo>
                  <a:lnTo>
                    <a:pt x="668604" y="271693"/>
                  </a:lnTo>
                  <a:lnTo>
                    <a:pt x="674176" y="312716"/>
                  </a:lnTo>
                  <a:lnTo>
                    <a:pt x="675091" y="337545"/>
                  </a:lnTo>
                  <a:close/>
                </a:path>
              </a:pathLst>
            </a:custGeom>
            <a:ln w="9524">
              <a:solidFill>
                <a:srgbClr val="69003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38444" y="5463348"/>
              <a:ext cx="727426" cy="1131464"/>
            </a:xfrm>
            <a:prstGeom prst="rect">
              <a:avLst/>
            </a:prstGeom>
          </p:spPr>
        </p:pic>
        <p:pic>
          <p:nvPicPr>
            <p:cNvPr id="37" name="object 37">
              <a:hlinkClick r:id="rId10"/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60388" y="6866358"/>
              <a:ext cx="480871" cy="79578"/>
            </a:xfrm>
            <a:prstGeom prst="rect">
              <a:avLst/>
            </a:prstGeom>
          </p:spPr>
        </p:pic>
        <p:pic>
          <p:nvPicPr>
            <p:cNvPr id="38" name="object 38">
              <a:hlinkClick r:id="rId10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8824" y="6851916"/>
              <a:ext cx="93442" cy="934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63100" y="6858000"/>
              <a:ext cx="2571749" cy="13334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545389" y="6864350"/>
            <a:ext cx="2608580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75">
                <a:latin typeface="Arial MT"/>
                <a:cs typeface="Arial MT"/>
              </a:rPr>
              <a:t> </a:t>
            </a:r>
            <a:r>
              <a:rPr dirty="0" baseline="4273" sz="975" spc="-37">
                <a:latin typeface="Arial MT"/>
                <a:cs typeface="Arial MT"/>
              </a:rPr>
              <a:t>TomTom</a:t>
            </a:r>
            <a:r>
              <a:rPr dirty="0" baseline="4273" sz="975" spc="-37">
                <a:latin typeface="Arial MT"/>
                <a:cs typeface="Arial MT"/>
              </a:rPr>
              <a:t>,</a:t>
            </a:r>
            <a:r>
              <a:rPr dirty="0" sz="650" spc="-2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©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>
                <a:latin typeface="Arial MT"/>
                <a:cs typeface="Arial MT"/>
              </a:rPr>
              <a:t>2026</a:t>
            </a:r>
            <a:r>
              <a:rPr dirty="0" baseline="4273" sz="975" spc="104">
                <a:latin typeface="Arial MT"/>
                <a:cs typeface="Arial MT"/>
              </a:rPr>
              <a:t> </a:t>
            </a:r>
            <a:r>
              <a:rPr dirty="0" baseline="4273" sz="975" spc="-135">
                <a:latin typeface="Arial MT"/>
                <a:cs typeface="Arial MT"/>
              </a:rPr>
              <a:t>M</a:t>
            </a:r>
            <a:r>
              <a:rPr dirty="0" baseline="4273" sz="975" spc="-135">
                <a:latin typeface="Arial MT"/>
                <a:cs typeface="Arial MT"/>
              </a:rPr>
              <a:t>i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135">
                <a:latin typeface="Arial MT"/>
                <a:cs typeface="Arial MT"/>
              </a:rPr>
              <a:t>c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dirty="0" baseline="4273" sz="975" spc="-135">
                <a:latin typeface="Arial MT"/>
                <a:cs typeface="Arial MT"/>
              </a:rPr>
              <a:t>r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s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baseline="4273" sz="975" spc="-135">
                <a:latin typeface="Arial MT"/>
                <a:cs typeface="Arial MT"/>
              </a:rPr>
              <a:t>o</a:t>
            </a:r>
            <a:r>
              <a:rPr dirty="0" baseline="4273" sz="975" spc="-135">
                <a:latin typeface="Arial MT"/>
                <a:cs typeface="Arial MT"/>
              </a:rPr>
              <a:t>f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dirty="0" baseline="4273" sz="975" spc="-135">
                <a:latin typeface="Arial MT"/>
                <a:cs typeface="Arial MT"/>
              </a:rPr>
              <a:t>t</a:t>
            </a:r>
            <a:r>
              <a:rPr dirty="0" sz="650" spc="-9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4273" sz="975" spc="-75">
                <a:latin typeface="Arial MT"/>
                <a:cs typeface="Arial MT"/>
              </a:rPr>
              <a:t>Co</a:t>
            </a:r>
            <a:r>
              <a:rPr dirty="0" baseline="4273" sz="975" spc="-75">
                <a:latin typeface="Arial MT"/>
                <a:cs typeface="Arial MT"/>
              </a:rPr>
              <a:t>r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75">
                <a:latin typeface="Arial MT"/>
                <a:cs typeface="Arial MT"/>
              </a:rPr>
              <a:t>po</a:t>
            </a:r>
            <a:r>
              <a:rPr dirty="0" baseline="4273" sz="975" spc="-75">
                <a:latin typeface="Arial MT"/>
                <a:cs typeface="Arial MT"/>
              </a:rPr>
              <a:t>r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baseline="4273" sz="975" spc="-75">
                <a:latin typeface="Arial MT"/>
                <a:cs typeface="Arial MT"/>
              </a:rPr>
              <a:t>a</a:t>
            </a:r>
            <a:r>
              <a:rPr dirty="0" baseline="4273" sz="975" spc="-75">
                <a:latin typeface="Arial MT"/>
                <a:cs typeface="Arial MT"/>
              </a:rPr>
              <a:t>t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baseline="4273" sz="975" spc="-75">
                <a:latin typeface="Arial MT"/>
                <a:cs typeface="Arial MT"/>
              </a:rPr>
              <a:t>i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baseline="4273" sz="975" spc="-75">
                <a:latin typeface="Arial MT"/>
                <a:cs typeface="Arial MT"/>
              </a:rPr>
              <a:t>on</a:t>
            </a:r>
            <a:r>
              <a:rPr dirty="0" baseline="4273" sz="975" spc="-75">
                <a:latin typeface="Arial MT"/>
                <a:cs typeface="Arial MT"/>
              </a:rPr>
              <a:t>,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6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baseline="4273" sz="97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dirty="0" u="sng" baseline="4273" sz="975" spc="112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OpenS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ee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sz="650" spc="-1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dirty="0" u="sng" baseline="4273" sz="975" spc="-15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Map</a:t>
            </a:r>
            <a:endParaRPr baseline="4273" sz="975">
              <a:latin typeface="Arial MT"/>
              <a:cs typeface="Arial MT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/>
              <a:t>Distribuição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Lucro,</a:t>
            </a:r>
            <a:r>
              <a:rPr dirty="0" spc="-60"/>
              <a:t> </a:t>
            </a:r>
            <a:r>
              <a:rPr dirty="0" spc="-10"/>
              <a:t>Vendas</a:t>
            </a:r>
            <a:r>
              <a:rPr dirty="0" spc="-55"/>
              <a:t> </a:t>
            </a:r>
            <a:r>
              <a:rPr dirty="0" spc="-50"/>
              <a:t>e </a:t>
            </a:r>
            <a:r>
              <a:rPr dirty="0"/>
              <a:t>Unidades</a:t>
            </a:r>
            <a:r>
              <a:rPr dirty="0" spc="-40"/>
              <a:t> </a:t>
            </a:r>
            <a:r>
              <a:rPr dirty="0" spc="-10"/>
              <a:t>Vendidas</a:t>
            </a:r>
            <a:r>
              <a:rPr dirty="0" spc="-35"/>
              <a:t> </a:t>
            </a:r>
            <a:r>
              <a:rPr dirty="0"/>
              <a:t>por</a:t>
            </a:r>
            <a:r>
              <a:rPr dirty="0" spc="-35"/>
              <a:t> </a:t>
            </a:r>
            <a:r>
              <a:rPr dirty="0"/>
              <a:t>país</a:t>
            </a:r>
            <a:r>
              <a:rPr dirty="0" spc="-40"/>
              <a:t> </a:t>
            </a:r>
            <a:r>
              <a:rPr dirty="0"/>
              <a:t>e</a:t>
            </a:r>
            <a:r>
              <a:rPr dirty="0" spc="-35"/>
              <a:t> </a:t>
            </a:r>
            <a:r>
              <a:rPr dirty="0" spc="-10"/>
              <a:t>segmento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2026-03-09T19:28:02Z</dcterms:created>
  <dcterms:modified xsi:type="dcterms:W3CDTF">2026-03-09T19:28:02Z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2026-03-09T00:00:00Z</vt:filetime>
  </property>
</Properties>
</file>